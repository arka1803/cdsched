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72" r:id="rId2"/>
    <p:sldId id="256" r:id="rId3"/>
    <p:sldId id="261" r:id="rId4"/>
    <p:sldId id="257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4" r:id="rId16"/>
    <p:sldId id="275" r:id="rId17"/>
    <p:sldId id="276" r:id="rId18"/>
    <p:sldId id="278" r:id="rId19"/>
    <p:sldId id="280" r:id="rId20"/>
    <p:sldId id="279" r:id="rId21"/>
    <p:sldId id="281" r:id="rId22"/>
    <p:sldId id="301" r:id="rId23"/>
    <p:sldId id="282" r:id="rId24"/>
    <p:sldId id="283" r:id="rId25"/>
    <p:sldId id="300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74747"/>
    <a:srgbClr val="FFFFCC"/>
    <a:srgbClr val="F9A1A1"/>
    <a:srgbClr val="FBA3A3"/>
    <a:srgbClr val="FDD1D1"/>
    <a:srgbClr val="F07070"/>
    <a:srgbClr val="FAF7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42" d="100"/>
          <a:sy n="142" d="100"/>
        </p:scale>
        <p:origin x="-3090" y="-9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F460E-DD93-4F1D-83A6-B8C6704789F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F51C2-63AF-4655-9C63-5392668DE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80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E1A4-D1BF-4E55-9A5C-51FB51977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AFBB3-4A19-4E6F-98DD-91352ECF6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4AE43-1242-4D52-A1DD-DC69419F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68594-2580-4148-9A1A-0B8D717E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9D81B-D846-4E97-BD10-016F6500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02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B64E-9D59-4972-9359-0DCA4690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7B737-EE54-4F99-BBB2-A6E08473B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EF63B-33C2-4E51-8770-6A7691101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5D481-ACE7-41FA-8718-939A8D20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4634A-661D-4F66-808D-FC64C055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6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3AD1-2D6A-43B4-A52F-C859A2CFF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A2267-5EBF-4CBC-ACF8-4CAABB48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EBCD-5AD4-4E87-AB02-C14ABA5B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78059-97D3-4242-8357-79A0F562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53F3-9AFE-4096-85B0-54E3BCAD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99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8E87-E558-4E90-86ED-17B83372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4527E-3905-4947-B57D-BB5FAC571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C07D2-6D6D-423E-AA1B-6FA79A639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E394D-3C04-4722-8C00-05EEEA14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ED66C-3C17-455A-9AEF-456E11A5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EAD17-E09B-4C98-9AAD-1F31BB88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30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01BE-BB94-4450-B7B3-EB16E636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4370F-F6AD-4B65-9D0D-3E2A9C963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32F3F-E97B-4C22-AF66-833C68509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436D9-5F9F-4E93-8DAA-EDC4A68A7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55F4D2-33CB-4499-A268-C9B7915A5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EAD38-18B9-4650-BD8D-21D83361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8402D-8A77-4BCC-9F50-1102C8E5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2D477-D760-4127-B871-8119529E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4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388B-966D-4E5D-9607-B5E99BDA3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506BE4-796E-4D92-BA83-31BE439A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76C4F-967F-4C96-A298-B12DE325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1B55D-60BB-4E4B-AEF4-27AB5D76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13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7C15B-0AFF-489D-882E-0AD50794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5EF8F-4914-4455-83BC-A720F93F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42584-DA54-49E8-81AF-88C3B79B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783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BBEA-4853-4A4D-80ED-BAD03E105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7E8E4-EF20-4667-87B4-6D840894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00F8F-B4EB-4E2E-A10E-2A82BB53F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77536-FE64-4BA9-B115-61082AC1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1E6EB-364E-4639-AB70-C9F7C188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B2BF5-32DE-4E6E-AC7E-3B43FF0B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93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EE43-F4FF-4476-BC09-E32F06EB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98930-BBC8-4692-826E-B4B5C5139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155D2-F895-4330-9F65-D66F0FED3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0522C-A690-4685-A1CA-0A0C4307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E3F28-71CA-4ECE-AA33-BE77BC98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D1270-0C65-46A7-BCEE-017FD391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5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98C2-CE51-4B21-82EA-B1628A0E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DCBB-0374-470D-B832-041BA021E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40EE5-F9AF-4E56-983F-748BBFBE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EAF93-7191-46FF-B806-1A944990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A672A-05A5-42AF-8B7F-0A719FB0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26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10F6D-3257-40AF-B262-257D25A37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FA5A2-969F-49AE-A2D5-A931CCF3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4A28F-E3D7-4B83-87F5-25EB320D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875FD-ED0C-4A68-AAE6-4F5F852E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666A5-3E1F-4294-8516-08906AB4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88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4626-ED23-45BF-9022-ED8592F8C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88" y="1360113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Baskerville Old Face" panose="02020602080505020303" pitchFamily="18" charset="0"/>
              </a:defRPr>
            </a:lvl1pPr>
            <a:lvl2pPr>
              <a:defRPr>
                <a:latin typeface="Baskerville Old Face" panose="02020602080505020303" pitchFamily="18" charset="0"/>
              </a:defRPr>
            </a:lvl2pPr>
            <a:lvl3pPr>
              <a:defRPr>
                <a:latin typeface="Baskerville Old Face" panose="02020602080505020303" pitchFamily="18" charset="0"/>
              </a:defRPr>
            </a:lvl3pPr>
            <a:lvl4pPr>
              <a:defRPr>
                <a:latin typeface="Baskerville Old Face" panose="02020602080505020303" pitchFamily="18" charset="0"/>
              </a:defRPr>
            </a:lvl4pPr>
            <a:lvl5pPr>
              <a:defRPr>
                <a:latin typeface="Baskerville Old Face" panose="020206020805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FAE7-37EC-4373-A114-308B649E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36227-E4F0-4BBA-ABFD-7B7B0BC2511F}" type="datetime1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726D9-21F2-4ECC-94BA-3EAFC812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Arkaprava Sain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A811B-8211-418D-A19E-27F32699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2DB34-4F87-4204-8D3C-F955BAC20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92C3DB-8ABD-4DF8-8499-611F866DF7E2}"/>
              </a:ext>
            </a:extLst>
          </p:cNvPr>
          <p:cNvSpPr txBox="1">
            <a:spLocks/>
          </p:cNvSpPr>
          <p:nvPr userDrawn="1"/>
        </p:nvSpPr>
        <p:spPr>
          <a:xfrm>
            <a:off x="164868" y="221369"/>
            <a:ext cx="10616738" cy="6116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endParaRPr lang="en-IN" sz="4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75985E-FF1F-455C-8981-4B00EC73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68" y="-17911"/>
            <a:ext cx="11672888" cy="8509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>
                <a:solidFill>
                  <a:schemeClr val="bg1"/>
                </a:solidFill>
                <a:latin typeface="Baskerville Old Face" panose="02020602080505020303" pitchFamily="18" charset="0"/>
                <a:ea typeface="Cambria" panose="02040503050406030204" pitchFamily="18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743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5D5DCA-215A-4631-A4A1-E455550C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5C62E-CE5C-4619-80C1-52460F118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FB6E3-32A1-4D2B-BBCE-CE2C8EE12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0FCFA-7D58-4261-8CEC-F5119E6F0DE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FBB9F-F4CB-4C60-BBB7-92A66ED3B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46805-9415-4F50-8589-A9094C36E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A62B8-B433-4377-A84A-BB261B8C0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52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10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7" Type="http://schemas.openxmlformats.org/officeDocument/2006/relationships/image" Target="../media/image3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NULL"/><Relationship Id="rId9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9" Type="http://schemas.openxmlformats.org/officeDocument/2006/relationships/image" Target="../media/image132.png"/><Relationship Id="rId21" Type="http://schemas.openxmlformats.org/officeDocument/2006/relationships/image" Target="../media/image114.png"/><Relationship Id="rId34" Type="http://schemas.openxmlformats.org/officeDocument/2006/relationships/image" Target="../media/image127.png"/><Relationship Id="rId42" Type="http://schemas.openxmlformats.org/officeDocument/2006/relationships/image" Target="../media/image135.png"/><Relationship Id="rId47" Type="http://schemas.openxmlformats.org/officeDocument/2006/relationships/image" Target="../media/image140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6" Type="http://schemas.openxmlformats.org/officeDocument/2006/relationships/image" Target="../media/image109.png"/><Relationship Id="rId29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25.png"/><Relationship Id="rId37" Type="http://schemas.openxmlformats.org/officeDocument/2006/relationships/image" Target="../media/image130.png"/><Relationship Id="rId40" Type="http://schemas.openxmlformats.org/officeDocument/2006/relationships/image" Target="../media/image133.png"/><Relationship Id="rId45" Type="http://schemas.openxmlformats.org/officeDocument/2006/relationships/image" Target="../media/image138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36" Type="http://schemas.openxmlformats.org/officeDocument/2006/relationships/image" Target="../media/image129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24.png"/><Relationship Id="rId44" Type="http://schemas.openxmlformats.org/officeDocument/2006/relationships/image" Target="../media/image137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23.png"/><Relationship Id="rId35" Type="http://schemas.openxmlformats.org/officeDocument/2006/relationships/image" Target="../media/image128.png"/><Relationship Id="rId43" Type="http://schemas.openxmlformats.org/officeDocument/2006/relationships/image" Target="../media/image136.png"/><Relationship Id="rId48" Type="http://schemas.openxmlformats.org/officeDocument/2006/relationships/image" Target="../media/image141.png"/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26.png"/><Relationship Id="rId38" Type="http://schemas.openxmlformats.org/officeDocument/2006/relationships/image" Target="../media/image131.png"/><Relationship Id="rId46" Type="http://schemas.openxmlformats.org/officeDocument/2006/relationships/image" Target="../media/image139.png"/><Relationship Id="rId20" Type="http://schemas.openxmlformats.org/officeDocument/2006/relationships/image" Target="../media/image113.png"/><Relationship Id="rId41" Type="http://schemas.openxmlformats.org/officeDocument/2006/relationships/image" Target="../media/image1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0.png"/><Relationship Id="rId5" Type="http://schemas.openxmlformats.org/officeDocument/2006/relationships/image" Target="../media/image1450.png"/><Relationship Id="rId4" Type="http://schemas.openxmlformats.org/officeDocument/2006/relationships/image" Target="../media/image14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0.png"/><Relationship Id="rId3" Type="http://schemas.openxmlformats.org/officeDocument/2006/relationships/image" Target="../media/image1480.png"/><Relationship Id="rId7" Type="http://schemas.openxmlformats.org/officeDocument/2006/relationships/image" Target="../media/image1520.png"/><Relationship Id="rId2" Type="http://schemas.openxmlformats.org/officeDocument/2006/relationships/image" Target="../media/image14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0.png"/><Relationship Id="rId10" Type="http://schemas.openxmlformats.org/officeDocument/2006/relationships/image" Target="../media/image1550.png"/><Relationship Id="rId4" Type="http://schemas.openxmlformats.org/officeDocument/2006/relationships/image" Target="../media/image1490.png"/><Relationship Id="rId9" Type="http://schemas.openxmlformats.org/officeDocument/2006/relationships/image" Target="../media/image15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10.png"/><Relationship Id="rId12" Type="http://schemas.openxmlformats.org/officeDocument/2006/relationships/image" Target="../media/image170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690.png"/><Relationship Id="rId10" Type="http://schemas.openxmlformats.org/officeDocument/2006/relationships/image" Target="../media/image16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image" Target="../media/image16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30.png"/><Relationship Id="rId4" Type="http://schemas.openxmlformats.org/officeDocument/2006/relationships/image" Target="../media/image16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0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0.png"/><Relationship Id="rId2" Type="http://schemas.openxmlformats.org/officeDocument/2006/relationships/image" Target="../media/image15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0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0.png"/><Relationship Id="rId2" Type="http://schemas.openxmlformats.org/officeDocument/2006/relationships/image" Target="../media/image16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0.png"/><Relationship Id="rId5" Type="http://schemas.openxmlformats.org/officeDocument/2006/relationships/image" Target="../media/image1730.png"/><Relationship Id="rId4" Type="http://schemas.openxmlformats.org/officeDocument/2006/relationships/image" Target="../media/image17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0.png"/><Relationship Id="rId2" Type="http://schemas.openxmlformats.org/officeDocument/2006/relationships/image" Target="../media/image15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0.png"/><Relationship Id="rId3" Type="http://schemas.openxmlformats.org/officeDocument/2006/relationships/image" Target="../media/image1780.png"/><Relationship Id="rId7" Type="http://schemas.openxmlformats.org/officeDocument/2006/relationships/image" Target="../media/image1820.png"/><Relationship Id="rId2" Type="http://schemas.openxmlformats.org/officeDocument/2006/relationships/image" Target="../media/image17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0.png"/><Relationship Id="rId5" Type="http://schemas.openxmlformats.org/officeDocument/2006/relationships/image" Target="../media/image1800.png"/><Relationship Id="rId10" Type="http://schemas.openxmlformats.org/officeDocument/2006/relationships/image" Target="../media/image1850.png"/><Relationship Id="rId4" Type="http://schemas.openxmlformats.org/officeDocument/2006/relationships/image" Target="../media/image1790.png"/><Relationship Id="rId9" Type="http://schemas.openxmlformats.org/officeDocument/2006/relationships/image" Target="../media/image184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0.png"/><Relationship Id="rId2" Type="http://schemas.openxmlformats.org/officeDocument/2006/relationships/image" Target="../media/image18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70.png"/><Relationship Id="rId4" Type="http://schemas.openxmlformats.org/officeDocument/2006/relationships/image" Target="../media/image18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1.png"/><Relationship Id="rId13" Type="http://schemas.openxmlformats.org/officeDocument/2006/relationships/image" Target="../media/image230.png"/><Relationship Id="rId18" Type="http://schemas.openxmlformats.org/officeDocument/2006/relationships/image" Target="../media/image280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1711.png"/><Relationship Id="rId12" Type="http://schemas.openxmlformats.org/officeDocument/2006/relationships/image" Target="../media/image220.png"/><Relationship Id="rId17" Type="http://schemas.openxmlformats.org/officeDocument/2006/relationships/image" Target="../media/image270.png"/><Relationship Id="rId2" Type="http://schemas.openxmlformats.org/officeDocument/2006/relationships/image" Target="../media/image1210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1.png"/><Relationship Id="rId11" Type="http://schemas.openxmlformats.org/officeDocument/2006/relationships/image" Target="../media/image210.png"/><Relationship Id="rId5" Type="http://schemas.openxmlformats.org/officeDocument/2006/relationships/image" Target="../media/image1511.png"/><Relationship Id="rId15" Type="http://schemas.openxmlformats.org/officeDocument/2006/relationships/image" Target="../media/image250.png"/><Relationship Id="rId10" Type="http://schemas.openxmlformats.org/officeDocument/2006/relationships/image" Target="../media/image200.png"/><Relationship Id="rId19" Type="http://schemas.openxmlformats.org/officeDocument/2006/relationships/image" Target="../media/image290.png"/><Relationship Id="rId4" Type="http://schemas.openxmlformats.org/officeDocument/2006/relationships/image" Target="../media/image2.svg"/><Relationship Id="rId9" Type="http://schemas.openxmlformats.org/officeDocument/2006/relationships/image" Target="../media/image198.png"/><Relationship Id="rId14" Type="http://schemas.openxmlformats.org/officeDocument/2006/relationships/image" Target="../media/image2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NULL"/><Relationship Id="rId9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80.png"/><Relationship Id="rId18" Type="http://schemas.openxmlformats.org/officeDocument/2006/relationships/image" Target="../media/image830.png"/><Relationship Id="rId3" Type="http://schemas.openxmlformats.org/officeDocument/2006/relationships/image" Target="../media/image680.png"/><Relationship Id="rId21" Type="http://schemas.openxmlformats.org/officeDocument/2006/relationships/image" Target="../media/image860.png"/><Relationship Id="rId7" Type="http://schemas.openxmlformats.org/officeDocument/2006/relationships/image" Target="../media/image720.png"/><Relationship Id="rId12" Type="http://schemas.openxmlformats.org/officeDocument/2006/relationships/image" Target="../media/image770.png"/><Relationship Id="rId17" Type="http://schemas.openxmlformats.org/officeDocument/2006/relationships/image" Target="../media/image820.png"/><Relationship Id="rId2" Type="http://schemas.openxmlformats.org/officeDocument/2006/relationships/image" Target="../media/image670.png"/><Relationship Id="rId16" Type="http://schemas.openxmlformats.org/officeDocument/2006/relationships/image" Target="../media/image811.png"/><Relationship Id="rId20" Type="http://schemas.openxmlformats.org/officeDocument/2006/relationships/image" Target="../media/image8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1.png"/><Relationship Id="rId11" Type="http://schemas.openxmlformats.org/officeDocument/2006/relationships/image" Target="../media/image760.png"/><Relationship Id="rId24" Type="http://schemas.openxmlformats.org/officeDocument/2006/relationships/image" Target="../media/image890.png"/><Relationship Id="rId5" Type="http://schemas.openxmlformats.org/officeDocument/2006/relationships/image" Target="../media/image700.png"/><Relationship Id="rId15" Type="http://schemas.openxmlformats.org/officeDocument/2006/relationships/image" Target="../media/image800.png"/><Relationship Id="rId23" Type="http://schemas.openxmlformats.org/officeDocument/2006/relationships/image" Target="../media/image880.png"/><Relationship Id="rId10" Type="http://schemas.openxmlformats.org/officeDocument/2006/relationships/image" Target="../media/image750.png"/><Relationship Id="rId19" Type="http://schemas.openxmlformats.org/officeDocument/2006/relationships/image" Target="../media/image840.png"/><Relationship Id="rId4" Type="http://schemas.openxmlformats.org/officeDocument/2006/relationships/image" Target="../media/image690.png"/><Relationship Id="rId9" Type="http://schemas.openxmlformats.org/officeDocument/2006/relationships/image" Target="../media/image740.png"/><Relationship Id="rId14" Type="http://schemas.openxmlformats.org/officeDocument/2006/relationships/image" Target="../media/image790.png"/><Relationship Id="rId22" Type="http://schemas.openxmlformats.org/officeDocument/2006/relationships/image" Target="../media/image8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1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0.png"/><Relationship Id="rId5" Type="http://schemas.openxmlformats.org/officeDocument/2006/relationships/image" Target="../media/image930.png"/><Relationship Id="rId4" Type="http://schemas.openxmlformats.org/officeDocument/2006/relationships/image" Target="../media/image920.pn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0.png"/><Relationship Id="rId18" Type="http://schemas.openxmlformats.org/officeDocument/2006/relationships/image" Target="../media/image1110.png"/><Relationship Id="rId26" Type="http://schemas.openxmlformats.org/officeDocument/2006/relationships/image" Target="../media/image1190.png"/><Relationship Id="rId39" Type="http://schemas.openxmlformats.org/officeDocument/2006/relationships/image" Target="../media/image1320.png"/><Relationship Id="rId21" Type="http://schemas.openxmlformats.org/officeDocument/2006/relationships/image" Target="../media/image1140.png"/><Relationship Id="rId34" Type="http://schemas.openxmlformats.org/officeDocument/2006/relationships/image" Target="../media/image1270.png"/><Relationship Id="rId42" Type="http://schemas.openxmlformats.org/officeDocument/2006/relationships/image" Target="../media/image1350.png"/><Relationship Id="rId47" Type="http://schemas.openxmlformats.org/officeDocument/2006/relationships/image" Target="../media/image1400.png"/><Relationship Id="rId7" Type="http://schemas.openxmlformats.org/officeDocument/2006/relationships/image" Target="../media/image1000.png"/><Relationship Id="rId2" Type="http://schemas.openxmlformats.org/officeDocument/2006/relationships/image" Target="../media/image950.png"/><Relationship Id="rId16" Type="http://schemas.openxmlformats.org/officeDocument/2006/relationships/image" Target="../media/image1090.png"/><Relationship Id="rId29" Type="http://schemas.openxmlformats.org/officeDocument/2006/relationships/image" Target="../media/image1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0.png"/><Relationship Id="rId11" Type="http://schemas.openxmlformats.org/officeDocument/2006/relationships/image" Target="../media/image1040.png"/><Relationship Id="rId24" Type="http://schemas.openxmlformats.org/officeDocument/2006/relationships/image" Target="../media/image1170.png"/><Relationship Id="rId32" Type="http://schemas.openxmlformats.org/officeDocument/2006/relationships/image" Target="../media/image1250.png"/><Relationship Id="rId37" Type="http://schemas.openxmlformats.org/officeDocument/2006/relationships/image" Target="../media/image1300.png"/><Relationship Id="rId40" Type="http://schemas.openxmlformats.org/officeDocument/2006/relationships/image" Target="../media/image1330.png"/><Relationship Id="rId45" Type="http://schemas.openxmlformats.org/officeDocument/2006/relationships/image" Target="../media/image1380.png"/><Relationship Id="rId5" Type="http://schemas.openxmlformats.org/officeDocument/2006/relationships/image" Target="../media/image980.png"/><Relationship Id="rId15" Type="http://schemas.openxmlformats.org/officeDocument/2006/relationships/image" Target="../media/image1080.png"/><Relationship Id="rId23" Type="http://schemas.openxmlformats.org/officeDocument/2006/relationships/image" Target="../media/image1160.png"/><Relationship Id="rId28" Type="http://schemas.openxmlformats.org/officeDocument/2006/relationships/image" Target="../media/image1211.png"/><Relationship Id="rId36" Type="http://schemas.openxmlformats.org/officeDocument/2006/relationships/image" Target="../media/image1290.png"/><Relationship Id="rId10" Type="http://schemas.openxmlformats.org/officeDocument/2006/relationships/image" Target="../media/image1030.png"/><Relationship Id="rId19" Type="http://schemas.openxmlformats.org/officeDocument/2006/relationships/image" Target="../media/image1120.png"/><Relationship Id="rId31" Type="http://schemas.openxmlformats.org/officeDocument/2006/relationships/image" Target="../media/image1240.png"/><Relationship Id="rId44" Type="http://schemas.openxmlformats.org/officeDocument/2006/relationships/image" Target="../media/image1370.png"/><Relationship Id="rId4" Type="http://schemas.openxmlformats.org/officeDocument/2006/relationships/image" Target="../media/image970.png"/><Relationship Id="rId9" Type="http://schemas.openxmlformats.org/officeDocument/2006/relationships/image" Target="../media/image1020.png"/><Relationship Id="rId14" Type="http://schemas.openxmlformats.org/officeDocument/2006/relationships/image" Target="../media/image1070.png"/><Relationship Id="rId22" Type="http://schemas.openxmlformats.org/officeDocument/2006/relationships/image" Target="../media/image1150.png"/><Relationship Id="rId27" Type="http://schemas.openxmlformats.org/officeDocument/2006/relationships/image" Target="../media/image1200.png"/><Relationship Id="rId30" Type="http://schemas.openxmlformats.org/officeDocument/2006/relationships/image" Target="../media/image1230.png"/><Relationship Id="rId35" Type="http://schemas.openxmlformats.org/officeDocument/2006/relationships/image" Target="../media/image1280.png"/><Relationship Id="rId43" Type="http://schemas.openxmlformats.org/officeDocument/2006/relationships/image" Target="../media/image1360.png"/><Relationship Id="rId48" Type="http://schemas.openxmlformats.org/officeDocument/2006/relationships/image" Target="../media/image1410.png"/><Relationship Id="rId8" Type="http://schemas.openxmlformats.org/officeDocument/2006/relationships/image" Target="../media/image1010.png"/><Relationship Id="rId3" Type="http://schemas.openxmlformats.org/officeDocument/2006/relationships/image" Target="../media/image960.png"/><Relationship Id="rId12" Type="http://schemas.openxmlformats.org/officeDocument/2006/relationships/image" Target="../media/image1050.png"/><Relationship Id="rId17" Type="http://schemas.openxmlformats.org/officeDocument/2006/relationships/image" Target="../media/image1100.png"/><Relationship Id="rId25" Type="http://schemas.openxmlformats.org/officeDocument/2006/relationships/image" Target="../media/image1180.png"/><Relationship Id="rId33" Type="http://schemas.openxmlformats.org/officeDocument/2006/relationships/image" Target="../media/image1260.png"/><Relationship Id="rId38" Type="http://schemas.openxmlformats.org/officeDocument/2006/relationships/image" Target="../media/image1310.png"/><Relationship Id="rId46" Type="http://schemas.openxmlformats.org/officeDocument/2006/relationships/image" Target="../media/image1390.png"/><Relationship Id="rId20" Type="http://schemas.openxmlformats.org/officeDocument/2006/relationships/image" Target="../media/image1130.png"/><Relationship Id="rId41" Type="http://schemas.openxmlformats.org/officeDocument/2006/relationships/image" Target="../media/image13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1.png"/><Relationship Id="rId2" Type="http://schemas.openxmlformats.org/officeDocument/2006/relationships/image" Target="../media/image14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1.png"/><Relationship Id="rId5" Type="http://schemas.openxmlformats.org/officeDocument/2006/relationships/image" Target="../media/image1451.png"/><Relationship Id="rId4" Type="http://schemas.openxmlformats.org/officeDocument/2006/relationships/image" Target="../media/image144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1.png"/><Relationship Id="rId3" Type="http://schemas.openxmlformats.org/officeDocument/2006/relationships/image" Target="../media/image1481.png"/><Relationship Id="rId7" Type="http://schemas.openxmlformats.org/officeDocument/2006/relationships/image" Target="../media/image1521.png"/><Relationship Id="rId2" Type="http://schemas.openxmlformats.org/officeDocument/2006/relationships/image" Target="../media/image14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1.png"/><Relationship Id="rId10" Type="http://schemas.openxmlformats.org/officeDocument/2006/relationships/image" Target="../media/image1551.png"/><Relationship Id="rId4" Type="http://schemas.openxmlformats.org/officeDocument/2006/relationships/image" Target="../media/image1491.png"/><Relationship Id="rId9" Type="http://schemas.openxmlformats.org/officeDocument/2006/relationships/image" Target="../media/image1541.png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12.png"/><Relationship Id="rId12" Type="http://schemas.openxmlformats.org/officeDocument/2006/relationships/image" Target="../media/image170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691.png"/><Relationship Id="rId10" Type="http://schemas.openxmlformats.org/officeDocument/2006/relationships/image" Target="../media/image168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2.png"/><Relationship Id="rId2" Type="http://schemas.openxmlformats.org/officeDocument/2006/relationships/image" Target="../media/image160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31.png"/><Relationship Id="rId4" Type="http://schemas.openxmlformats.org/officeDocument/2006/relationships/image" Target="../media/image162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3.png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222.png"/><Relationship Id="rId26" Type="http://schemas.openxmlformats.org/officeDocument/2006/relationships/image" Target="../media/image231.png"/><Relationship Id="rId39" Type="http://schemas.openxmlformats.org/officeDocument/2006/relationships/image" Target="../media/image245.png"/><Relationship Id="rId21" Type="http://schemas.openxmlformats.org/officeDocument/2006/relationships/image" Target="../media/image225.png"/><Relationship Id="rId34" Type="http://schemas.openxmlformats.org/officeDocument/2006/relationships/image" Target="../media/image239.png"/><Relationship Id="rId42" Type="http://schemas.openxmlformats.org/officeDocument/2006/relationships/image" Target="../media/image248.png"/><Relationship Id="rId47" Type="http://schemas.openxmlformats.org/officeDocument/2006/relationships/image" Target="../media/image254.png"/><Relationship Id="rId7" Type="http://schemas.openxmlformats.org/officeDocument/2006/relationships/image" Target="../media/image209.png"/><Relationship Id="rId2" Type="http://schemas.openxmlformats.org/officeDocument/2006/relationships/image" Target="../media/image204.png"/><Relationship Id="rId16" Type="http://schemas.openxmlformats.org/officeDocument/2006/relationships/image" Target="../media/image219.png"/><Relationship Id="rId29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png"/><Relationship Id="rId11" Type="http://schemas.openxmlformats.org/officeDocument/2006/relationships/image" Target="../media/image214.png"/><Relationship Id="rId24" Type="http://schemas.openxmlformats.org/officeDocument/2006/relationships/image" Target="../media/image228.png"/><Relationship Id="rId32" Type="http://schemas.openxmlformats.org/officeDocument/2006/relationships/image" Target="../media/image237.png"/><Relationship Id="rId37" Type="http://schemas.openxmlformats.org/officeDocument/2006/relationships/image" Target="../media/image243.png"/><Relationship Id="rId40" Type="http://schemas.openxmlformats.org/officeDocument/2006/relationships/image" Target="../media/image246.png"/><Relationship Id="rId45" Type="http://schemas.openxmlformats.org/officeDocument/2006/relationships/image" Target="../media/image252.png"/><Relationship Id="rId5" Type="http://schemas.openxmlformats.org/officeDocument/2006/relationships/image" Target="../media/image207.png"/><Relationship Id="rId15" Type="http://schemas.openxmlformats.org/officeDocument/2006/relationships/image" Target="../media/image218.png"/><Relationship Id="rId23" Type="http://schemas.openxmlformats.org/officeDocument/2006/relationships/image" Target="../media/image227.png"/><Relationship Id="rId28" Type="http://schemas.openxmlformats.org/officeDocument/2006/relationships/image" Target="../media/image233.png"/><Relationship Id="rId36" Type="http://schemas.openxmlformats.org/officeDocument/2006/relationships/image" Target="../media/image242.png"/><Relationship Id="rId10" Type="http://schemas.openxmlformats.org/officeDocument/2006/relationships/image" Target="../media/image213.png"/><Relationship Id="rId19" Type="http://schemas.openxmlformats.org/officeDocument/2006/relationships/image" Target="../media/image223.png"/><Relationship Id="rId31" Type="http://schemas.openxmlformats.org/officeDocument/2006/relationships/image" Target="../media/image236.png"/><Relationship Id="rId44" Type="http://schemas.openxmlformats.org/officeDocument/2006/relationships/image" Target="../media/image251.png"/><Relationship Id="rId4" Type="http://schemas.openxmlformats.org/officeDocument/2006/relationships/image" Target="../media/image206.png"/><Relationship Id="rId9" Type="http://schemas.openxmlformats.org/officeDocument/2006/relationships/image" Target="../media/image212.png"/><Relationship Id="rId14" Type="http://schemas.openxmlformats.org/officeDocument/2006/relationships/image" Target="../media/image217.png"/><Relationship Id="rId22" Type="http://schemas.openxmlformats.org/officeDocument/2006/relationships/image" Target="../media/image226.png"/><Relationship Id="rId27" Type="http://schemas.openxmlformats.org/officeDocument/2006/relationships/image" Target="../media/image232.png"/><Relationship Id="rId30" Type="http://schemas.openxmlformats.org/officeDocument/2006/relationships/image" Target="../media/image235.png"/><Relationship Id="rId35" Type="http://schemas.openxmlformats.org/officeDocument/2006/relationships/image" Target="../media/image241.png"/><Relationship Id="rId43" Type="http://schemas.openxmlformats.org/officeDocument/2006/relationships/image" Target="../media/image249.png"/><Relationship Id="rId48" Type="http://schemas.openxmlformats.org/officeDocument/2006/relationships/image" Target="../media/image255.png"/><Relationship Id="rId8" Type="http://schemas.openxmlformats.org/officeDocument/2006/relationships/image" Target="../media/image211.png"/><Relationship Id="rId3" Type="http://schemas.openxmlformats.org/officeDocument/2006/relationships/image" Target="../media/image205.png"/><Relationship Id="rId12" Type="http://schemas.openxmlformats.org/officeDocument/2006/relationships/image" Target="../media/image215.png"/><Relationship Id="rId17" Type="http://schemas.openxmlformats.org/officeDocument/2006/relationships/image" Target="../media/image221.png"/><Relationship Id="rId25" Type="http://schemas.openxmlformats.org/officeDocument/2006/relationships/image" Target="../media/image229.png"/><Relationship Id="rId33" Type="http://schemas.openxmlformats.org/officeDocument/2006/relationships/image" Target="../media/image238.png"/><Relationship Id="rId38" Type="http://schemas.openxmlformats.org/officeDocument/2006/relationships/image" Target="../media/image244.png"/><Relationship Id="rId46" Type="http://schemas.openxmlformats.org/officeDocument/2006/relationships/image" Target="../media/image253.png"/><Relationship Id="rId20" Type="http://schemas.openxmlformats.org/officeDocument/2006/relationships/image" Target="../media/image224.png"/><Relationship Id="rId41" Type="http://schemas.openxmlformats.org/officeDocument/2006/relationships/image" Target="../media/image24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1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75.png"/><Relationship Id="rId10" Type="http://schemas.openxmlformats.org/officeDocument/2006/relationships/image" Target="../media/image1551.png"/><Relationship Id="rId4" Type="http://schemas.openxmlformats.org/officeDocument/2006/relationships/image" Target="../media/image173.png"/><Relationship Id="rId9" Type="http://schemas.openxmlformats.org/officeDocument/2006/relationships/image" Target="../media/image17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NULL"/><Relationship Id="rId9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../clipboard/media/image7.png"/><Relationship Id="rId13" Type="http://schemas.openxmlformats.org/officeDocument/2006/relationships/image" Target="../media/image1.png"/><Relationship Id="rId3" Type="http://schemas.openxmlformats.org/officeDocument/2006/relationships/image" Target="../../clipboard/media/image2.png"/><Relationship Id="rId7" Type="http://schemas.openxmlformats.org/officeDocument/2006/relationships/image" Target="../../clipboard/media/image6.png"/><Relationship Id="rId12" Type="http://schemas.openxmlformats.org/officeDocument/2006/relationships/image" Target="../../clipboard/media/image11.png"/><Relationship Id="rId2" Type="http://schemas.openxmlformats.org/officeDocument/2006/relationships/image" Target="../../clipboard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../clipboard/media/image5.png"/><Relationship Id="rId11" Type="http://schemas.openxmlformats.org/officeDocument/2006/relationships/image" Target="../../clipboard/media/image10.png"/><Relationship Id="rId5" Type="http://schemas.openxmlformats.org/officeDocument/2006/relationships/image" Target="../../clipboard/media/image4.png"/><Relationship Id="rId10" Type="http://schemas.openxmlformats.org/officeDocument/2006/relationships/image" Target="../../clipboard/media/image9.png"/><Relationship Id="rId4" Type="http://schemas.openxmlformats.org/officeDocument/2006/relationships/image" Target="../../clipboard/media/image3.png"/><Relationship Id="rId9" Type="http://schemas.openxmlformats.org/officeDocument/2006/relationships/image" Target="../../clipboard/media/image8.png"/><Relationship Id="rId14" Type="http://schemas.openxmlformats.org/officeDocument/2006/relationships/image" Target="../media/image2.svg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png"/><Relationship Id="rId18" Type="http://schemas.openxmlformats.org/officeDocument/2006/relationships/image" Target="../media/image181.png"/><Relationship Id="rId26" Type="http://schemas.openxmlformats.org/officeDocument/2006/relationships/image" Target="../media/image256.png"/><Relationship Id="rId21" Type="http://schemas.openxmlformats.org/officeDocument/2006/relationships/image" Target="../media/image184.png"/><Relationship Id="rId12" Type="http://schemas.openxmlformats.org/officeDocument/2006/relationships/image" Target="../../clipboard/media/image11.png"/><Relationship Id="rId17" Type="http://schemas.openxmlformats.org/officeDocument/2006/relationships/image" Target="../media/image2.svg"/><Relationship Id="rId25" Type="http://schemas.openxmlformats.org/officeDocument/2006/relationships/image" Target="../media/image188.png"/><Relationship Id="rId2" Type="http://schemas.openxmlformats.org/officeDocument/2006/relationships/image" Target="../media/image13.png"/><Relationship Id="rId16" Type="http://schemas.openxmlformats.org/officeDocument/2006/relationships/image" Target="../media/image1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11" Type="http://schemas.openxmlformats.org/officeDocument/2006/relationships/image" Target="../../clipboard/media/image10.png"/><Relationship Id="rId24" Type="http://schemas.openxmlformats.org/officeDocument/2006/relationships/image" Target="../media/image187.svg"/><Relationship Id="rId5" Type="http://schemas.openxmlformats.org/officeDocument/2006/relationships/image" Target="../../clipboard/media/image4.png"/><Relationship Id="rId15" Type="http://schemas.openxmlformats.org/officeDocument/2006/relationships/image" Target="../media/image180.png"/><Relationship Id="rId23" Type="http://schemas.openxmlformats.org/officeDocument/2006/relationships/image" Target="../media/image186.png"/><Relationship Id="rId10" Type="http://schemas.openxmlformats.org/officeDocument/2006/relationships/image" Target="../../clipboard/media/image9.png"/><Relationship Id="rId19" Type="http://schemas.openxmlformats.org/officeDocument/2006/relationships/image" Target="../media/image182.png"/><Relationship Id="rId9" Type="http://schemas.openxmlformats.org/officeDocument/2006/relationships/image" Target="../../clipboard/media/image8.png"/><Relationship Id="rId4" Type="http://schemas.openxmlformats.org/officeDocument/2006/relationships/image" Target="../../clipboard/media/image3.png"/><Relationship Id="rId14" Type="http://schemas.openxmlformats.org/officeDocument/2006/relationships/image" Target="../media/image179.png"/><Relationship Id="rId22" Type="http://schemas.openxmlformats.org/officeDocument/2006/relationships/image" Target="../media/image185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13" Type="http://schemas.openxmlformats.org/officeDocument/2006/relationships/image" Target="../media/image269.png"/><Relationship Id="rId18" Type="http://schemas.openxmlformats.org/officeDocument/2006/relationships/image" Target="../media/image275.png"/><Relationship Id="rId3" Type="http://schemas.openxmlformats.org/officeDocument/2006/relationships/image" Target="../media/image258.png"/><Relationship Id="rId7" Type="http://schemas.openxmlformats.org/officeDocument/2006/relationships/image" Target="../media/image263.png"/><Relationship Id="rId12" Type="http://schemas.openxmlformats.org/officeDocument/2006/relationships/image" Target="../media/image268.png"/><Relationship Id="rId17" Type="http://schemas.openxmlformats.org/officeDocument/2006/relationships/image" Target="../media/image274.png"/><Relationship Id="rId2" Type="http://schemas.openxmlformats.org/officeDocument/2006/relationships/image" Target="../media/image257.png"/><Relationship Id="rId16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11" Type="http://schemas.openxmlformats.org/officeDocument/2006/relationships/image" Target="../media/image267.png"/><Relationship Id="rId5" Type="http://schemas.openxmlformats.org/officeDocument/2006/relationships/image" Target="../media/image261.png"/><Relationship Id="rId15" Type="http://schemas.openxmlformats.org/officeDocument/2006/relationships/image" Target="../media/image272.png"/><Relationship Id="rId10" Type="http://schemas.openxmlformats.org/officeDocument/2006/relationships/image" Target="../media/image266.png"/><Relationship Id="rId19" Type="http://schemas.openxmlformats.org/officeDocument/2006/relationships/image" Target="../media/image276.png"/><Relationship Id="rId4" Type="http://schemas.openxmlformats.org/officeDocument/2006/relationships/image" Target="../media/image259.png"/><Relationship Id="rId9" Type="http://schemas.openxmlformats.org/officeDocument/2006/relationships/image" Target="../media/image265.png"/><Relationship Id="rId14" Type="http://schemas.openxmlformats.org/officeDocument/2006/relationships/image" Target="../media/image27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openxmlformats.org/officeDocument/2006/relationships/image" Target="../media/image279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13" Type="http://schemas.openxmlformats.org/officeDocument/2006/relationships/image" Target="../media/image292.png"/><Relationship Id="rId18" Type="http://schemas.openxmlformats.org/officeDocument/2006/relationships/image" Target="../media/image297.png"/><Relationship Id="rId3" Type="http://schemas.openxmlformats.org/officeDocument/2006/relationships/image" Target="../media/image284.png"/><Relationship Id="rId7" Type="http://schemas.openxmlformats.org/officeDocument/2006/relationships/image" Target="../media/image288.png"/><Relationship Id="rId12" Type="http://schemas.openxmlformats.org/officeDocument/2006/relationships/image" Target="../media/image291.png"/><Relationship Id="rId17" Type="http://schemas.openxmlformats.org/officeDocument/2006/relationships/image" Target="../media/image296.png"/><Relationship Id="rId2" Type="http://schemas.openxmlformats.org/officeDocument/2006/relationships/image" Target="../media/image283.png"/><Relationship Id="rId16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7.png"/><Relationship Id="rId11" Type="http://schemas.openxmlformats.org/officeDocument/2006/relationships/image" Target="../media/image267.png"/><Relationship Id="rId5" Type="http://schemas.openxmlformats.org/officeDocument/2006/relationships/image" Target="../media/image286.png"/><Relationship Id="rId15" Type="http://schemas.openxmlformats.org/officeDocument/2006/relationships/image" Target="../media/image294.png"/><Relationship Id="rId19" Type="http://schemas.openxmlformats.org/officeDocument/2006/relationships/image" Target="../media/image298.png"/><Relationship Id="rId4" Type="http://schemas.openxmlformats.org/officeDocument/2006/relationships/image" Target="../media/image285.png"/><Relationship Id="rId14" Type="http://schemas.openxmlformats.org/officeDocument/2006/relationships/image" Target="../media/image293.png"/></Relationships>
</file>

<file path=ppt/slides/_rels/slide7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png"/><Relationship Id="rId18" Type="http://schemas.openxmlformats.org/officeDocument/2006/relationships/image" Target="../media/image299.png"/><Relationship Id="rId26" Type="http://schemas.openxmlformats.org/officeDocument/2006/relationships/image" Target="../media/image256.png"/><Relationship Id="rId21" Type="http://schemas.openxmlformats.org/officeDocument/2006/relationships/image" Target="../media/image302.png"/><Relationship Id="rId12" Type="http://schemas.openxmlformats.org/officeDocument/2006/relationships/image" Target="../../clipboard/media/image11.png"/><Relationship Id="rId17" Type="http://schemas.openxmlformats.org/officeDocument/2006/relationships/image" Target="../media/image2.svg"/><Relationship Id="rId25" Type="http://schemas.openxmlformats.org/officeDocument/2006/relationships/image" Target="../media/image188.png"/><Relationship Id="rId2" Type="http://schemas.openxmlformats.org/officeDocument/2006/relationships/image" Target="../media/image13.png"/><Relationship Id="rId16" Type="http://schemas.openxmlformats.org/officeDocument/2006/relationships/image" Target="../media/image1.png"/><Relationship Id="rId20" Type="http://schemas.openxmlformats.org/officeDocument/2006/relationships/image" Target="../media/image301.png"/><Relationship Id="rId1" Type="http://schemas.openxmlformats.org/officeDocument/2006/relationships/slideLayout" Target="../slideLayouts/slideLayout7.xml"/><Relationship Id="rId11" Type="http://schemas.openxmlformats.org/officeDocument/2006/relationships/image" Target="../../clipboard/media/image10.png"/><Relationship Id="rId24" Type="http://schemas.openxmlformats.org/officeDocument/2006/relationships/image" Target="../media/image187.svg"/><Relationship Id="rId5" Type="http://schemas.openxmlformats.org/officeDocument/2006/relationships/image" Target="../../clipboard/media/image4.png"/><Relationship Id="rId15" Type="http://schemas.openxmlformats.org/officeDocument/2006/relationships/image" Target="../media/image180.png"/><Relationship Id="rId23" Type="http://schemas.openxmlformats.org/officeDocument/2006/relationships/image" Target="../media/image186.png"/><Relationship Id="rId10" Type="http://schemas.openxmlformats.org/officeDocument/2006/relationships/image" Target="../../clipboard/media/image9.png"/><Relationship Id="rId19" Type="http://schemas.openxmlformats.org/officeDocument/2006/relationships/image" Target="../media/image182.png"/><Relationship Id="rId9" Type="http://schemas.openxmlformats.org/officeDocument/2006/relationships/image" Target="../../clipboard/media/image8.png"/><Relationship Id="rId4" Type="http://schemas.openxmlformats.org/officeDocument/2006/relationships/image" Target="../../clipboard/media/image3.png"/><Relationship Id="rId14" Type="http://schemas.openxmlformats.org/officeDocument/2006/relationships/image" Target="../media/image179.png"/><Relationship Id="rId22" Type="http://schemas.openxmlformats.org/officeDocument/2006/relationships/image" Target="../media/image30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8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E225BC5-322B-4BA4-89A1-C0917DA004EE}"/>
              </a:ext>
            </a:extLst>
          </p:cNvPr>
          <p:cNvGrpSpPr/>
          <p:nvPr/>
        </p:nvGrpSpPr>
        <p:grpSpPr>
          <a:xfrm>
            <a:off x="2995482" y="1205516"/>
            <a:ext cx="4941324" cy="4446968"/>
            <a:chOff x="2995482" y="1205516"/>
            <a:chExt cx="4941324" cy="4446968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6B617CEF-A1A6-42BC-9355-66D1C019B57D}"/>
                </a:ext>
              </a:extLst>
            </p:cNvPr>
            <p:cNvGrpSpPr/>
            <p:nvPr/>
          </p:nvGrpSpPr>
          <p:grpSpPr>
            <a:xfrm>
              <a:off x="2997199" y="1205516"/>
              <a:ext cx="4939588" cy="4446968"/>
              <a:chOff x="1105692" y="2359346"/>
              <a:chExt cx="2486159" cy="2839730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0DCFE280-3606-46D2-B84C-799207FDC40F}"/>
                  </a:ext>
                </a:extLst>
              </p:cNvPr>
              <p:cNvSpPr/>
              <p:nvPr/>
            </p:nvSpPr>
            <p:spPr>
              <a:xfrm>
                <a:off x="1105692" y="2708370"/>
                <a:ext cx="1022136" cy="446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8E1E38E-D51B-474D-91F6-D52DAA27DFFE}"/>
                  </a:ext>
                </a:extLst>
              </p:cNvPr>
              <p:cNvSpPr/>
              <p:nvPr/>
            </p:nvSpPr>
            <p:spPr>
              <a:xfrm>
                <a:off x="2252200" y="3166300"/>
                <a:ext cx="1275419" cy="16065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FF81F203-71E1-40AA-9DAE-348A951CCD5C}"/>
                  </a:ext>
                </a:extLst>
              </p:cNvPr>
              <p:cNvSpPr/>
              <p:nvPr/>
            </p:nvSpPr>
            <p:spPr>
              <a:xfrm>
                <a:off x="2252199" y="2708370"/>
                <a:ext cx="1279531" cy="45368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788FE4B-5A80-4712-AAE6-BC8CDBFF9CC1}"/>
                  </a:ext>
                </a:extLst>
              </p:cNvPr>
              <p:cNvSpPr/>
              <p:nvPr/>
            </p:nvSpPr>
            <p:spPr>
              <a:xfrm>
                <a:off x="1731300" y="3021868"/>
                <a:ext cx="393812" cy="133141"/>
              </a:xfrm>
              <a:prstGeom prst="rect">
                <a:avLst/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EA720F9-3AEB-45ED-8A57-FA2CE65536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1299" y="2856712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65F37538-6D82-4E1A-8389-3A210DCA79EE}"/>
                  </a:ext>
                </a:extLst>
              </p:cNvPr>
              <p:cNvSpPr/>
              <p:nvPr/>
            </p:nvSpPr>
            <p:spPr>
              <a:xfrm>
                <a:off x="1335557" y="2924852"/>
                <a:ext cx="791486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A165D2C-DA5B-4D45-8806-AF1B6BD72C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1299" y="3079940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4D32051-DF1B-46AC-BFE7-1AA82AFB41BE}"/>
                  </a:ext>
                </a:extLst>
              </p:cNvPr>
              <p:cNvSpPr txBox="1"/>
              <p:nvPr/>
            </p:nvSpPr>
            <p:spPr>
              <a:xfrm>
                <a:off x="1166411" y="2840991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t=0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FDBDDF8-B44F-4C35-8116-C041BA702F2A}"/>
                  </a:ext>
                </a:extLst>
              </p:cNvPr>
              <p:cNvSpPr txBox="1"/>
              <p:nvPr/>
            </p:nvSpPr>
            <p:spPr>
              <a:xfrm>
                <a:off x="1170212" y="2996807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t=2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5A85E10-1FC2-4AE1-B52D-8E00A7F8E2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5111" y="2706287"/>
                <a:ext cx="1931" cy="569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085FC4B6-508D-4D20-B23F-30C5B45503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5557" y="2706287"/>
                <a:ext cx="0" cy="5827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D2865400-58A7-4083-A4B4-F2445455CB83}"/>
                  </a:ext>
                </a:extLst>
              </p:cNvPr>
              <p:cNvGrpSpPr/>
              <p:nvPr/>
            </p:nvGrpSpPr>
            <p:grpSpPr>
              <a:xfrm>
                <a:off x="1333625" y="3358993"/>
                <a:ext cx="791487" cy="139827"/>
                <a:chOff x="716351" y="4360590"/>
                <a:chExt cx="791487" cy="139827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8A59E9A6-FC22-4ACE-A7AC-920BC7893BA6}"/>
                    </a:ext>
                  </a:extLst>
                </p:cNvPr>
                <p:cNvSpPr/>
                <p:nvPr/>
              </p:nvSpPr>
              <p:spPr>
                <a:xfrm>
                  <a:off x="716351" y="4360590"/>
                  <a:ext cx="791486" cy="13982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C0951AAF-B802-4581-A631-2C90D1377A40}"/>
                    </a:ext>
                  </a:extLst>
                </p:cNvPr>
                <p:cNvCxnSpPr>
                  <a:cxnSpLocks/>
                  <a:stCxn id="125" idx="0"/>
                  <a:endCxn id="125" idx="2"/>
                </p:cNvCxnSpPr>
                <p:nvPr/>
              </p:nvCxnSpPr>
              <p:spPr>
                <a:xfrm>
                  <a:off x="1112094" y="4360590"/>
                  <a:ext cx="0" cy="1398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C773C3B5-BF5C-4B06-9E7D-BCB488AE600D}"/>
                    </a:ext>
                  </a:extLst>
                </p:cNvPr>
                <p:cNvSpPr/>
                <p:nvPr/>
              </p:nvSpPr>
              <p:spPr>
                <a:xfrm>
                  <a:off x="1110163" y="4360591"/>
                  <a:ext cx="397675" cy="139826"/>
                </a:xfrm>
                <a:prstGeom prst="rect">
                  <a:avLst/>
                </a:prstGeom>
                <a:pattFill prst="wdDnDiag">
                  <a:fgClr>
                    <a:schemeClr val="accent1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DD5A40F9-99B5-415B-8F3E-62CAF4A28CE0}"/>
                  </a:ext>
                </a:extLst>
              </p:cNvPr>
              <p:cNvSpPr/>
              <p:nvPr/>
            </p:nvSpPr>
            <p:spPr>
              <a:xfrm>
                <a:off x="3137922" y="3023951"/>
                <a:ext cx="393812" cy="133141"/>
              </a:xfrm>
              <a:prstGeom prst="rect">
                <a:avLst/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8EDE435F-1758-497A-9E4D-28BC4B8955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7921" y="2858795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5802F88A-135B-4B64-971A-EEB6679C9FE5}"/>
                  </a:ext>
                </a:extLst>
              </p:cNvPr>
              <p:cNvSpPr/>
              <p:nvPr/>
            </p:nvSpPr>
            <p:spPr>
              <a:xfrm>
                <a:off x="2742179" y="2926935"/>
                <a:ext cx="791486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A63AFDA6-08EE-46ED-B07D-7A6804650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7921" y="3082023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488198B-C394-4A5E-B71A-88E3081B0333}"/>
                  </a:ext>
                </a:extLst>
              </p:cNvPr>
              <p:cNvSpPr txBox="1"/>
              <p:nvPr/>
            </p:nvSpPr>
            <p:spPr>
              <a:xfrm>
                <a:off x="2390206" y="2801691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t=0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0A92D603-F242-4EB5-AFE0-9102BA4AE66E}"/>
                  </a:ext>
                </a:extLst>
              </p:cNvPr>
              <p:cNvSpPr txBox="1"/>
              <p:nvPr/>
            </p:nvSpPr>
            <p:spPr>
              <a:xfrm>
                <a:off x="2401191" y="3013588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t=2</a:t>
                </a:r>
              </a:p>
            </p:txBody>
          </p: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FE316CAB-4195-4265-83E9-1126353F42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27624" y="2708370"/>
                <a:ext cx="4111" cy="2184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01DEC5E-FBC1-43AC-B031-0F09BF947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35256" y="2708370"/>
                <a:ext cx="6926" cy="2184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36B4DE5E-852D-4E0F-8551-161ECC328435}"/>
                  </a:ext>
                </a:extLst>
              </p:cNvPr>
              <p:cNvGrpSpPr/>
              <p:nvPr/>
            </p:nvGrpSpPr>
            <p:grpSpPr>
              <a:xfrm>
                <a:off x="2737193" y="5059249"/>
                <a:ext cx="791487" cy="139827"/>
                <a:chOff x="716351" y="4360590"/>
                <a:chExt cx="791487" cy="139827"/>
              </a:xfrm>
            </p:grpSpPr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732AF30B-7B43-4B42-9A37-D13A0C0A8E68}"/>
                    </a:ext>
                  </a:extLst>
                </p:cNvPr>
                <p:cNvSpPr/>
                <p:nvPr/>
              </p:nvSpPr>
              <p:spPr>
                <a:xfrm>
                  <a:off x="716351" y="4360590"/>
                  <a:ext cx="791486" cy="13982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4CDD13EF-8936-4402-B675-A6B9A51B00C8}"/>
                    </a:ext>
                  </a:extLst>
                </p:cNvPr>
                <p:cNvCxnSpPr>
                  <a:cxnSpLocks/>
                  <a:stCxn id="175" idx="0"/>
                  <a:endCxn id="175" idx="2"/>
                </p:cNvCxnSpPr>
                <p:nvPr/>
              </p:nvCxnSpPr>
              <p:spPr>
                <a:xfrm>
                  <a:off x="1112094" y="4360590"/>
                  <a:ext cx="0" cy="1398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8C460D52-AD73-43D3-968B-7F68B75B1D98}"/>
                    </a:ext>
                  </a:extLst>
                </p:cNvPr>
                <p:cNvSpPr/>
                <p:nvPr/>
              </p:nvSpPr>
              <p:spPr>
                <a:xfrm>
                  <a:off x="1110163" y="4360591"/>
                  <a:ext cx="397675" cy="139826"/>
                </a:xfrm>
                <a:prstGeom prst="rect">
                  <a:avLst/>
                </a:prstGeom>
                <a:pattFill prst="wdDnDiag">
                  <a:fgClr>
                    <a:schemeClr val="accent1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F37809A6-829A-4BE5-9372-A50BA8EC6E5E}"/>
                  </a:ext>
                </a:extLst>
              </p:cNvPr>
              <p:cNvSpPr/>
              <p:nvPr/>
            </p:nvSpPr>
            <p:spPr>
              <a:xfrm>
                <a:off x="2742178" y="3156729"/>
                <a:ext cx="791486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31E9583E-F5E3-447B-8D35-21492140E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7920" y="3311817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CEC118E-EADE-494E-8C5E-8AA52E3A5149}"/>
                  </a:ext>
                </a:extLst>
              </p:cNvPr>
              <p:cNvSpPr/>
              <p:nvPr/>
            </p:nvSpPr>
            <p:spPr>
              <a:xfrm>
                <a:off x="2745318" y="3387668"/>
                <a:ext cx="790523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EDF06CB5-1067-448D-AD28-9D2D15424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7919" y="3542756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CC9EF349-EA63-445F-BD2C-F26AF1BE6ECA}"/>
                  </a:ext>
                </a:extLst>
              </p:cNvPr>
              <p:cNvSpPr/>
              <p:nvPr/>
            </p:nvSpPr>
            <p:spPr>
              <a:xfrm>
                <a:off x="2741459" y="3619481"/>
                <a:ext cx="793415" cy="229517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A9EA44B3-C90E-4922-A560-6A1EFA2124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5989" y="3774569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1BBE7369-A696-4C98-BB77-EC4701393E8C}"/>
                  </a:ext>
                </a:extLst>
              </p:cNvPr>
              <p:cNvSpPr/>
              <p:nvPr/>
            </p:nvSpPr>
            <p:spPr>
              <a:xfrm>
                <a:off x="2743389" y="3850420"/>
                <a:ext cx="785461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26BD0F1B-3C0F-4B67-995A-F35BD5D8E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5989" y="4005508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352F4A2-683E-40B2-8722-5B531556E058}"/>
                  </a:ext>
                </a:extLst>
              </p:cNvPr>
              <p:cNvSpPr/>
              <p:nvPr/>
            </p:nvSpPr>
            <p:spPr>
              <a:xfrm>
                <a:off x="2739282" y="4081343"/>
                <a:ext cx="791486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E83D7AAE-6E43-4639-870F-AC8DB2A000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882" y="4239573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4" name="Left Brace 193">
                <a:extLst>
                  <a:ext uri="{FF2B5EF4-FFF2-40B4-BE49-F238E27FC236}">
                    <a16:creationId xmlns:a16="http://schemas.microsoft.com/office/drawing/2014/main" id="{05D5C7FA-9A99-4B1E-8781-E87962D4301F}"/>
                  </a:ext>
                </a:extLst>
              </p:cNvPr>
              <p:cNvSpPr/>
              <p:nvPr/>
            </p:nvSpPr>
            <p:spPr>
              <a:xfrm>
                <a:off x="2560101" y="2709150"/>
                <a:ext cx="156773" cy="448359"/>
              </a:xfrm>
              <a:prstGeom prst="leftBrace">
                <a:avLst>
                  <a:gd name="adj1" fmla="val 27243"/>
                  <a:gd name="adj2" fmla="val 53968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Left Brace 194">
                <a:extLst>
                  <a:ext uri="{FF2B5EF4-FFF2-40B4-BE49-F238E27FC236}">
                    <a16:creationId xmlns:a16="http://schemas.microsoft.com/office/drawing/2014/main" id="{85EFABDF-F524-4934-A8E4-0977E95D4A27}"/>
                  </a:ext>
                </a:extLst>
              </p:cNvPr>
              <p:cNvSpPr/>
              <p:nvPr/>
            </p:nvSpPr>
            <p:spPr>
              <a:xfrm>
                <a:off x="2560100" y="3178572"/>
                <a:ext cx="156773" cy="1584400"/>
              </a:xfrm>
              <a:prstGeom prst="leftBrace">
                <a:avLst>
                  <a:gd name="adj1" fmla="val 27243"/>
                  <a:gd name="adj2" fmla="val 53968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A179737-ABCE-47A8-938B-EC3AD2E08AA9}"/>
                  </a:ext>
                </a:extLst>
              </p:cNvPr>
              <p:cNvSpPr/>
              <p:nvPr/>
            </p:nvSpPr>
            <p:spPr>
              <a:xfrm>
                <a:off x="2740245" y="4312352"/>
                <a:ext cx="787379" cy="23092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3ABE9E0B-BD5E-4A2E-AD25-EEC21950F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005" y="4471955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C3FE910-B533-42C1-954A-9AB544E8E179}"/>
                  </a:ext>
                </a:extLst>
              </p:cNvPr>
              <p:cNvSpPr txBox="1"/>
              <p:nvPr/>
            </p:nvSpPr>
            <p:spPr>
              <a:xfrm>
                <a:off x="2405196" y="3271487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t=0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2291E22A-E129-4380-8E0B-2AF7AE1886BD}"/>
                  </a:ext>
                </a:extLst>
              </p:cNvPr>
              <p:cNvSpPr txBox="1"/>
              <p:nvPr/>
            </p:nvSpPr>
            <p:spPr>
              <a:xfrm>
                <a:off x="2403794" y="3500189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t=2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3BE5909-9DDB-4B5F-9693-0C3843E9D847}"/>
                  </a:ext>
                </a:extLst>
              </p:cNvPr>
              <p:cNvSpPr txBox="1"/>
              <p:nvPr/>
            </p:nvSpPr>
            <p:spPr>
              <a:xfrm>
                <a:off x="2407710" y="3756143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t=4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40B1B733-14A7-49E1-9AD1-5135D9A5869A}"/>
                  </a:ext>
                </a:extLst>
              </p:cNvPr>
              <p:cNvSpPr txBox="1"/>
              <p:nvPr/>
            </p:nvSpPr>
            <p:spPr>
              <a:xfrm>
                <a:off x="2410603" y="3993278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t=6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D99FFEF-D797-40D1-A614-2174169408FC}"/>
                  </a:ext>
                </a:extLst>
              </p:cNvPr>
              <p:cNvSpPr txBox="1"/>
              <p:nvPr/>
            </p:nvSpPr>
            <p:spPr>
              <a:xfrm>
                <a:off x="2408471" y="4204544"/>
                <a:ext cx="366901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t=8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B008E19-D93A-4B03-AEEF-6E3711EEFBC4}"/>
                  </a:ext>
                </a:extLst>
              </p:cNvPr>
              <p:cNvSpPr txBox="1"/>
              <p:nvPr/>
            </p:nvSpPr>
            <p:spPr>
              <a:xfrm rot="16200000">
                <a:off x="1927053" y="2660523"/>
                <a:ext cx="819226" cy="216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Hyper </a:t>
                </a:r>
              </a:p>
              <a:p>
                <a:r>
                  <a:rPr lang="en-US" sz="11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period 1</a:t>
                </a: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53164FE1-0392-440D-9F95-AE7FCD0997F3}"/>
                  </a:ext>
                </a:extLst>
              </p:cNvPr>
              <p:cNvSpPr txBox="1"/>
              <p:nvPr/>
            </p:nvSpPr>
            <p:spPr>
              <a:xfrm rot="16200000">
                <a:off x="1914194" y="3832263"/>
                <a:ext cx="819228" cy="131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Hyperperiod 2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481C6ED0-C3EB-4642-87E7-E354B035C515}"/>
                  </a:ext>
                </a:extLst>
              </p:cNvPr>
              <p:cNvSpPr txBox="1"/>
              <p:nvPr/>
            </p:nvSpPr>
            <p:spPr>
              <a:xfrm>
                <a:off x="2403794" y="4419988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t=10</a:t>
                </a: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BB816075-5AE2-445C-8C11-CFADCA14FCEC}"/>
                  </a:ext>
                </a:extLst>
              </p:cNvPr>
              <p:cNvSpPr/>
              <p:nvPr/>
            </p:nvSpPr>
            <p:spPr>
              <a:xfrm>
                <a:off x="2743321" y="3484064"/>
                <a:ext cx="393812" cy="133141"/>
              </a:xfrm>
              <a:prstGeom prst="rect">
                <a:avLst/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544990A4-425C-4A66-97BF-F4F5E80001A5}"/>
                  </a:ext>
                </a:extLst>
              </p:cNvPr>
              <p:cNvSpPr/>
              <p:nvPr/>
            </p:nvSpPr>
            <p:spPr>
              <a:xfrm>
                <a:off x="2736139" y="4543302"/>
                <a:ext cx="791486" cy="229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C2ADA486-86DA-4F7F-9305-19AA5CB7B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005" y="4704679"/>
                <a:ext cx="0" cy="68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7600DE24-7773-45E6-A5A4-F445FDA5650A}"/>
                  </a:ext>
                </a:extLst>
              </p:cNvPr>
              <p:cNvSpPr txBox="1"/>
              <p:nvPr/>
            </p:nvSpPr>
            <p:spPr>
              <a:xfrm>
                <a:off x="2407710" y="4611390"/>
                <a:ext cx="466628" cy="1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t=12</a:t>
                </a: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0C7B79EF-3448-41AA-B3C2-E75CE9DA018E}"/>
                  </a:ext>
                </a:extLst>
              </p:cNvPr>
              <p:cNvSpPr/>
              <p:nvPr/>
            </p:nvSpPr>
            <p:spPr>
              <a:xfrm>
                <a:off x="3134951" y="3717182"/>
                <a:ext cx="393812" cy="133141"/>
              </a:xfrm>
              <a:prstGeom prst="rect">
                <a:avLst/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7E6FB25D-EF86-4FC7-A92D-C12660541B3B}"/>
                  </a:ext>
                </a:extLst>
              </p:cNvPr>
              <p:cNvSpPr/>
              <p:nvPr/>
            </p:nvSpPr>
            <p:spPr>
              <a:xfrm>
                <a:off x="2737192" y="4410096"/>
                <a:ext cx="391877" cy="133141"/>
              </a:xfrm>
              <a:prstGeom prst="rect">
                <a:avLst/>
              </a:prstGeom>
              <a:pattFill prst="wdDnDiag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5068503-C3D3-4109-B285-28ABE19027BB}"/>
                  </a:ext>
                </a:extLst>
              </p:cNvPr>
              <p:cNvSpPr txBox="1"/>
              <p:nvPr/>
            </p:nvSpPr>
            <p:spPr>
              <a:xfrm>
                <a:off x="2730158" y="4808680"/>
                <a:ext cx="861693" cy="275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Attacker task Arrival Column</a:t>
                </a:r>
              </a:p>
            </p:txBody>
          </p:sp>
        </p:grp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C8B1BF0-8044-43C9-BB06-2D91762C923B}"/>
                </a:ext>
              </a:extLst>
            </p:cNvPr>
            <p:cNvSpPr txBox="1"/>
            <p:nvPr/>
          </p:nvSpPr>
          <p:spPr>
            <a:xfrm>
              <a:off x="3446147" y="1346379"/>
              <a:ext cx="15619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CASE 1:</a:t>
              </a:r>
              <a:r>
                <a:rPr lang="en-US" sz="1100" i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Victim task sampling period is 2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17D8B252-7EB3-4871-9112-BC82033CBA1B}"/>
                </a:ext>
              </a:extLst>
            </p:cNvPr>
            <p:cNvSpPr txBox="1"/>
            <p:nvPr/>
          </p:nvSpPr>
          <p:spPr>
            <a:xfrm>
              <a:off x="5268419" y="1358017"/>
              <a:ext cx="26683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CASE 2:</a:t>
              </a:r>
              <a:r>
                <a:rPr lang="en-US" sz="1100" i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Victim task sampling period switched to 3 from 2 after a hyperperiod</a:t>
              </a: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0A20AADC-0CA8-452A-B7B8-F3ED74B4C47A}"/>
                </a:ext>
              </a:extLst>
            </p:cNvPr>
            <p:cNvSpPr/>
            <p:nvPr/>
          </p:nvSpPr>
          <p:spPr>
            <a:xfrm>
              <a:off x="6237869" y="5431964"/>
              <a:ext cx="790115" cy="218965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4C59AAB4-D214-4BC4-B13E-8EE10F87D713}"/>
                </a:ext>
              </a:extLst>
            </p:cNvPr>
            <p:cNvSpPr txBox="1"/>
            <p:nvPr/>
          </p:nvSpPr>
          <p:spPr>
            <a:xfrm>
              <a:off x="2995482" y="2996994"/>
              <a:ext cx="2135736" cy="263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i="1" u="sng" dirty="0">
                  <a:latin typeface="Cambria" panose="02040503050406030204" pitchFamily="18" charset="0"/>
                  <a:ea typeface="Cambria" panose="02040503050406030204" pitchFamily="18" charset="0"/>
                </a:rPr>
                <a:t>Observations:</a:t>
              </a:r>
            </a:p>
            <a:p>
              <a:r>
                <a:rPr lang="en-US" sz="1500" b="1" dirty="0">
                  <a:latin typeface="Cambria" panose="02040503050406030204" pitchFamily="18" charset="0"/>
                  <a:ea typeface="Cambria" panose="02040503050406030204" pitchFamily="18" charset="0"/>
                </a:rPr>
                <a:t>Case 1:</a:t>
              </a:r>
              <a:r>
                <a:rPr lang="en-US" sz="1500" dirty="0">
                  <a:latin typeface="Cambria" panose="02040503050406030204" pitchFamily="18" charset="0"/>
                  <a:ea typeface="Cambria" panose="02040503050406030204" pitchFamily="18" charset="0"/>
                </a:rPr>
                <a:t> Attacker uses finds out that victim periodically arrives at first slot (</a:t>
              </a:r>
              <a:r>
                <a:rPr lang="en-US" sz="1500" i="1" dirty="0">
                  <a:latin typeface="Cambria" panose="02040503050406030204" pitchFamily="18" charset="0"/>
                  <a:ea typeface="Cambria" panose="02040503050406030204" pitchFamily="18" charset="0"/>
                </a:rPr>
                <a:t>since attacker does not execute there even once</a:t>
              </a:r>
              <a:r>
                <a:rPr lang="en-US" sz="1500" dirty="0">
                  <a:latin typeface="Cambria" panose="02040503050406030204" pitchFamily="18" charset="0"/>
                  <a:ea typeface="Cambria" panose="02040503050406030204" pitchFamily="18" charset="0"/>
                </a:rPr>
                <a:t>)</a:t>
              </a:r>
            </a:p>
            <a:p>
              <a:r>
                <a:rPr lang="en-US" sz="1500" b="1" dirty="0">
                  <a:latin typeface="Cambria" panose="02040503050406030204" pitchFamily="18" charset="0"/>
                  <a:ea typeface="Cambria" panose="02040503050406030204" pitchFamily="18" charset="0"/>
                </a:rPr>
                <a:t>Case 2:</a:t>
              </a:r>
              <a:r>
                <a:rPr lang="en-US" sz="1500" dirty="0">
                  <a:latin typeface="Cambria" panose="02040503050406030204" pitchFamily="18" charset="0"/>
                  <a:ea typeface="Cambria" panose="02040503050406030204" pitchFamily="18" charset="0"/>
                </a:rPr>
                <a:t> Since the attacker task executes at both the columns, it confuses the attacker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ECB8053-892E-4216-8570-3E6C0CC9AE73}"/>
                </a:ext>
              </a:extLst>
            </p:cNvPr>
            <p:cNvSpPr txBox="1"/>
            <p:nvPr/>
          </p:nvSpPr>
          <p:spPr>
            <a:xfrm>
              <a:off x="3444164" y="2388681"/>
              <a:ext cx="1712042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Cambria" panose="02040503050406030204" pitchFamily="18" charset="0"/>
                  <a:ea typeface="Cambria" panose="02040503050406030204" pitchFamily="18" charset="0"/>
                </a:rPr>
                <a:t>Attacker task Arrival Column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81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3790E19-97BA-4020-A0E4-C3A1590E9AB7}"/>
              </a:ext>
            </a:extLst>
          </p:cNvPr>
          <p:cNvSpPr txBox="1"/>
          <p:nvPr/>
        </p:nvSpPr>
        <p:spPr>
          <a:xfrm>
            <a:off x="5700244" y="398039"/>
            <a:ext cx="2486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1400" dirty="0"/>
              <a:t>Valid Randomized </a:t>
            </a:r>
          </a:p>
          <a:p>
            <a:r>
              <a:rPr lang="en-IN" sz="1400" dirty="0"/>
              <a:t>Schedules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D005230-BD8E-49F4-99F0-156BF1E6E531}"/>
              </a:ext>
            </a:extLst>
          </p:cNvPr>
          <p:cNvGrpSpPr/>
          <p:nvPr/>
        </p:nvGrpSpPr>
        <p:grpSpPr>
          <a:xfrm>
            <a:off x="1612790" y="1550503"/>
            <a:ext cx="7481515" cy="3078987"/>
            <a:chOff x="1612790" y="1550503"/>
            <a:chExt cx="7481515" cy="307898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E847AE7-3E6C-468A-A2E7-E6355446EAE3}"/>
                </a:ext>
              </a:extLst>
            </p:cNvPr>
            <p:cNvSpPr/>
            <p:nvPr/>
          </p:nvSpPr>
          <p:spPr>
            <a:xfrm>
              <a:off x="1612790" y="1550503"/>
              <a:ext cx="7481514" cy="1782143"/>
            </a:xfrm>
            <a:prstGeom prst="roundRect">
              <a:avLst>
                <a:gd name="adj" fmla="val 684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65D38FC-7B2D-4D26-8940-F10C781D8A3A}"/>
                </a:ext>
              </a:extLst>
            </p:cNvPr>
            <p:cNvSpPr/>
            <p:nvPr/>
          </p:nvSpPr>
          <p:spPr>
            <a:xfrm>
              <a:off x="1782420" y="1661653"/>
              <a:ext cx="2326729" cy="1560518"/>
            </a:xfrm>
            <a:prstGeom prst="roundRect">
              <a:avLst>
                <a:gd name="adj" fmla="val 551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C10FF8B-4295-4929-97F5-DB5CEA59F762}"/>
                </a:ext>
              </a:extLst>
            </p:cNvPr>
            <p:cNvSpPr/>
            <p:nvPr/>
          </p:nvSpPr>
          <p:spPr>
            <a:xfrm>
              <a:off x="1619109" y="3438674"/>
              <a:ext cx="7475196" cy="1190816"/>
            </a:xfrm>
            <a:prstGeom prst="roundRect">
              <a:avLst>
                <a:gd name="adj" fmla="val 6844"/>
              </a:avLst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1C61336-6C12-4C75-99F3-779DDDF8C097}"/>
                </a:ext>
              </a:extLst>
            </p:cNvPr>
            <p:cNvSpPr/>
            <p:nvPr/>
          </p:nvSpPr>
          <p:spPr>
            <a:xfrm>
              <a:off x="1701224" y="3498881"/>
              <a:ext cx="2340332" cy="978131"/>
            </a:xfrm>
            <a:prstGeom prst="roundRect">
              <a:avLst>
                <a:gd name="adj" fmla="val 1673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6F2A2D5-FA60-4F3B-AC03-ABA76FB71568}"/>
                </a:ext>
              </a:extLst>
            </p:cNvPr>
            <p:cNvSpPr/>
            <p:nvPr/>
          </p:nvSpPr>
          <p:spPr>
            <a:xfrm>
              <a:off x="4164807" y="1671695"/>
              <a:ext cx="2185281" cy="1550476"/>
            </a:xfrm>
            <a:prstGeom prst="roundRect">
              <a:avLst>
                <a:gd name="adj" fmla="val 488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1AA467-221F-4DD6-A9AC-5D6A17832A0D}"/>
                </a:ext>
              </a:extLst>
            </p:cNvPr>
            <p:cNvSpPr txBox="1"/>
            <p:nvPr/>
          </p:nvSpPr>
          <p:spPr>
            <a:xfrm>
              <a:off x="4291351" y="1642489"/>
              <a:ext cx="2018772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300" dirty="0"/>
                <a:t>All Possible  </a:t>
              </a:r>
            </a:p>
            <a:p>
              <a:r>
                <a:rPr lang="en-IN" sz="1300" dirty="0"/>
                <a:t>Randomized Schedules</a:t>
              </a:r>
            </a:p>
            <a:p>
              <a:r>
                <a:rPr lang="en-IN" sz="1300" dirty="0"/>
                <a:t>With Multi-Rate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92078D-8648-4C0E-B384-C6235CAA7583}"/>
                </a:ext>
              </a:extLst>
            </p:cNvPr>
            <p:cNvSpPr txBox="1"/>
            <p:nvPr/>
          </p:nvSpPr>
          <p:spPr>
            <a:xfrm rot="16200000">
              <a:off x="8225937" y="3811955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004FC920-20C1-4A2D-A0E0-DC69F377DC4D}"/>
                </a:ext>
              </a:extLst>
            </p:cNvPr>
            <p:cNvSpPr/>
            <p:nvPr/>
          </p:nvSpPr>
          <p:spPr>
            <a:xfrm>
              <a:off x="4092641" y="2398413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6652144-1B1A-4B85-A111-960DCCF2DAA6}"/>
                </a:ext>
              </a:extLst>
            </p:cNvPr>
            <p:cNvSpPr/>
            <p:nvPr/>
          </p:nvSpPr>
          <p:spPr>
            <a:xfrm>
              <a:off x="6418545" y="1656531"/>
              <a:ext cx="2224817" cy="750619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20A2E6-447F-4AA9-A533-076655412581}"/>
                </a:ext>
              </a:extLst>
            </p:cNvPr>
            <p:cNvSpPr txBox="1"/>
            <p:nvPr/>
          </p:nvSpPr>
          <p:spPr>
            <a:xfrm rot="16200000">
              <a:off x="8054075" y="2236735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09045E-32E9-4C98-920E-2FDCD407B1E8}"/>
                </a:ext>
              </a:extLst>
            </p:cNvPr>
            <p:cNvSpPr txBox="1"/>
            <p:nvPr/>
          </p:nvSpPr>
          <p:spPr>
            <a:xfrm>
              <a:off x="1925967" y="1647064"/>
              <a:ext cx="20366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Task Set 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E228007-F3BF-4277-949D-5DE675AFC815}"/>
                </a:ext>
              </a:extLst>
            </p:cNvPr>
            <p:cNvGrpSpPr/>
            <p:nvPr/>
          </p:nvGrpSpPr>
          <p:grpSpPr>
            <a:xfrm>
              <a:off x="4479130" y="2344598"/>
              <a:ext cx="1684901" cy="163044"/>
              <a:chOff x="7093280" y="4305098"/>
              <a:chExt cx="1786658" cy="142123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9BF8FCA-64D5-4B5C-B4FC-49CBAA2D7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8066" y="4447221"/>
                <a:ext cx="1781872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2F3E73-9525-45A6-8552-A67F45621D4D}"/>
                  </a:ext>
                </a:extLst>
              </p:cNvPr>
              <p:cNvSpPr/>
              <p:nvPr/>
            </p:nvSpPr>
            <p:spPr>
              <a:xfrm>
                <a:off x="7514685" y="4313173"/>
                <a:ext cx="291607" cy="13026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0FC632-1651-4790-8A0A-5A55EC43CA27}"/>
                  </a:ext>
                </a:extLst>
              </p:cNvPr>
              <p:cNvSpPr/>
              <p:nvPr/>
            </p:nvSpPr>
            <p:spPr>
              <a:xfrm>
                <a:off x="7938494" y="4313173"/>
                <a:ext cx="292222" cy="12697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27004EF-AA8E-4E1C-9680-8C5B8DBCF92A}"/>
                  </a:ext>
                </a:extLst>
              </p:cNvPr>
              <p:cNvSpPr/>
              <p:nvPr/>
            </p:nvSpPr>
            <p:spPr>
              <a:xfrm>
                <a:off x="7093280" y="4313175"/>
                <a:ext cx="260012" cy="133456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8B00529-5EF4-497D-A079-F605E074490F}"/>
                  </a:ext>
                </a:extLst>
              </p:cNvPr>
              <p:cNvSpPr/>
              <p:nvPr/>
            </p:nvSpPr>
            <p:spPr>
              <a:xfrm>
                <a:off x="8362918" y="4305098"/>
                <a:ext cx="371894" cy="13180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CDC37C5-2D8D-4F3F-A5A7-5DD732E031CE}"/>
                </a:ext>
              </a:extLst>
            </p:cNvPr>
            <p:cNvGrpSpPr/>
            <p:nvPr/>
          </p:nvGrpSpPr>
          <p:grpSpPr>
            <a:xfrm>
              <a:off x="4406785" y="2627004"/>
              <a:ext cx="1829591" cy="153101"/>
              <a:chOff x="7098066" y="4316367"/>
              <a:chExt cx="1781872" cy="13085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E6E5367-21AA-4788-9DD2-FD31D7203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8066" y="4447221"/>
                <a:ext cx="1781872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96FD46A-B22C-446B-8E56-2EB2CE0F99A9}"/>
                  </a:ext>
                </a:extLst>
              </p:cNvPr>
              <p:cNvSpPr/>
              <p:nvPr/>
            </p:nvSpPr>
            <p:spPr>
              <a:xfrm>
                <a:off x="7188572" y="4316957"/>
                <a:ext cx="291607" cy="13026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5AC84CE-FEE1-4EE9-8F33-AEE9F1667B9B}"/>
                  </a:ext>
                </a:extLst>
              </p:cNvPr>
              <p:cNvSpPr/>
              <p:nvPr/>
            </p:nvSpPr>
            <p:spPr>
              <a:xfrm>
                <a:off x="7890694" y="4316367"/>
                <a:ext cx="292222" cy="13085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27B8DA-ED33-4A46-84C4-40B59B709D4D}"/>
                  </a:ext>
                </a:extLst>
              </p:cNvPr>
              <p:cNvSpPr/>
              <p:nvPr/>
            </p:nvSpPr>
            <p:spPr>
              <a:xfrm>
                <a:off x="7546280" y="4316367"/>
                <a:ext cx="260012" cy="130264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8D5115F-C607-4186-AC15-73857C85EFCC}"/>
                  </a:ext>
                </a:extLst>
              </p:cNvPr>
              <p:cNvSpPr/>
              <p:nvPr/>
            </p:nvSpPr>
            <p:spPr>
              <a:xfrm>
                <a:off x="8267318" y="4316957"/>
                <a:ext cx="432419" cy="129649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030EA0-ABEB-4769-AFB5-7856309A5CB8}"/>
                </a:ext>
              </a:extLst>
            </p:cNvPr>
            <p:cNvSpPr txBox="1"/>
            <p:nvPr/>
          </p:nvSpPr>
          <p:spPr>
            <a:xfrm>
              <a:off x="1862908" y="3726336"/>
              <a:ext cx="2036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Change in Plant Residue Mean &gt; Threshold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63E33CE-A084-4C75-8F7A-4F3F3D553C8C}"/>
                </a:ext>
              </a:extLst>
            </p:cNvPr>
            <p:cNvSpPr/>
            <p:nvPr/>
          </p:nvSpPr>
          <p:spPr>
            <a:xfrm>
              <a:off x="6384376" y="3515255"/>
              <a:ext cx="2346801" cy="931916"/>
            </a:xfrm>
            <a:prstGeom prst="roundRect">
              <a:avLst>
                <a:gd name="adj" fmla="val 13417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Secure-Multi-Rate Schedules</a:t>
              </a:r>
              <a:endParaRPr lang="en-IN" sz="1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A742377-9A1D-44A3-B3C8-8B76375A8BF6}"/>
                </a:ext>
              </a:extLst>
            </p:cNvPr>
            <p:cNvGrpSpPr/>
            <p:nvPr/>
          </p:nvGrpSpPr>
          <p:grpSpPr>
            <a:xfrm>
              <a:off x="1875834" y="1935229"/>
              <a:ext cx="2172191" cy="1292791"/>
              <a:chOff x="2050372" y="3962400"/>
              <a:chExt cx="2612916" cy="1887250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D1BF0F22-E899-44BE-8708-67D403FD31E2}"/>
                  </a:ext>
                </a:extLst>
              </p:cNvPr>
              <p:cNvSpPr/>
              <p:nvPr/>
            </p:nvSpPr>
            <p:spPr>
              <a:xfrm>
                <a:off x="2050372" y="3962400"/>
                <a:ext cx="2605134" cy="841829"/>
              </a:xfrm>
              <a:prstGeom prst="roundRect">
                <a:avLst>
                  <a:gd name="adj" fmla="val 1589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: Rounded Corners 58">
                    <a:extLst>
                      <a:ext uri="{FF2B5EF4-FFF2-40B4-BE49-F238E27FC236}">
                        <a16:creationId xmlns:a16="http://schemas.microsoft.com/office/drawing/2014/main" id="{5A2D183B-8FF5-43A9-A643-4B76D96652F2}"/>
                      </a:ext>
                    </a:extLst>
                  </p:cNvPr>
                  <p:cNvSpPr/>
                  <p:nvPr/>
                </p:nvSpPr>
                <p:spPr>
                  <a:xfrm>
                    <a:off x="2533566" y="4055981"/>
                    <a:ext cx="1988465" cy="643614"/>
                  </a:xfrm>
                  <a:prstGeom prst="roundRect">
                    <a:avLst/>
                  </a:prstGeom>
                  <a:ln/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a:t>Task m</a:t>
                    </a:r>
                    <a14:m>
                      <m:oMath xmlns:m="http://schemas.openxmlformats.org/officeDocument/2006/math">
                        <m:r>
                          <a:rPr lang="en-IN" sz="11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I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IN" sz="1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sz="1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sz="11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1100" dirty="0">
                      <a:solidFill>
                        <a:schemeClr val="tx1"/>
                      </a:solidFill>
                      <a:ea typeface="Cambria Math" panose="02040503050406030204" pitchFamily="18" charset="0"/>
                    </a:endParaRPr>
                  </a:p>
                  <a:p>
                    <a:pPr algn="ctr"/>
                    <a:r>
                      <a:rPr lang="en-IN" sz="1100" dirty="0">
                        <a:ea typeface="Cambria Math" panose="02040503050406030204" pitchFamily="18" charset="0"/>
                      </a:rPr>
                      <a:t>            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IN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IN" sz="1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sz="1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sz="11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1100" dirty="0">
                      <a:solidFill>
                        <a:schemeClr val="bg1"/>
                      </a:solidFill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Rectangle: Rounded Corners 58">
                    <a:extLst>
                      <a:ext uri="{FF2B5EF4-FFF2-40B4-BE49-F238E27FC236}">
                        <a16:creationId xmlns:a16="http://schemas.microsoft.com/office/drawing/2014/main" id="{5A2D183B-8FF5-43A9-A643-4B76D96652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3566" y="4055981"/>
                    <a:ext cx="1988465" cy="643614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 b="-6849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EBFD925-BB57-43D7-9F52-AC6CEDB74245}"/>
                  </a:ext>
                </a:extLst>
              </p:cNvPr>
              <p:cNvSpPr txBox="1"/>
              <p:nvPr/>
            </p:nvSpPr>
            <p:spPr>
              <a:xfrm rot="16200000">
                <a:off x="1845557" y="4223271"/>
                <a:ext cx="8928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000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Trusted </a:t>
                </a:r>
              </a:p>
              <a:p>
                <a:pPr algn="ctr"/>
                <a:r>
                  <a:rPr lang="en-IN" sz="1000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Tasks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64436930-5DF1-4E33-854A-597E9F380C5F}"/>
                  </a:ext>
                </a:extLst>
              </p:cNvPr>
              <p:cNvSpPr/>
              <p:nvPr/>
            </p:nvSpPr>
            <p:spPr>
              <a:xfrm>
                <a:off x="2050373" y="4869739"/>
                <a:ext cx="2612915" cy="803847"/>
              </a:xfrm>
              <a:prstGeom prst="roundRect">
                <a:avLst>
                  <a:gd name="adj" fmla="val 19061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: Rounded Corners 61">
                    <a:extLst>
                      <a:ext uri="{FF2B5EF4-FFF2-40B4-BE49-F238E27FC236}">
                        <a16:creationId xmlns:a16="http://schemas.microsoft.com/office/drawing/2014/main" id="{14E7D5FB-45A8-4D85-ACEB-FA96AE14EA99}"/>
                      </a:ext>
                    </a:extLst>
                  </p:cNvPr>
                  <p:cNvSpPr/>
                  <p:nvPr/>
                </p:nvSpPr>
                <p:spPr>
                  <a:xfrm>
                    <a:off x="2536617" y="4952050"/>
                    <a:ext cx="1985415" cy="562245"/>
                  </a:xfrm>
                  <a:prstGeom prst="roundRect">
                    <a:avLst/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100" dirty="0">
                        <a:ea typeface="Cambria Math" panose="02040503050406030204" pitchFamily="18" charset="0"/>
                      </a:rPr>
                      <a:t>Task n</a:t>
                    </a:r>
                    <a14:m>
                      <m:oMath xmlns:m="http://schemas.openxmlformats.org/officeDocument/2006/math">
                        <m:r>
                          <a:rPr lang="en-IN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IN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IN" sz="1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11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IN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1100" dirty="0"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Rectangle: Rounded Corners 61">
                    <a:extLst>
                      <a:ext uri="{FF2B5EF4-FFF2-40B4-BE49-F238E27FC236}">
                        <a16:creationId xmlns:a16="http://schemas.microsoft.com/office/drawing/2014/main" id="{14E7D5FB-45A8-4D85-ACEB-FA96AE14EA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6617" y="4952050"/>
                    <a:ext cx="1985415" cy="562245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1DDC1F7-D643-4FA8-B3A2-E38C11F3F9B6}"/>
                  </a:ext>
                </a:extLst>
              </p:cNvPr>
              <p:cNvSpPr txBox="1"/>
              <p:nvPr/>
            </p:nvSpPr>
            <p:spPr>
              <a:xfrm rot="16200000">
                <a:off x="1727270" y="5021976"/>
                <a:ext cx="1211081" cy="444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900" dirty="0">
                    <a:solidFill>
                      <a:srgbClr val="FF0000"/>
                    </a:solidFill>
                  </a:rPr>
                  <a:t>Untrusted </a:t>
                </a:r>
              </a:p>
              <a:p>
                <a:r>
                  <a:rPr lang="en-IN" sz="900" dirty="0">
                    <a:solidFill>
                      <a:srgbClr val="FF0000"/>
                    </a:solidFill>
                  </a:rPr>
                  <a:t>Tasks</a:t>
                </a:r>
              </a:p>
            </p:txBody>
          </p:sp>
        </p:grp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39292F88-B526-4944-A430-BA6426880BD2}"/>
                </a:ext>
              </a:extLst>
            </p:cNvPr>
            <p:cNvSpPr/>
            <p:nvPr/>
          </p:nvSpPr>
          <p:spPr>
            <a:xfrm>
              <a:off x="6189811" y="1806702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46F441C-98D2-4813-BA1B-1D6E15A4CA12}"/>
                </a:ext>
              </a:extLst>
            </p:cNvPr>
            <p:cNvSpPr txBox="1"/>
            <p:nvPr/>
          </p:nvSpPr>
          <p:spPr>
            <a:xfrm>
              <a:off x="6458510" y="1744659"/>
              <a:ext cx="2257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Analyse Victim Task Attack Probability constraints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FE16B69-A804-4CAC-BE3C-7FA905652E8D}"/>
                </a:ext>
              </a:extLst>
            </p:cNvPr>
            <p:cNvSpPr/>
            <p:nvPr/>
          </p:nvSpPr>
          <p:spPr>
            <a:xfrm>
              <a:off x="4218231" y="3538938"/>
              <a:ext cx="1935530" cy="931917"/>
            </a:xfrm>
            <a:prstGeom prst="roundRect">
              <a:avLst>
                <a:gd name="adj" fmla="val 488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6" name="Arrow: Right 65">
              <a:extLst>
                <a:ext uri="{FF2B5EF4-FFF2-40B4-BE49-F238E27FC236}">
                  <a16:creationId xmlns:a16="http://schemas.microsoft.com/office/drawing/2014/main" id="{E87E16C1-552D-4618-A967-69FF2060E2E0}"/>
                </a:ext>
              </a:extLst>
            </p:cNvPr>
            <p:cNvSpPr/>
            <p:nvPr/>
          </p:nvSpPr>
          <p:spPr>
            <a:xfrm>
              <a:off x="3950405" y="3754166"/>
              <a:ext cx="456380" cy="315240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C83852-F501-4FAC-86AA-3E3FAC617C6B}"/>
                </a:ext>
              </a:extLst>
            </p:cNvPr>
            <p:cNvSpPr txBox="1"/>
            <p:nvPr/>
          </p:nvSpPr>
          <p:spPr>
            <a:xfrm>
              <a:off x="4229239" y="3644730"/>
              <a:ext cx="198280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Deploy Schedule Selection Algorithm after each hyperperiod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B318DBA6-171C-4F29-9BD9-81DB02B8031B}"/>
                </a:ext>
              </a:extLst>
            </p:cNvPr>
            <p:cNvSpPr/>
            <p:nvPr/>
          </p:nvSpPr>
          <p:spPr>
            <a:xfrm>
              <a:off x="6418545" y="2469034"/>
              <a:ext cx="2224817" cy="718250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48801F52-48E7-4BEA-AEE9-43697F6BC002}"/>
                </a:ext>
              </a:extLst>
            </p:cNvPr>
            <p:cNvSpPr/>
            <p:nvPr/>
          </p:nvSpPr>
          <p:spPr>
            <a:xfrm rot="5400000">
              <a:off x="7230910" y="2305245"/>
              <a:ext cx="323203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C1079D-FB64-4D84-8371-30CE8C49C6D4}"/>
                </a:ext>
              </a:extLst>
            </p:cNvPr>
            <p:cNvSpPr txBox="1"/>
            <p:nvPr/>
          </p:nvSpPr>
          <p:spPr>
            <a:xfrm>
              <a:off x="6476632" y="2604991"/>
              <a:ext cx="2018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Attack-Aware Schedule Pool</a:t>
              </a:r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B120DAB8-A831-4B85-8CA6-4BA78263B926}"/>
                </a:ext>
              </a:extLst>
            </p:cNvPr>
            <p:cNvSpPr/>
            <p:nvPr/>
          </p:nvSpPr>
          <p:spPr>
            <a:xfrm rot="5400000">
              <a:off x="2702515" y="3237349"/>
              <a:ext cx="351129" cy="278881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Arrow: Right 76">
              <a:extLst>
                <a:ext uri="{FF2B5EF4-FFF2-40B4-BE49-F238E27FC236}">
                  <a16:creationId xmlns:a16="http://schemas.microsoft.com/office/drawing/2014/main" id="{9552A3AF-EE33-448B-995C-2638A640B2BE}"/>
                </a:ext>
              </a:extLst>
            </p:cNvPr>
            <p:cNvSpPr/>
            <p:nvPr/>
          </p:nvSpPr>
          <p:spPr>
            <a:xfrm>
              <a:off x="6124783" y="3822373"/>
              <a:ext cx="400110" cy="25387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1429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3790E19-97BA-4020-A0E4-C3A1590E9AB7}"/>
              </a:ext>
            </a:extLst>
          </p:cNvPr>
          <p:cNvSpPr txBox="1"/>
          <p:nvPr/>
        </p:nvSpPr>
        <p:spPr>
          <a:xfrm>
            <a:off x="5700244" y="398039"/>
            <a:ext cx="2486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1400" dirty="0"/>
              <a:t>Valid Randomized </a:t>
            </a:r>
          </a:p>
          <a:p>
            <a:r>
              <a:rPr lang="en-IN" sz="1400" dirty="0"/>
              <a:t>Schedules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47AE7-3E6C-468A-A2E7-E6355446EAE3}"/>
              </a:ext>
            </a:extLst>
          </p:cNvPr>
          <p:cNvSpPr/>
          <p:nvPr/>
        </p:nvSpPr>
        <p:spPr>
          <a:xfrm>
            <a:off x="1612790" y="1550503"/>
            <a:ext cx="7481514" cy="1782143"/>
          </a:xfrm>
          <a:prstGeom prst="roundRect">
            <a:avLst>
              <a:gd name="adj" fmla="val 684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5D38FC-7B2D-4D26-8940-F10C781D8A3A}"/>
              </a:ext>
            </a:extLst>
          </p:cNvPr>
          <p:cNvSpPr/>
          <p:nvPr/>
        </p:nvSpPr>
        <p:spPr>
          <a:xfrm>
            <a:off x="1782420" y="1661653"/>
            <a:ext cx="2326729" cy="1560518"/>
          </a:xfrm>
          <a:prstGeom prst="roundRect">
            <a:avLst>
              <a:gd name="adj" fmla="val 5519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10FF8B-4295-4929-97F5-DB5CEA59F762}"/>
              </a:ext>
            </a:extLst>
          </p:cNvPr>
          <p:cNvSpPr/>
          <p:nvPr/>
        </p:nvSpPr>
        <p:spPr>
          <a:xfrm>
            <a:off x="1619109" y="3438674"/>
            <a:ext cx="7475196" cy="1190816"/>
          </a:xfrm>
          <a:prstGeom prst="roundRect">
            <a:avLst>
              <a:gd name="adj" fmla="val 6844"/>
            </a:avLst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C61336-6C12-4C75-99F3-779DDDF8C097}"/>
              </a:ext>
            </a:extLst>
          </p:cNvPr>
          <p:cNvSpPr/>
          <p:nvPr/>
        </p:nvSpPr>
        <p:spPr>
          <a:xfrm>
            <a:off x="1701224" y="3498881"/>
            <a:ext cx="2340332" cy="978131"/>
          </a:xfrm>
          <a:prstGeom prst="roundRect">
            <a:avLst>
              <a:gd name="adj" fmla="val 1673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F2A2D5-FA60-4F3B-AC03-ABA76FB71568}"/>
              </a:ext>
            </a:extLst>
          </p:cNvPr>
          <p:cNvSpPr/>
          <p:nvPr/>
        </p:nvSpPr>
        <p:spPr>
          <a:xfrm>
            <a:off x="4164807" y="1671695"/>
            <a:ext cx="2185281" cy="1550476"/>
          </a:xfrm>
          <a:prstGeom prst="roundRect">
            <a:avLst>
              <a:gd name="adj" fmla="val 4888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AA467-221F-4DD6-A9AC-5D6A17832A0D}"/>
              </a:ext>
            </a:extLst>
          </p:cNvPr>
          <p:cNvSpPr txBox="1"/>
          <p:nvPr/>
        </p:nvSpPr>
        <p:spPr>
          <a:xfrm>
            <a:off x="4291351" y="1642489"/>
            <a:ext cx="201877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1300" dirty="0"/>
              <a:t>All Possible  </a:t>
            </a:r>
          </a:p>
          <a:p>
            <a:r>
              <a:rPr lang="en-IN" sz="1300" dirty="0"/>
              <a:t>Randomized Schedules</a:t>
            </a:r>
          </a:p>
          <a:p>
            <a:r>
              <a:rPr lang="en-IN" sz="1300" dirty="0"/>
              <a:t>With Multi-Rate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92078D-8648-4C0E-B384-C6235CAA7583}"/>
              </a:ext>
            </a:extLst>
          </p:cNvPr>
          <p:cNvSpPr txBox="1"/>
          <p:nvPr/>
        </p:nvSpPr>
        <p:spPr>
          <a:xfrm rot="16200000">
            <a:off x="8225937" y="3811955"/>
            <a:ext cx="123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Run Time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04FC920-20C1-4A2D-A0E0-DC69F377DC4D}"/>
              </a:ext>
            </a:extLst>
          </p:cNvPr>
          <p:cNvSpPr/>
          <p:nvPr/>
        </p:nvSpPr>
        <p:spPr>
          <a:xfrm>
            <a:off x="4092641" y="2398413"/>
            <a:ext cx="329022" cy="2926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652144-1B1A-4B85-A111-960DCCF2DAA6}"/>
              </a:ext>
            </a:extLst>
          </p:cNvPr>
          <p:cNvSpPr/>
          <p:nvPr/>
        </p:nvSpPr>
        <p:spPr>
          <a:xfrm>
            <a:off x="6418545" y="1656531"/>
            <a:ext cx="2224817" cy="750619"/>
          </a:xfrm>
          <a:prstGeom prst="roundRect">
            <a:avLst>
              <a:gd name="adj" fmla="val 8095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20A2E6-447F-4AA9-A533-076655412581}"/>
              </a:ext>
            </a:extLst>
          </p:cNvPr>
          <p:cNvSpPr txBox="1"/>
          <p:nvPr/>
        </p:nvSpPr>
        <p:spPr>
          <a:xfrm rot="16200000">
            <a:off x="8054075" y="2236735"/>
            <a:ext cx="1560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2000" dirty="0"/>
              <a:t>Design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9045E-32E9-4C98-920E-2FDCD407B1E8}"/>
              </a:ext>
            </a:extLst>
          </p:cNvPr>
          <p:cNvSpPr txBox="1"/>
          <p:nvPr/>
        </p:nvSpPr>
        <p:spPr>
          <a:xfrm>
            <a:off x="1925967" y="1647064"/>
            <a:ext cx="203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Task Set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228007-F3BF-4277-949D-5DE675AFC815}"/>
              </a:ext>
            </a:extLst>
          </p:cNvPr>
          <p:cNvGrpSpPr/>
          <p:nvPr/>
        </p:nvGrpSpPr>
        <p:grpSpPr>
          <a:xfrm>
            <a:off x="4479130" y="2344598"/>
            <a:ext cx="1684901" cy="163044"/>
            <a:chOff x="7093280" y="4305098"/>
            <a:chExt cx="1786658" cy="14212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9BF8FCA-64D5-4B5C-B4FC-49CBAA2D7FB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066" y="4447221"/>
              <a:ext cx="178187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2F3E73-9525-45A6-8552-A67F45621D4D}"/>
                </a:ext>
              </a:extLst>
            </p:cNvPr>
            <p:cNvSpPr/>
            <p:nvPr/>
          </p:nvSpPr>
          <p:spPr>
            <a:xfrm>
              <a:off x="7514685" y="4313173"/>
              <a:ext cx="291607" cy="13026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dk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0FC632-1651-4790-8A0A-5A55EC43CA27}"/>
                </a:ext>
              </a:extLst>
            </p:cNvPr>
            <p:cNvSpPr/>
            <p:nvPr/>
          </p:nvSpPr>
          <p:spPr>
            <a:xfrm>
              <a:off x="7938494" y="4313173"/>
              <a:ext cx="292222" cy="12697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27004EF-AA8E-4E1C-9680-8C5B8DBCF92A}"/>
                </a:ext>
              </a:extLst>
            </p:cNvPr>
            <p:cNvSpPr/>
            <p:nvPr/>
          </p:nvSpPr>
          <p:spPr>
            <a:xfrm>
              <a:off x="7093280" y="4313175"/>
              <a:ext cx="260012" cy="133456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8B00529-5EF4-497D-A079-F605E074490F}"/>
                </a:ext>
              </a:extLst>
            </p:cNvPr>
            <p:cNvSpPr/>
            <p:nvPr/>
          </p:nvSpPr>
          <p:spPr>
            <a:xfrm>
              <a:off x="8362918" y="4305098"/>
              <a:ext cx="371894" cy="13180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DC37C5-2D8D-4F3F-A5A7-5DD732E031CE}"/>
              </a:ext>
            </a:extLst>
          </p:cNvPr>
          <p:cNvGrpSpPr/>
          <p:nvPr/>
        </p:nvGrpSpPr>
        <p:grpSpPr>
          <a:xfrm>
            <a:off x="4406785" y="2627004"/>
            <a:ext cx="1829591" cy="153101"/>
            <a:chOff x="7098066" y="4316367"/>
            <a:chExt cx="1781872" cy="13085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E6E5367-21AA-4788-9DD2-FD31D7203242}"/>
                </a:ext>
              </a:extLst>
            </p:cNvPr>
            <p:cNvCxnSpPr>
              <a:cxnSpLocks/>
            </p:cNvCxnSpPr>
            <p:nvPr/>
          </p:nvCxnSpPr>
          <p:spPr>
            <a:xfrm>
              <a:off x="7098066" y="4447221"/>
              <a:ext cx="178187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96FD46A-B22C-446B-8E56-2EB2CE0F99A9}"/>
                </a:ext>
              </a:extLst>
            </p:cNvPr>
            <p:cNvSpPr/>
            <p:nvPr/>
          </p:nvSpPr>
          <p:spPr>
            <a:xfrm>
              <a:off x="7188572" y="4316957"/>
              <a:ext cx="291607" cy="13026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dk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AC84CE-FEE1-4EE9-8F33-AEE9F1667B9B}"/>
                </a:ext>
              </a:extLst>
            </p:cNvPr>
            <p:cNvSpPr/>
            <p:nvPr/>
          </p:nvSpPr>
          <p:spPr>
            <a:xfrm>
              <a:off x="7890694" y="4316367"/>
              <a:ext cx="292222" cy="13085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327B8DA-ED33-4A46-84C4-40B59B709D4D}"/>
                </a:ext>
              </a:extLst>
            </p:cNvPr>
            <p:cNvSpPr/>
            <p:nvPr/>
          </p:nvSpPr>
          <p:spPr>
            <a:xfrm>
              <a:off x="7546280" y="4316367"/>
              <a:ext cx="260012" cy="130264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8D5115F-C607-4186-AC15-73857C85EFCC}"/>
                </a:ext>
              </a:extLst>
            </p:cNvPr>
            <p:cNvSpPr/>
            <p:nvPr/>
          </p:nvSpPr>
          <p:spPr>
            <a:xfrm>
              <a:off x="8267318" y="4316957"/>
              <a:ext cx="432419" cy="129649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6030EA0-ABEB-4769-AFB5-7856309A5CB8}"/>
              </a:ext>
            </a:extLst>
          </p:cNvPr>
          <p:cNvSpPr txBox="1"/>
          <p:nvPr/>
        </p:nvSpPr>
        <p:spPr>
          <a:xfrm>
            <a:off x="1862908" y="3726336"/>
            <a:ext cx="203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Change in Plant Residue Mean &gt; Threshold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63E33CE-A084-4C75-8F7A-4F3F3D553C8C}"/>
              </a:ext>
            </a:extLst>
          </p:cNvPr>
          <p:cNvSpPr/>
          <p:nvPr/>
        </p:nvSpPr>
        <p:spPr>
          <a:xfrm>
            <a:off x="6384376" y="3515255"/>
            <a:ext cx="2346801" cy="931916"/>
          </a:xfrm>
          <a:prstGeom prst="roundRect">
            <a:avLst>
              <a:gd name="adj" fmla="val 13417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Secure-Multi-Rate Schedules</a:t>
            </a:r>
            <a:endParaRPr lang="en-IN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742377-9A1D-44A3-B3C8-8B76375A8BF6}"/>
              </a:ext>
            </a:extLst>
          </p:cNvPr>
          <p:cNvGrpSpPr/>
          <p:nvPr/>
        </p:nvGrpSpPr>
        <p:grpSpPr>
          <a:xfrm>
            <a:off x="1875834" y="1935229"/>
            <a:ext cx="2172191" cy="1292791"/>
            <a:chOff x="2050372" y="3962400"/>
            <a:chExt cx="2612916" cy="1887250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D1BF0F22-E899-44BE-8708-67D403FD31E2}"/>
                </a:ext>
              </a:extLst>
            </p:cNvPr>
            <p:cNvSpPr/>
            <p:nvPr/>
          </p:nvSpPr>
          <p:spPr>
            <a:xfrm>
              <a:off x="2050372" y="3962400"/>
              <a:ext cx="2605134" cy="841829"/>
            </a:xfrm>
            <a:prstGeom prst="roundRect">
              <a:avLst>
                <a:gd name="adj" fmla="val 1589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5A2D183B-8FF5-43A9-A643-4B76D96652F2}"/>
                    </a:ext>
                  </a:extLst>
                </p:cNvPr>
                <p:cNvSpPr/>
                <p:nvPr/>
              </p:nvSpPr>
              <p:spPr>
                <a:xfrm>
                  <a:off x="2533566" y="4055981"/>
                  <a:ext cx="1988465" cy="643614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1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IN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1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IN" sz="1100" dirty="0">
                      <a:ea typeface="Cambria Math" panose="02040503050406030204" pitchFamily="18" charset="0"/>
                    </a:rPr>
                    <a:t>            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IN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100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5A2D183B-8FF5-43A9-A643-4B76D96652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66" y="4055981"/>
                  <a:ext cx="1988465" cy="643614"/>
                </a:xfrm>
                <a:prstGeom prst="roundRect">
                  <a:avLst/>
                </a:prstGeom>
                <a:blipFill>
                  <a:blip r:embed="rId2"/>
                  <a:stretch>
                    <a:fillRect b="-6849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EBFD925-BB57-43D7-9F52-AC6CEDB74245}"/>
                </a:ext>
              </a:extLst>
            </p:cNvPr>
            <p:cNvSpPr txBox="1"/>
            <p:nvPr/>
          </p:nvSpPr>
          <p:spPr>
            <a:xfrm rot="16200000">
              <a:off x="1845557" y="4223271"/>
              <a:ext cx="8928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00" dirty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Trusted </a:t>
              </a:r>
            </a:p>
            <a:p>
              <a:pPr algn="ctr"/>
              <a:r>
                <a:rPr lang="en-IN" sz="1000" dirty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Tasks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64436930-5DF1-4E33-854A-597E9F380C5F}"/>
                </a:ext>
              </a:extLst>
            </p:cNvPr>
            <p:cNvSpPr/>
            <p:nvPr/>
          </p:nvSpPr>
          <p:spPr>
            <a:xfrm>
              <a:off x="2050373" y="4869739"/>
              <a:ext cx="2612915" cy="803847"/>
            </a:xfrm>
            <a:prstGeom prst="roundRect">
              <a:avLst>
                <a:gd name="adj" fmla="val 1906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14E7D5FB-45A8-4D85-ACEB-FA96AE14EA99}"/>
                    </a:ext>
                  </a:extLst>
                </p:cNvPr>
                <p:cNvSpPr/>
                <p:nvPr/>
              </p:nvSpPr>
              <p:spPr>
                <a:xfrm>
                  <a:off x="2536617" y="4952050"/>
                  <a:ext cx="1985415" cy="562245"/>
                </a:xfrm>
                <a:prstGeom prst="round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100" dirty="0">
                      <a:ea typeface="Cambria Math" panose="02040503050406030204" pitchFamily="18" charset="0"/>
                    </a:rPr>
                    <a:t>Task n</a:t>
                  </a:r>
                  <a14:m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IN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IN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IN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1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14E7D5FB-45A8-4D85-ACEB-FA96AE14EA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6617" y="4952050"/>
                  <a:ext cx="1985415" cy="562245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1DDC1F7-D643-4FA8-B3A2-E38C11F3F9B6}"/>
                </a:ext>
              </a:extLst>
            </p:cNvPr>
            <p:cNvSpPr txBox="1"/>
            <p:nvPr/>
          </p:nvSpPr>
          <p:spPr>
            <a:xfrm rot="16200000">
              <a:off x="1727270" y="5021976"/>
              <a:ext cx="1211081" cy="444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900" dirty="0">
                  <a:solidFill>
                    <a:srgbClr val="FF0000"/>
                  </a:solidFill>
                </a:rPr>
                <a:t>Untrusted </a:t>
              </a:r>
            </a:p>
            <a:p>
              <a:r>
                <a:rPr lang="en-IN" sz="900" dirty="0">
                  <a:solidFill>
                    <a:srgbClr val="FF0000"/>
                  </a:solidFill>
                </a:rPr>
                <a:t>Tasks</a:t>
              </a:r>
            </a:p>
          </p:txBody>
        </p:sp>
      </p:grp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39292F88-B526-4944-A430-BA6426880BD2}"/>
              </a:ext>
            </a:extLst>
          </p:cNvPr>
          <p:cNvSpPr/>
          <p:nvPr/>
        </p:nvSpPr>
        <p:spPr>
          <a:xfrm>
            <a:off x="6189811" y="1806702"/>
            <a:ext cx="329022" cy="2926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6F441C-98D2-4813-BA1B-1D6E15A4CA12}"/>
              </a:ext>
            </a:extLst>
          </p:cNvPr>
          <p:cNvSpPr txBox="1"/>
          <p:nvPr/>
        </p:nvSpPr>
        <p:spPr>
          <a:xfrm>
            <a:off x="6458510" y="1744659"/>
            <a:ext cx="2257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1400" dirty="0"/>
              <a:t>Analyse Victim Task Attack Probability constraints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FE16B69-A804-4CAC-BE3C-7FA905652E8D}"/>
              </a:ext>
            </a:extLst>
          </p:cNvPr>
          <p:cNvSpPr/>
          <p:nvPr/>
        </p:nvSpPr>
        <p:spPr>
          <a:xfrm>
            <a:off x="4218231" y="3538938"/>
            <a:ext cx="1935530" cy="931917"/>
          </a:xfrm>
          <a:prstGeom prst="roundRect">
            <a:avLst>
              <a:gd name="adj" fmla="val 488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E87E16C1-552D-4618-A967-69FF2060E2E0}"/>
              </a:ext>
            </a:extLst>
          </p:cNvPr>
          <p:cNvSpPr/>
          <p:nvPr/>
        </p:nvSpPr>
        <p:spPr>
          <a:xfrm>
            <a:off x="3950405" y="3754166"/>
            <a:ext cx="456380" cy="31524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DC83852-F501-4FAC-86AA-3E3FAC617C6B}"/>
              </a:ext>
            </a:extLst>
          </p:cNvPr>
          <p:cNvSpPr txBox="1"/>
          <p:nvPr/>
        </p:nvSpPr>
        <p:spPr>
          <a:xfrm>
            <a:off x="4229239" y="3644730"/>
            <a:ext cx="19828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1400" dirty="0"/>
              <a:t>Deploy Schedule Selection Algorithm after each hyperperiod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318DBA6-171C-4F29-9BD9-81DB02B8031B}"/>
              </a:ext>
            </a:extLst>
          </p:cNvPr>
          <p:cNvSpPr/>
          <p:nvPr/>
        </p:nvSpPr>
        <p:spPr>
          <a:xfrm>
            <a:off x="6418545" y="2469034"/>
            <a:ext cx="2224817" cy="718250"/>
          </a:xfrm>
          <a:prstGeom prst="roundRect">
            <a:avLst>
              <a:gd name="adj" fmla="val 8095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48801F52-48E7-4BEA-AEE9-43697F6BC002}"/>
              </a:ext>
            </a:extLst>
          </p:cNvPr>
          <p:cNvSpPr/>
          <p:nvPr/>
        </p:nvSpPr>
        <p:spPr>
          <a:xfrm rot="5400000">
            <a:off x="7230910" y="2305245"/>
            <a:ext cx="323203" cy="29261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C1079D-FB64-4D84-8371-30CE8C49C6D4}"/>
              </a:ext>
            </a:extLst>
          </p:cNvPr>
          <p:cNvSpPr txBox="1"/>
          <p:nvPr/>
        </p:nvSpPr>
        <p:spPr>
          <a:xfrm>
            <a:off x="6476632" y="2604991"/>
            <a:ext cx="2018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1400" dirty="0"/>
              <a:t>Attack-Aware Schedule Pool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B120DAB8-A831-4B85-8CA6-4BA78263B926}"/>
              </a:ext>
            </a:extLst>
          </p:cNvPr>
          <p:cNvSpPr/>
          <p:nvPr/>
        </p:nvSpPr>
        <p:spPr>
          <a:xfrm rot="5400000">
            <a:off x="2702515" y="3237349"/>
            <a:ext cx="351129" cy="278881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9552A3AF-EE33-448B-995C-2638A640B2BE}"/>
              </a:ext>
            </a:extLst>
          </p:cNvPr>
          <p:cNvSpPr/>
          <p:nvPr/>
        </p:nvSpPr>
        <p:spPr>
          <a:xfrm>
            <a:off x="6124783" y="3822373"/>
            <a:ext cx="400110" cy="253875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8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318053-6CAF-469A-A0DF-8915CD35EFC7}"/>
              </a:ext>
            </a:extLst>
          </p:cNvPr>
          <p:cNvSpPr/>
          <p:nvPr/>
        </p:nvSpPr>
        <p:spPr>
          <a:xfrm>
            <a:off x="8653731" y="2470112"/>
            <a:ext cx="1694891" cy="863346"/>
          </a:xfrm>
          <a:prstGeom prst="roundRect">
            <a:avLst>
              <a:gd name="adj" fmla="val 8782"/>
            </a:avLst>
          </a:prstGeom>
          <a:solidFill>
            <a:schemeClr val="accent1">
              <a:lumMod val="20000"/>
              <a:lumOff val="80000"/>
              <a:alpha val="83922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IN" dirty="0">
                <a:ln w="0"/>
                <a:solidFill>
                  <a:schemeClr val="tx1"/>
                </a:solidFill>
              </a:rPr>
              <a:t>Select Schedule after each Hyperperiod</a:t>
            </a: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37C44-67DB-494A-8321-5D5155DADE08}"/>
              </a:ext>
            </a:extLst>
          </p:cNvPr>
          <p:cNvSpPr txBox="1"/>
          <p:nvPr/>
        </p:nvSpPr>
        <p:spPr>
          <a:xfrm>
            <a:off x="8639997" y="2010830"/>
            <a:ext cx="1703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Step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2CDF08-EB39-42CE-AAEE-A60DB4A7322C}"/>
              </a:ext>
            </a:extLst>
          </p:cNvPr>
          <p:cNvSpPr/>
          <p:nvPr/>
        </p:nvSpPr>
        <p:spPr>
          <a:xfrm>
            <a:off x="1166649" y="1951463"/>
            <a:ext cx="2833424" cy="2966203"/>
          </a:xfrm>
          <a:prstGeom prst="roundRect">
            <a:avLst>
              <a:gd name="adj" fmla="val 4564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AADF2C2-E703-4CB7-9772-7AE208E51A6E}"/>
                  </a:ext>
                </a:extLst>
              </p:cNvPr>
              <p:cNvSpPr/>
              <p:nvPr/>
            </p:nvSpPr>
            <p:spPr>
              <a:xfrm>
                <a:off x="1553852" y="2356139"/>
                <a:ext cx="2235839" cy="307154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dirty="0">
                    <a:ea typeface="Cambria Math" panose="02040503050406030204" pitchFamily="18" charset="0"/>
                  </a:rPr>
                  <a:t>Task 1</a:t>
                </a:r>
                <a14:m>
                  <m:oMath xmlns:m="http://schemas.openxmlformats.org/officeDocument/2006/math"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IN" sz="15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AADF2C2-E703-4CB7-9772-7AE208E51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852" y="2356139"/>
                <a:ext cx="2235839" cy="307154"/>
              </a:xfrm>
              <a:prstGeom prst="roundRect">
                <a:avLst/>
              </a:prstGeom>
              <a:blipFill>
                <a:blip r:embed="rId2"/>
                <a:stretch>
                  <a:fillRect t="-7843" b="-21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073D624-0FE3-4636-9112-59371FE572F6}"/>
                  </a:ext>
                </a:extLst>
              </p:cNvPr>
              <p:cNvSpPr/>
              <p:nvPr/>
            </p:nvSpPr>
            <p:spPr>
              <a:xfrm>
                <a:off x="1553853" y="2914107"/>
                <a:ext cx="2251833" cy="30218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dirty="0">
                    <a:ea typeface="Cambria Math" panose="02040503050406030204" pitchFamily="18" charset="0"/>
                  </a:rPr>
                  <a:t>Task n</a:t>
                </a:r>
                <a14:m>
                  <m:oMath xmlns:m="http://schemas.openxmlformats.org/officeDocument/2006/math"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1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IN" sz="15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073D624-0FE3-4636-9112-59371FE57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853" y="2914107"/>
                <a:ext cx="2251833" cy="302185"/>
              </a:xfrm>
              <a:prstGeom prst="roundRect">
                <a:avLst/>
              </a:prstGeom>
              <a:blipFill>
                <a:blip r:embed="rId3"/>
                <a:stretch>
                  <a:fillRect t="-7843" b="-21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B5C5BBB4-E3CC-4444-AF5F-9F17F95221DA}"/>
                  </a:ext>
                </a:extLst>
              </p:cNvPr>
              <p:cNvSpPr/>
              <p:nvPr/>
            </p:nvSpPr>
            <p:spPr>
              <a:xfrm>
                <a:off x="1553852" y="4058679"/>
                <a:ext cx="2257935" cy="643614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Task m</a:t>
                </a:r>
                <a14:m>
                  <m:oMath xmlns:m="http://schemas.openxmlformats.org/officeDocument/2006/math">
                    <m:r>
                      <a:rPr lang="en-IN" sz="1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IN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IN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IN" sz="15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1500" dirty="0">
                    <a:ea typeface="Cambria Math" panose="020405030504060302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IN" sz="1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IN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1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IN" sz="15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B5C5BBB4-E3CC-4444-AF5F-9F17F9522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852" y="4058679"/>
                <a:ext cx="2257935" cy="64361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DD50BA5-C77F-44C1-9D4E-13521706CE08}"/>
                  </a:ext>
                </a:extLst>
              </p:cNvPr>
              <p:cNvSpPr/>
              <p:nvPr/>
            </p:nvSpPr>
            <p:spPr>
              <a:xfrm>
                <a:off x="1552132" y="3376760"/>
                <a:ext cx="2253557" cy="334978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Task </a:t>
                </a:r>
                <a:r>
                  <a:rPr lang="en-IN" sz="15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IN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endParaRPr lang="en-IN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DD50BA5-C77F-44C1-9D4E-13521706C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132" y="3376760"/>
                <a:ext cx="2253557" cy="334978"/>
              </a:xfrm>
              <a:prstGeom prst="roundRect">
                <a:avLst/>
              </a:prstGeom>
              <a:blipFill>
                <a:blip r:embed="rId5"/>
                <a:stretch>
                  <a:fillRect t="-1786" b="-1607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B1ACF2-0166-4616-9E6B-D0597A374A09}"/>
              </a:ext>
            </a:extLst>
          </p:cNvPr>
          <p:cNvCxnSpPr>
            <a:cxnSpLocks/>
          </p:cNvCxnSpPr>
          <p:nvPr/>
        </p:nvCxnSpPr>
        <p:spPr>
          <a:xfrm>
            <a:off x="2578898" y="3750964"/>
            <a:ext cx="0" cy="309391"/>
          </a:xfrm>
          <a:prstGeom prst="straightConnector1">
            <a:avLst/>
          </a:prstGeom>
          <a:ln w="444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36E289-6199-4119-A893-1D7930E998EF}"/>
              </a:ext>
            </a:extLst>
          </p:cNvPr>
          <p:cNvSpPr txBox="1"/>
          <p:nvPr/>
        </p:nvSpPr>
        <p:spPr>
          <a:xfrm>
            <a:off x="1560565" y="1971399"/>
            <a:ext cx="203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Task Set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641F03-C6E5-4612-BF8B-3B0851282E7D}"/>
              </a:ext>
            </a:extLst>
          </p:cNvPr>
          <p:cNvGrpSpPr/>
          <p:nvPr/>
        </p:nvGrpSpPr>
        <p:grpSpPr>
          <a:xfrm>
            <a:off x="6159575" y="2488796"/>
            <a:ext cx="1657360" cy="1554000"/>
            <a:chOff x="6773030" y="2368999"/>
            <a:chExt cx="1565805" cy="157047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4ACEB28-99B7-4D00-B7E0-01FB5E983D86}"/>
                </a:ext>
              </a:extLst>
            </p:cNvPr>
            <p:cNvSpPr/>
            <p:nvPr/>
          </p:nvSpPr>
          <p:spPr>
            <a:xfrm>
              <a:off x="6773030" y="2368999"/>
              <a:ext cx="1565805" cy="1570473"/>
            </a:xfrm>
            <a:prstGeom prst="roundRect">
              <a:avLst>
                <a:gd name="adj" fmla="val 11524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b="1" dirty="0"/>
            </a:p>
            <a:p>
              <a:pPr algn="ctr"/>
              <a:endParaRPr lang="en-IN" b="1" dirty="0"/>
            </a:p>
            <a:p>
              <a:pPr algn="ctr"/>
              <a:endParaRPr lang="en-IN" b="1" dirty="0"/>
            </a:p>
            <a:p>
              <a:pPr algn="ctr"/>
              <a:endParaRPr lang="en-IN" b="1" dirty="0"/>
            </a:p>
            <a:p>
              <a:pPr algn="ctr"/>
              <a:endParaRPr lang="en-IN" sz="1200" b="1" dirty="0"/>
            </a:p>
            <a:p>
              <a:pPr algn="ctr"/>
              <a:endParaRPr lang="en-IN" b="1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r>
                <a:rPr lang="en-IN" dirty="0"/>
                <a:t> </a:t>
              </a:r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5C25EC57-2B28-4BFF-8E39-396E43262732}"/>
                    </a:ext>
                  </a:extLst>
                </p:cNvPr>
                <p:cNvSpPr/>
                <p:nvPr/>
              </p:nvSpPr>
              <p:spPr>
                <a:xfrm>
                  <a:off x="6870598" y="2458595"/>
                  <a:ext cx="1400509" cy="326779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Anterior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12F663EA-4326-201F-32BF-EE17528AEF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0598" y="2458595"/>
                  <a:ext cx="1400509" cy="326779"/>
                </a:xfrm>
                <a:prstGeom prst="roundRect">
                  <a:avLst/>
                </a:prstGeom>
                <a:blipFill>
                  <a:blip r:embed="rId7"/>
                  <a:stretch>
                    <a:fillRect t="-1852" b="-1296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687E62CB-CC19-4C81-8746-5BE8DD46324B}"/>
                    </a:ext>
                  </a:extLst>
                </p:cNvPr>
                <p:cNvSpPr/>
                <p:nvPr/>
              </p:nvSpPr>
              <p:spPr>
                <a:xfrm>
                  <a:off x="6862112" y="2812166"/>
                  <a:ext cx="1400509" cy="341828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Posterior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80B5BE80-9095-9EF7-6F85-1FC274C3CC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2112" y="2812166"/>
                  <a:ext cx="1400509" cy="341828"/>
                </a:xfrm>
                <a:prstGeom prst="roundRect">
                  <a:avLst/>
                </a:prstGeom>
                <a:blipFill>
                  <a:blip r:embed="rId8"/>
                  <a:stretch>
                    <a:fillRect b="-877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A48B7C1D-CE1C-47D6-BF12-8D8F668AE0C8}"/>
                    </a:ext>
                  </a:extLst>
                </p:cNvPr>
                <p:cNvSpPr/>
                <p:nvPr/>
              </p:nvSpPr>
              <p:spPr>
                <a:xfrm>
                  <a:off x="6853627" y="3186028"/>
                  <a:ext cx="1400509" cy="325295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Both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a14:m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7E98D13B-53BF-EF98-3222-645564DA81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3627" y="3186028"/>
                  <a:ext cx="1400509" cy="325295"/>
                </a:xfrm>
                <a:prstGeom prst="roundRect">
                  <a:avLst/>
                </a:prstGeom>
                <a:blipFill>
                  <a:blip r:embed="rId9"/>
                  <a:stretch>
                    <a:fillRect t="-1852" b="-1296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D9577EB8-CD69-489F-8588-47A289B40DA7}"/>
                    </a:ext>
                  </a:extLst>
                </p:cNvPr>
                <p:cNvSpPr/>
                <p:nvPr/>
              </p:nvSpPr>
              <p:spPr>
                <a:xfrm>
                  <a:off x="6853627" y="3536742"/>
                  <a:ext cx="1400508" cy="325295"/>
                </a:xfrm>
                <a:prstGeom prst="roundRect">
                  <a:avLst/>
                </a:prstGeom>
                <a:solidFill>
                  <a:srgbClr val="ABCF9A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None(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I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a14:m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FFF38A34-C697-27B0-2E86-37365AF298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3627" y="3536742"/>
                  <a:ext cx="1400508" cy="325295"/>
                </a:xfrm>
                <a:prstGeom prst="roundRect">
                  <a:avLst/>
                </a:prstGeom>
                <a:blipFill>
                  <a:blip r:embed="rId10"/>
                  <a:stretch>
                    <a:fillRect t="-3704" b="-1296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812582-0683-4550-8546-1923CDBA8314}"/>
              </a:ext>
            </a:extLst>
          </p:cNvPr>
          <p:cNvSpPr/>
          <p:nvPr/>
        </p:nvSpPr>
        <p:spPr>
          <a:xfrm>
            <a:off x="4524997" y="2483405"/>
            <a:ext cx="1551771" cy="10432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Generate All Possible EDF Schedules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585DD9-13E1-48DE-9ABC-E0AB847AA41C}"/>
              </a:ext>
            </a:extLst>
          </p:cNvPr>
          <p:cNvSpPr/>
          <p:nvPr/>
        </p:nvSpPr>
        <p:spPr>
          <a:xfrm>
            <a:off x="4524997" y="3988460"/>
            <a:ext cx="1455805" cy="787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Schedule Pool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A7F35C-B301-4F2D-BA8E-F5B52AB6811E}"/>
              </a:ext>
            </a:extLst>
          </p:cNvPr>
          <p:cNvSpPr/>
          <p:nvPr/>
        </p:nvSpPr>
        <p:spPr>
          <a:xfrm>
            <a:off x="6166265" y="4139877"/>
            <a:ext cx="1679912" cy="6358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SBA-wise Categorization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C4125C8-0928-485D-B9AA-E052385B020C}"/>
              </a:ext>
            </a:extLst>
          </p:cNvPr>
          <p:cNvSpPr/>
          <p:nvPr/>
        </p:nvSpPr>
        <p:spPr>
          <a:xfrm>
            <a:off x="4368982" y="1951463"/>
            <a:ext cx="3680459" cy="2966203"/>
          </a:xfrm>
          <a:prstGeom prst="roundRect">
            <a:avLst>
              <a:gd name="adj" fmla="val 456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9350F5-55E5-4593-B15E-5133D391E706}"/>
              </a:ext>
            </a:extLst>
          </p:cNvPr>
          <p:cNvSpPr txBox="1"/>
          <p:nvPr/>
        </p:nvSpPr>
        <p:spPr>
          <a:xfrm>
            <a:off x="5434167" y="1996101"/>
            <a:ext cx="165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Step 1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B64270F-F465-4DCD-B36B-092F530F2C47}"/>
              </a:ext>
            </a:extLst>
          </p:cNvPr>
          <p:cNvSpPr/>
          <p:nvPr/>
        </p:nvSpPr>
        <p:spPr>
          <a:xfrm rot="10800000">
            <a:off x="6880302" y="3952332"/>
            <a:ext cx="260992" cy="21382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D9AB3BE3-9B34-4F9F-8F04-DB4F82FCFF76}"/>
              </a:ext>
            </a:extLst>
          </p:cNvPr>
          <p:cNvSpPr/>
          <p:nvPr/>
        </p:nvSpPr>
        <p:spPr>
          <a:xfrm rot="16200000">
            <a:off x="5863455" y="4314961"/>
            <a:ext cx="382752" cy="39285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27EC4032-9B06-4D9A-836F-F707610454A1}"/>
              </a:ext>
            </a:extLst>
          </p:cNvPr>
          <p:cNvSpPr/>
          <p:nvPr/>
        </p:nvSpPr>
        <p:spPr>
          <a:xfrm>
            <a:off x="5018450" y="3475598"/>
            <a:ext cx="350354" cy="506782"/>
          </a:xfrm>
          <a:prstGeom prst="downArrow">
            <a:avLst>
              <a:gd name="adj1" fmla="val 51762"/>
              <a:gd name="adj2" fmla="val 5622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00179A1C-0CD7-4BDD-A580-F4C3688F765A}"/>
              </a:ext>
            </a:extLst>
          </p:cNvPr>
          <p:cNvSpPr/>
          <p:nvPr/>
        </p:nvSpPr>
        <p:spPr>
          <a:xfrm rot="16200000">
            <a:off x="3919330" y="3199179"/>
            <a:ext cx="492028" cy="51098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949ED09-F251-4817-A81B-9BEB1BD785F7}"/>
              </a:ext>
            </a:extLst>
          </p:cNvPr>
          <p:cNvSpPr/>
          <p:nvPr/>
        </p:nvSpPr>
        <p:spPr>
          <a:xfrm>
            <a:off x="8572863" y="3840507"/>
            <a:ext cx="2033011" cy="906888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Schedule Pattern</a:t>
            </a:r>
          </a:p>
          <a:p>
            <a:pPr algn="ctr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591676F-3D66-4110-BC57-C47407E13D87}"/>
              </a:ext>
            </a:extLst>
          </p:cNvPr>
          <p:cNvSpPr/>
          <p:nvPr/>
        </p:nvSpPr>
        <p:spPr>
          <a:xfrm>
            <a:off x="9253447" y="3341574"/>
            <a:ext cx="529498" cy="56408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4EA53A-AD47-44D2-ACAD-F7F0A0AFA0BF}"/>
              </a:ext>
            </a:extLst>
          </p:cNvPr>
          <p:cNvGrpSpPr/>
          <p:nvPr/>
        </p:nvGrpSpPr>
        <p:grpSpPr>
          <a:xfrm>
            <a:off x="8746917" y="4469944"/>
            <a:ext cx="1684901" cy="163044"/>
            <a:chOff x="7093280" y="4305098"/>
            <a:chExt cx="1786658" cy="142123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FAF29F9-DD05-45C9-8BCB-CCFE682D69C1}"/>
                </a:ext>
              </a:extLst>
            </p:cNvPr>
            <p:cNvCxnSpPr>
              <a:cxnSpLocks/>
            </p:cNvCxnSpPr>
            <p:nvPr/>
          </p:nvCxnSpPr>
          <p:spPr>
            <a:xfrm>
              <a:off x="7098066" y="4447221"/>
              <a:ext cx="178187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E3EEF4-5AD6-4F7A-B028-A05E5942386D}"/>
                </a:ext>
              </a:extLst>
            </p:cNvPr>
            <p:cNvSpPr/>
            <p:nvPr/>
          </p:nvSpPr>
          <p:spPr>
            <a:xfrm>
              <a:off x="7514685" y="4313173"/>
              <a:ext cx="291607" cy="13026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dk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D507E8-A2FF-411E-9BFD-2CE7EF4BF57E}"/>
                </a:ext>
              </a:extLst>
            </p:cNvPr>
            <p:cNvSpPr/>
            <p:nvPr/>
          </p:nvSpPr>
          <p:spPr>
            <a:xfrm>
              <a:off x="7938494" y="4313173"/>
              <a:ext cx="292222" cy="12697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2674C1A-FE7B-40B1-AE8C-1FD49AC95792}"/>
                </a:ext>
              </a:extLst>
            </p:cNvPr>
            <p:cNvSpPr/>
            <p:nvPr/>
          </p:nvSpPr>
          <p:spPr>
            <a:xfrm>
              <a:off x="7093280" y="4313175"/>
              <a:ext cx="260012" cy="133456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E5C2831-BE99-434A-9052-AECC19BC832C}"/>
                </a:ext>
              </a:extLst>
            </p:cNvPr>
            <p:cNvSpPr/>
            <p:nvPr/>
          </p:nvSpPr>
          <p:spPr>
            <a:xfrm>
              <a:off x="8362918" y="4305098"/>
              <a:ext cx="371894" cy="13180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A8759DE-1682-4DD2-B61F-9B1C6CCA88D1}"/>
              </a:ext>
            </a:extLst>
          </p:cNvPr>
          <p:cNvSpPr txBox="1"/>
          <p:nvPr/>
        </p:nvSpPr>
        <p:spPr>
          <a:xfrm rot="16200000">
            <a:off x="774776" y="3670441"/>
            <a:ext cx="110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Trusted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D48E60-3120-4151-9B3E-72FCB53447B7}"/>
              </a:ext>
            </a:extLst>
          </p:cNvPr>
          <p:cNvSpPr txBox="1"/>
          <p:nvPr/>
        </p:nvSpPr>
        <p:spPr>
          <a:xfrm rot="16200000">
            <a:off x="647968" y="2489755"/>
            <a:ext cx="1353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Untrusted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9E1340-33ED-4EB2-9D3F-F2EB31988698}"/>
              </a:ext>
            </a:extLst>
          </p:cNvPr>
          <p:cNvSpPr txBox="1"/>
          <p:nvPr/>
        </p:nvSpPr>
        <p:spPr>
          <a:xfrm>
            <a:off x="1100457" y="5161584"/>
            <a:ext cx="30648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latin typeface="Bookman Old Style" panose="02050604050505020204" pitchFamily="18" charset="0"/>
              </a:rPr>
              <a:t>The input is a finite task set. We consider a mixed critical system having both trusted and untrusted tasks.</a:t>
            </a:r>
          </a:p>
          <a:p>
            <a:pPr algn="just"/>
            <a:endParaRPr lang="en-IN" sz="1600" dirty="0">
              <a:latin typeface="Bookman Old Style" panose="020506040505050202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C1919E-EC64-42AC-88F0-0AC0AFF09058}"/>
              </a:ext>
            </a:extLst>
          </p:cNvPr>
          <p:cNvSpPr txBox="1"/>
          <p:nvPr/>
        </p:nvSpPr>
        <p:spPr>
          <a:xfrm>
            <a:off x="4680360" y="5101418"/>
            <a:ext cx="30648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latin typeface="Bookman Old Style" panose="02050604050505020204" pitchFamily="18" charset="0"/>
              </a:rPr>
              <a:t>Generate all possible EDF schedules online considering multi-rate of victim task and categorise them on their vulnerability type.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4847207-985F-44AC-808F-039998E3DF1A}"/>
              </a:ext>
            </a:extLst>
          </p:cNvPr>
          <p:cNvSpPr/>
          <p:nvPr/>
        </p:nvSpPr>
        <p:spPr>
          <a:xfrm>
            <a:off x="8387435" y="1953504"/>
            <a:ext cx="2350443" cy="2964519"/>
          </a:xfrm>
          <a:prstGeom prst="roundRect">
            <a:avLst>
              <a:gd name="adj" fmla="val 7393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6E2BFB45-DDC9-48A7-B8BF-2A2973732788}"/>
              </a:ext>
            </a:extLst>
          </p:cNvPr>
          <p:cNvSpPr/>
          <p:nvPr/>
        </p:nvSpPr>
        <p:spPr>
          <a:xfrm rot="16200000">
            <a:off x="7996666" y="2608681"/>
            <a:ext cx="392764" cy="524243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98FA75-7266-4D51-9937-71D1C270D26F}"/>
              </a:ext>
            </a:extLst>
          </p:cNvPr>
          <p:cNvSpPr txBox="1"/>
          <p:nvPr/>
        </p:nvSpPr>
        <p:spPr>
          <a:xfrm>
            <a:off x="8138650" y="5101419"/>
            <a:ext cx="2912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latin typeface="Bookman Old Style" panose="02050604050505020204" pitchFamily="18" charset="0"/>
              </a:rPr>
              <a:t>We pick schedules from each category such that the schedule pattern keeps changing the vulnerability type for each task.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C1DF10D-77D8-4ED0-A933-F9BD3CDA6678}"/>
              </a:ext>
            </a:extLst>
          </p:cNvPr>
          <p:cNvCxnSpPr>
            <a:cxnSpLocks/>
          </p:cNvCxnSpPr>
          <p:nvPr/>
        </p:nvCxnSpPr>
        <p:spPr>
          <a:xfrm>
            <a:off x="2578898" y="2663293"/>
            <a:ext cx="0" cy="265778"/>
          </a:xfrm>
          <a:prstGeom prst="straightConnector1">
            <a:avLst/>
          </a:prstGeom>
          <a:ln w="444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972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C707EFA8-9579-4950-9E98-56C817759F59}"/>
              </a:ext>
            </a:extLst>
          </p:cNvPr>
          <p:cNvGrpSpPr/>
          <p:nvPr/>
        </p:nvGrpSpPr>
        <p:grpSpPr>
          <a:xfrm>
            <a:off x="1855722" y="1677606"/>
            <a:ext cx="9475477" cy="3502788"/>
            <a:chOff x="1742706" y="1663206"/>
            <a:chExt cx="9475477" cy="35027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E847AE7-3E6C-468A-A2E7-E6355446EAE3}"/>
                </a:ext>
              </a:extLst>
            </p:cNvPr>
            <p:cNvSpPr/>
            <p:nvPr/>
          </p:nvSpPr>
          <p:spPr>
            <a:xfrm>
              <a:off x="4211587" y="1663206"/>
              <a:ext cx="6994296" cy="2158116"/>
            </a:xfrm>
            <a:prstGeom prst="roundRect">
              <a:avLst>
                <a:gd name="adj" fmla="val 684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65D38FC-7B2D-4D26-8940-F10C781D8A3A}"/>
                </a:ext>
              </a:extLst>
            </p:cNvPr>
            <p:cNvSpPr/>
            <p:nvPr/>
          </p:nvSpPr>
          <p:spPr>
            <a:xfrm>
              <a:off x="1742706" y="1663206"/>
              <a:ext cx="2326729" cy="3427799"/>
            </a:xfrm>
            <a:prstGeom prst="roundRect">
              <a:avLst>
                <a:gd name="adj" fmla="val 551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20A2E6-447F-4AA9-A533-076655412581}"/>
                </a:ext>
              </a:extLst>
            </p:cNvPr>
            <p:cNvSpPr txBox="1"/>
            <p:nvPr/>
          </p:nvSpPr>
          <p:spPr>
            <a:xfrm rot="16200000">
              <a:off x="10191678" y="2486804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09045E-32E9-4C98-920E-2FDCD407B1E8}"/>
                </a:ext>
              </a:extLst>
            </p:cNvPr>
            <p:cNvSpPr txBox="1"/>
            <p:nvPr/>
          </p:nvSpPr>
          <p:spPr>
            <a:xfrm>
              <a:off x="1907254" y="1715415"/>
              <a:ext cx="2036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0AAE67-6C49-4DD4-96E1-6EB2E864D096}"/>
                </a:ext>
              </a:extLst>
            </p:cNvPr>
            <p:cNvGrpSpPr/>
            <p:nvPr/>
          </p:nvGrpSpPr>
          <p:grpSpPr>
            <a:xfrm>
              <a:off x="5837252" y="1724598"/>
              <a:ext cx="2515136" cy="2011624"/>
              <a:chOff x="8198904" y="3315231"/>
              <a:chExt cx="2336201" cy="201162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6F2A2D5-FA60-4F3B-AC03-ABA76FB71568}"/>
                  </a:ext>
                </a:extLst>
              </p:cNvPr>
              <p:cNvSpPr/>
              <p:nvPr/>
            </p:nvSpPr>
            <p:spPr>
              <a:xfrm>
                <a:off x="8198904" y="3347165"/>
                <a:ext cx="2326728" cy="1979690"/>
              </a:xfrm>
              <a:prstGeom prst="roundRect">
                <a:avLst>
                  <a:gd name="adj" fmla="val 488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1AA467-221F-4DD6-A9AC-5D6A17832A0D}"/>
                  </a:ext>
                </a:extLst>
              </p:cNvPr>
              <p:cNvSpPr txBox="1"/>
              <p:nvPr/>
            </p:nvSpPr>
            <p:spPr>
              <a:xfrm>
                <a:off x="8208376" y="3315231"/>
                <a:ext cx="2326729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 algn="l"/>
                <a:r>
                  <a:rPr lang="en-IN" sz="1300" dirty="0"/>
                  <a:t>1. Choose coprime periodicities from switchable periodicities of each control task.</a:t>
                </a:r>
              </a:p>
              <a:p>
                <a:pPr algn="l"/>
                <a:endParaRPr lang="en-IN" sz="1300" dirty="0"/>
              </a:p>
              <a:p>
                <a:pPr algn="l"/>
                <a:r>
                  <a:rPr lang="en-IN" sz="1300" dirty="0"/>
                  <a:t>2. Derive valid fixed-priority schedules for chosen set of  co-prime periodicities.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BF17B8F-599F-4A6E-B9F3-C23F389C8A27}"/>
                  </a:ext>
                </a:extLst>
              </p:cNvPr>
              <p:cNvGrpSpPr/>
              <p:nvPr/>
            </p:nvGrpSpPr>
            <p:grpSpPr>
              <a:xfrm>
                <a:off x="8447471" y="4787829"/>
                <a:ext cx="1829591" cy="435507"/>
                <a:chOff x="7244294" y="5219392"/>
                <a:chExt cx="1829591" cy="435507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9BF8FCA-64D5-4B5C-B4FC-49CBAA2D7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D2F3E73-9525-45A6-8552-A67F45621D4D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4F0FC632-1651-4790-8A0A-5A55EC43CA27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827004EF-AA8E-4E1C-9680-8C5B8DBCF92A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8B00529-5EF4-497D-A079-F605E074490F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E6E5367-21AA-4788-9DD2-FD31D72032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96FD46A-B22C-446B-8E56-2EB2CE0F99A9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5AC84CE-FEE1-4EE9-8F33-AEE9F1667B9B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327B8DA-ED33-4A46-84C4-40B59B709D4D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8D5115F-C607-4186-AC15-73857C85EFCC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B318DBA6-171C-4F29-9BD9-81DB02B8031B}"/>
                </a:ext>
              </a:extLst>
            </p:cNvPr>
            <p:cNvSpPr/>
            <p:nvPr/>
          </p:nvSpPr>
          <p:spPr>
            <a:xfrm>
              <a:off x="8516246" y="3017990"/>
              <a:ext cx="2224817" cy="702515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C1079D-FB64-4D84-8371-30CE8C49C6D4}"/>
                </a:ext>
              </a:extLst>
            </p:cNvPr>
            <p:cNvSpPr txBox="1"/>
            <p:nvPr/>
          </p:nvSpPr>
          <p:spPr>
            <a:xfrm>
              <a:off x="8628639" y="3109065"/>
              <a:ext cx="2018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Attack-Aware Schedule Pool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FE58485-5C63-4214-B999-8FDB8D4E6469}"/>
                </a:ext>
              </a:extLst>
            </p:cNvPr>
            <p:cNvGrpSpPr/>
            <p:nvPr/>
          </p:nvGrpSpPr>
          <p:grpSpPr>
            <a:xfrm>
              <a:off x="1836130" y="2586773"/>
              <a:ext cx="2201946" cy="2437386"/>
              <a:chOff x="1875833" y="1630394"/>
              <a:chExt cx="2201946" cy="243738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3A742377-9A1D-44A3-B3C8-8B76375A8BF6}"/>
                  </a:ext>
                </a:extLst>
              </p:cNvPr>
              <p:cNvGrpSpPr/>
              <p:nvPr/>
            </p:nvGrpSpPr>
            <p:grpSpPr>
              <a:xfrm>
                <a:off x="1875833" y="1630394"/>
                <a:ext cx="2201946" cy="2437386"/>
                <a:chOff x="2050372" y="3517393"/>
                <a:chExt cx="2648708" cy="3558159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D1BF0F22-E899-44BE-8708-67D403FD31E2}"/>
                    </a:ext>
                  </a:extLst>
                </p:cNvPr>
                <p:cNvSpPr/>
                <p:nvPr/>
              </p:nvSpPr>
              <p:spPr>
                <a:xfrm>
                  <a:off x="2050372" y="3517393"/>
                  <a:ext cx="2605133" cy="2187969"/>
                </a:xfrm>
                <a:prstGeom prst="roundRect">
                  <a:avLst>
                    <a:gd name="adj" fmla="val 1589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Rectangle: Rounded Corners 58">
                      <a:extLst>
                        <a:ext uri="{FF2B5EF4-FFF2-40B4-BE49-F238E27FC236}">
                          <a16:creationId xmlns:a16="http://schemas.microsoft.com/office/drawing/2014/main" id="{5A2D183B-8FF5-43A9-A643-4B76D96652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10974" y="3682846"/>
                      <a:ext cx="1911057" cy="796106"/>
                    </a:xfrm>
                    <a:prstGeom prst="roundRect">
                      <a:avLst/>
                    </a:prstGeom>
                    <a:ln/>
                  </p:spPr>
                  <p:style>
                    <a:lnRef idx="1">
                      <a:schemeClr val="accent6"/>
                    </a:lnRef>
                    <a:fillRef idx="2">
                      <a:schemeClr val="accent6"/>
                    </a:fillRef>
                    <a:effectRef idx="1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endParaRPr>
                    </a:p>
                    <a:p>
                      <a:pPr algn="ctr"/>
                      <a:r>
                        <a:rPr lang="en-IN" sz="110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a:t>Task m</a:t>
                      </a:r>
                      <a14:m>
                        <m:oMath xmlns:m="http://schemas.openxmlformats.org/officeDocument/2006/math">
                          <m:r>
                            <a:rPr lang="en-IN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IN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endParaRPr>
                    </a:p>
                    <a:p>
                      <a:pPr algn="ctr"/>
                      <a:r>
                        <a:rPr lang="en-IN" sz="1100" dirty="0">
                          <a:ea typeface="Cambria Math" panose="02040503050406030204" pitchFamily="18" charset="0"/>
                        </a:rPr>
                        <a:t>             </a:t>
                      </a:r>
                      <a:endParaRPr lang="en-IN" sz="1100" dirty="0">
                        <a:solidFill>
                          <a:schemeClr val="bg1"/>
                        </a:solidFill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: Rounded Corners 58">
                      <a:extLst>
                        <a:ext uri="{FF2B5EF4-FFF2-40B4-BE49-F238E27FC236}">
                          <a16:creationId xmlns:a16="http://schemas.microsoft.com/office/drawing/2014/main" id="{5A2D183B-8FF5-43A9-A643-4B76D96652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0974" y="3682846"/>
                      <a:ext cx="1911057" cy="796106"/>
                    </a:xfrm>
                    <a:prstGeom prst="round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EBFD925-BB57-43D7-9F52-AC6CEDB74245}"/>
                    </a:ext>
                  </a:extLst>
                </p:cNvPr>
                <p:cNvSpPr txBox="1"/>
                <p:nvPr/>
              </p:nvSpPr>
              <p:spPr>
                <a:xfrm rot="16200000">
                  <a:off x="1797239" y="4398630"/>
                  <a:ext cx="1121647" cy="5553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dirty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</a:t>
                  </a:r>
                </a:p>
                <a:p>
                  <a:pPr algn="ctr"/>
                  <a:r>
                    <a:rPr lang="en-IN" sz="1200" dirty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Task Set</a:t>
                  </a:r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64436930-5DF1-4E33-854A-597E9F380C5F}"/>
                    </a:ext>
                  </a:extLst>
                </p:cNvPr>
                <p:cNvSpPr/>
                <p:nvPr/>
              </p:nvSpPr>
              <p:spPr>
                <a:xfrm>
                  <a:off x="2086165" y="5864471"/>
                  <a:ext cx="2612915" cy="1189139"/>
                </a:xfrm>
                <a:prstGeom prst="roundRect">
                  <a:avLst>
                    <a:gd name="adj" fmla="val 19061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Rectangle: Rounded Corners 61">
                      <a:extLst>
                        <a:ext uri="{FF2B5EF4-FFF2-40B4-BE49-F238E27FC236}">
                          <a16:creationId xmlns:a16="http://schemas.microsoft.com/office/drawing/2014/main" id="{14E7D5FB-45A8-4D85-ACEB-FA96AE14EA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661" y="6177950"/>
                      <a:ext cx="1985417" cy="562245"/>
                    </a:xfrm>
                    <a:prstGeom prst="round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100" dirty="0">
                          <a:ea typeface="Cambria Math" panose="02040503050406030204" pitchFamily="18" charset="0"/>
                        </a:rPr>
                        <a:t>Task n</a:t>
                      </a:r>
                      <a14:m>
                        <m:oMath xmlns:m="http://schemas.openxmlformats.org/officeDocument/2006/math"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IN" sz="1100" dirty="0"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: Rounded Corners 61">
                      <a:extLst>
                        <a:ext uri="{FF2B5EF4-FFF2-40B4-BE49-F238E27FC236}">
                          <a16:creationId xmlns:a16="http://schemas.microsoft.com/office/drawing/2014/main" id="{14E7D5FB-45A8-4D85-ACEB-FA96AE14EA9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97661" y="6177950"/>
                      <a:ext cx="1985417" cy="562245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1DDC1F7-D643-4FA8-B3A2-E38C11F3F9B6}"/>
                    </a:ext>
                  </a:extLst>
                </p:cNvPr>
                <p:cNvSpPr txBox="1"/>
                <p:nvPr/>
              </p:nvSpPr>
              <p:spPr>
                <a:xfrm rot="16200000">
                  <a:off x="1788315" y="6210856"/>
                  <a:ext cx="1211080" cy="5183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20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100" dirty="0">
                      <a:solidFill>
                        <a:srgbClr val="FF0000"/>
                      </a:solidFill>
                    </a:rPr>
                    <a:t>Untrusted </a:t>
                  </a:r>
                </a:p>
                <a:p>
                  <a:r>
                    <a:rPr lang="en-IN" sz="1100" dirty="0">
                      <a:solidFill>
                        <a:srgbClr val="FF0000"/>
                      </a:solidFill>
                    </a:rPr>
                    <a:t>Tasks</a:t>
                  </a:r>
                </a:p>
              </p:txBody>
            </p:sp>
          </p:grp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C97FF077-8A85-4BD6-87BC-D61437E089AD}"/>
                  </a:ext>
                </a:extLst>
              </p:cNvPr>
              <p:cNvSpPr/>
              <p:nvPr/>
            </p:nvSpPr>
            <p:spPr>
              <a:xfrm>
                <a:off x="2324066" y="2358132"/>
                <a:ext cx="1595423" cy="652753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1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11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System Specification corresponding to trusted control tasks</a:t>
                </a:r>
              </a:p>
              <a:p>
                <a:pPr algn="ctr"/>
                <a:r>
                  <a:rPr lang="en-IN" sz="1100" dirty="0">
                    <a:ea typeface="Cambria Math" panose="02040503050406030204" pitchFamily="18" charset="0"/>
                  </a:rPr>
                  <a:t>             </a:t>
                </a:r>
                <a:endParaRPr lang="en-IN" sz="11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FA14913-922A-4214-926C-C4E1C41C188D}"/>
                </a:ext>
              </a:extLst>
            </p:cNvPr>
            <p:cNvGrpSpPr/>
            <p:nvPr/>
          </p:nvGrpSpPr>
          <p:grpSpPr>
            <a:xfrm>
              <a:off x="4174629" y="1798950"/>
              <a:ext cx="1548154" cy="1983476"/>
              <a:chOff x="4174629" y="1798950"/>
              <a:chExt cx="1548154" cy="2047392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1C61336-6C12-4C75-99F3-779DDDF8C097}"/>
                  </a:ext>
                </a:extLst>
              </p:cNvPr>
              <p:cNvSpPr/>
              <p:nvPr/>
            </p:nvSpPr>
            <p:spPr>
              <a:xfrm>
                <a:off x="4276768" y="1798950"/>
                <a:ext cx="1446015" cy="1983476"/>
              </a:xfrm>
              <a:prstGeom prst="roundRect">
                <a:avLst>
                  <a:gd name="adj" fmla="val 1673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06956C45-99E2-4DF1-9378-6DFD8496F8EB}"/>
                      </a:ext>
                    </a:extLst>
                  </p:cNvPr>
                  <p:cNvSpPr txBox="1"/>
                  <p:nvPr/>
                </p:nvSpPr>
                <p:spPr>
                  <a:xfrm>
                    <a:off x="4174629" y="1837587"/>
                    <a:ext cx="1547060" cy="2008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1400" dirty="0"/>
                      <a:t>Deriving set of switchable periodicities for control tasks to maintain system stability </a:t>
                    </a:r>
                  </a:p>
                  <a:p>
                    <a:endParaRPr lang="en-IN" sz="1400" b="0" dirty="0"/>
                  </a:p>
                  <a:p>
                    <a:r>
                      <a:rPr lang="en-IN" sz="1200" b="0" i="1" dirty="0"/>
                      <a:t>Task m</a:t>
                    </a:r>
                    <a14:m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IN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..)</m:t>
                        </m:r>
                      </m:oMath>
                    </a14:m>
                    <a:endParaRPr lang="en-IN" sz="1200" b="0" i="1" dirty="0"/>
                  </a:p>
                  <a:p>
                    <a:endParaRPr lang="en-IN" sz="14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06956C45-99E2-4DF1-9378-6DFD8496F8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4629" y="1837587"/>
                    <a:ext cx="1547060" cy="200875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94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E2BECEC-B5EB-4C61-A2B3-30CC03A45FFC}"/>
                </a:ext>
              </a:extLst>
            </p:cNvPr>
            <p:cNvGrpSpPr/>
            <p:nvPr/>
          </p:nvGrpSpPr>
          <p:grpSpPr>
            <a:xfrm>
              <a:off x="8444627" y="1766640"/>
              <a:ext cx="2262551" cy="1126599"/>
              <a:chOff x="8479260" y="630894"/>
              <a:chExt cx="2262551" cy="1126599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1E589C2-1EB9-4F21-9562-C13B24C3E525}"/>
                  </a:ext>
                </a:extLst>
              </p:cNvPr>
              <p:cNvSpPr/>
              <p:nvPr/>
            </p:nvSpPr>
            <p:spPr>
              <a:xfrm>
                <a:off x="8479260" y="630894"/>
                <a:ext cx="2224817" cy="1126599"/>
              </a:xfrm>
              <a:prstGeom prst="roundRect">
                <a:avLst>
                  <a:gd name="adj" fmla="val 809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46F441C-98D2-4813-BA1B-1D6E15A4CA12}"/>
                  </a:ext>
                </a:extLst>
              </p:cNvPr>
              <p:cNvSpPr txBox="1"/>
              <p:nvPr/>
            </p:nvSpPr>
            <p:spPr>
              <a:xfrm>
                <a:off x="8484622" y="688069"/>
                <a:ext cx="225718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Analyse attack success probability corresponding to each victim task given a valid schedule</a:t>
                </a:r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94946DE-2212-47C4-96CF-E98C52E489A0}"/>
                </a:ext>
              </a:extLst>
            </p:cNvPr>
            <p:cNvSpPr/>
            <p:nvPr/>
          </p:nvSpPr>
          <p:spPr>
            <a:xfrm>
              <a:off x="4211587" y="3888634"/>
              <a:ext cx="6994296" cy="1202372"/>
            </a:xfrm>
            <a:prstGeom prst="roundRect">
              <a:avLst>
                <a:gd name="adj" fmla="val 14815"/>
              </a:avLst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0FAB42BA-562F-401B-8084-A5B000D976A7}"/>
                </a:ext>
              </a:extLst>
            </p:cNvPr>
            <p:cNvSpPr/>
            <p:nvPr/>
          </p:nvSpPr>
          <p:spPr>
            <a:xfrm>
              <a:off x="4333242" y="3991241"/>
              <a:ext cx="1871663" cy="1046399"/>
            </a:xfrm>
            <a:prstGeom prst="roundRect">
              <a:avLst>
                <a:gd name="adj" fmla="val 1673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1C62D60-42E0-491E-AF7D-BBB41311338B}"/>
                </a:ext>
              </a:extLst>
            </p:cNvPr>
            <p:cNvSpPr txBox="1"/>
            <p:nvPr/>
          </p:nvSpPr>
          <p:spPr>
            <a:xfrm rot="16200000">
              <a:off x="10400648" y="4348459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794EAEE-64A5-4A61-92C9-5B3C35038084}"/>
                </a:ext>
              </a:extLst>
            </p:cNvPr>
            <p:cNvSpPr txBox="1"/>
            <p:nvPr/>
          </p:nvSpPr>
          <p:spPr>
            <a:xfrm>
              <a:off x="4448709" y="4058993"/>
              <a:ext cx="14895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Change in Plant Residue Mean &gt; Threshold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19E291A-DBF8-41A8-8FCD-1C506757B52A}"/>
                </a:ext>
              </a:extLst>
            </p:cNvPr>
            <p:cNvGrpSpPr/>
            <p:nvPr/>
          </p:nvGrpSpPr>
          <p:grpSpPr>
            <a:xfrm>
              <a:off x="7142561" y="3949033"/>
              <a:ext cx="3770160" cy="677113"/>
              <a:chOff x="6686830" y="3974738"/>
              <a:chExt cx="1993810" cy="931917"/>
            </a:xfrm>
          </p:grpSpPr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E35846FD-4CA8-41E0-885E-A86691F032B6}"/>
                  </a:ext>
                </a:extLst>
              </p:cNvPr>
              <p:cNvSpPr/>
              <p:nvPr/>
            </p:nvSpPr>
            <p:spPr>
              <a:xfrm>
                <a:off x="6686830" y="3974738"/>
                <a:ext cx="1935530" cy="931917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7BA1DE8-0AED-4F1D-A074-1637EBEE07EB}"/>
                  </a:ext>
                </a:extLst>
              </p:cNvPr>
              <p:cNvSpPr txBox="1"/>
              <p:nvPr/>
            </p:nvSpPr>
            <p:spPr>
              <a:xfrm>
                <a:off x="6697838" y="4137090"/>
                <a:ext cx="198280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Deploy Schedule Selection Algorithm after each hyperperiod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E70D121-D55A-4BC5-913A-1CB8A4F6E6EF}"/>
                </a:ext>
              </a:extLst>
            </p:cNvPr>
            <p:cNvSpPr txBox="1"/>
            <p:nvPr/>
          </p:nvSpPr>
          <p:spPr>
            <a:xfrm>
              <a:off x="5525999" y="3849172"/>
              <a:ext cx="1982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Yes</a:t>
              </a:r>
            </a:p>
          </p:txBody>
        </p: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39292F88-B526-4944-A430-BA6426880BD2}"/>
                </a:ext>
              </a:extLst>
            </p:cNvPr>
            <p:cNvSpPr/>
            <p:nvPr/>
          </p:nvSpPr>
          <p:spPr>
            <a:xfrm>
              <a:off x="3966775" y="2700110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004FC920-20C1-4A2D-A0E0-DC69F377DC4D}"/>
                </a:ext>
              </a:extLst>
            </p:cNvPr>
            <p:cNvSpPr/>
            <p:nvPr/>
          </p:nvSpPr>
          <p:spPr>
            <a:xfrm>
              <a:off x="5659616" y="2324648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48801F52-48E7-4BEA-AEE9-43697F6BC002}"/>
                </a:ext>
              </a:extLst>
            </p:cNvPr>
            <p:cNvSpPr/>
            <p:nvPr/>
          </p:nvSpPr>
          <p:spPr>
            <a:xfrm rot="5400000">
              <a:off x="9115344" y="2833480"/>
              <a:ext cx="323203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Arrow: Right 85">
              <a:extLst>
                <a:ext uri="{FF2B5EF4-FFF2-40B4-BE49-F238E27FC236}">
                  <a16:creationId xmlns:a16="http://schemas.microsoft.com/office/drawing/2014/main" id="{AF83D681-7B20-482F-A08E-5DC60F1E917F}"/>
                </a:ext>
              </a:extLst>
            </p:cNvPr>
            <p:cNvSpPr/>
            <p:nvPr/>
          </p:nvSpPr>
          <p:spPr>
            <a:xfrm>
              <a:off x="8187224" y="2166530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C12E743-4A94-47C5-A11A-CB87B56E1E53}"/>
                </a:ext>
              </a:extLst>
            </p:cNvPr>
            <p:cNvSpPr txBox="1"/>
            <p:nvPr/>
          </p:nvSpPr>
          <p:spPr>
            <a:xfrm>
              <a:off x="5572039" y="4585903"/>
              <a:ext cx="1982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No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AAFC06E-F215-4BF3-8FFA-3A7B098FFC95}"/>
                </a:ext>
              </a:extLst>
            </p:cNvPr>
            <p:cNvGrpSpPr/>
            <p:nvPr/>
          </p:nvGrpSpPr>
          <p:grpSpPr>
            <a:xfrm>
              <a:off x="7150340" y="4708174"/>
              <a:ext cx="3762379" cy="329468"/>
              <a:chOff x="6587823" y="3970330"/>
              <a:chExt cx="1989695" cy="453449"/>
            </a:xfrm>
          </p:grpSpPr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612DC07D-4946-4BAC-93A1-12D1834370C4}"/>
                  </a:ext>
                </a:extLst>
              </p:cNvPr>
              <p:cNvSpPr/>
              <p:nvPr/>
            </p:nvSpPr>
            <p:spPr>
              <a:xfrm>
                <a:off x="6587823" y="4000183"/>
                <a:ext cx="1935530" cy="423596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B9A111D-3EFB-46D6-AEFE-A7582E3F4FDF}"/>
                  </a:ext>
                </a:extLst>
              </p:cNvPr>
              <p:cNvSpPr txBox="1"/>
              <p:nvPr/>
            </p:nvSpPr>
            <p:spPr>
              <a:xfrm>
                <a:off x="6594716" y="3970330"/>
                <a:ext cx="1982802" cy="423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Execute in fixed-priority sampling period</a:t>
                </a:r>
              </a:p>
            </p:txBody>
          </p:sp>
        </p:grp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B120DAB8-A831-4B85-8CA6-4BA78263B926}"/>
                </a:ext>
              </a:extLst>
            </p:cNvPr>
            <p:cNvSpPr/>
            <p:nvPr/>
          </p:nvSpPr>
          <p:spPr>
            <a:xfrm>
              <a:off x="6162371" y="4790090"/>
              <a:ext cx="1141705" cy="22975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Arrow: Right 79">
              <a:extLst>
                <a:ext uri="{FF2B5EF4-FFF2-40B4-BE49-F238E27FC236}">
                  <a16:creationId xmlns:a16="http://schemas.microsoft.com/office/drawing/2014/main" id="{E8C0F226-84B5-471F-ACF1-B65D517F77CA}"/>
                </a:ext>
              </a:extLst>
            </p:cNvPr>
            <p:cNvSpPr/>
            <p:nvPr/>
          </p:nvSpPr>
          <p:spPr>
            <a:xfrm>
              <a:off x="6204905" y="4155369"/>
              <a:ext cx="943819" cy="184863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6565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057A529-FEB7-44F6-A9CB-CBB1CB6A4107}"/>
              </a:ext>
            </a:extLst>
          </p:cNvPr>
          <p:cNvSpPr/>
          <p:nvPr/>
        </p:nvSpPr>
        <p:spPr>
          <a:xfrm>
            <a:off x="2522368" y="2050634"/>
            <a:ext cx="3913636" cy="1992739"/>
          </a:xfrm>
          <a:prstGeom prst="roundRect">
            <a:avLst>
              <a:gd name="adj" fmla="val 672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DCA8EE4-BFDE-4AA3-A6C2-D6570B996173}"/>
              </a:ext>
            </a:extLst>
          </p:cNvPr>
          <p:cNvSpPr/>
          <p:nvPr/>
        </p:nvSpPr>
        <p:spPr>
          <a:xfrm>
            <a:off x="6446643" y="1988957"/>
            <a:ext cx="2217490" cy="19927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D3FEDA6-4429-4913-A3AC-6D7F752FE5F0}"/>
                  </a:ext>
                </a:extLst>
              </p:cNvPr>
              <p:cNvSpPr txBox="1"/>
              <p:nvPr/>
            </p:nvSpPr>
            <p:spPr>
              <a:xfrm>
                <a:off x="8169779" y="2325302"/>
                <a:ext cx="4184762" cy="277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dirty="0"/>
                  <a:t>Attacker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1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IN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njects Falsified Data in Shared Buffer with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D3FEDA6-4429-4913-A3AC-6D7F752FE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779" y="2325302"/>
                <a:ext cx="4184762" cy="277993"/>
              </a:xfrm>
              <a:prstGeom prst="rect">
                <a:avLst/>
              </a:prstGeom>
              <a:blipFill>
                <a:blip r:embed="rId2"/>
                <a:stretch>
                  <a:fillRect t="-2174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FD32EDCC-8308-4144-90F1-44E4D80A4691}"/>
              </a:ext>
            </a:extLst>
          </p:cNvPr>
          <p:cNvSpPr/>
          <p:nvPr/>
        </p:nvSpPr>
        <p:spPr>
          <a:xfrm>
            <a:off x="2667566" y="953961"/>
            <a:ext cx="830480" cy="416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ACF6218-EADB-4865-8BD8-E7B832589B4E}"/>
              </a:ext>
            </a:extLst>
          </p:cNvPr>
          <p:cNvSpPr/>
          <p:nvPr/>
        </p:nvSpPr>
        <p:spPr>
          <a:xfrm>
            <a:off x="4285807" y="953961"/>
            <a:ext cx="695272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BE218B-327C-46F3-B8FB-D84F4A646BA9}"/>
              </a:ext>
            </a:extLst>
          </p:cNvPr>
          <p:cNvSpPr/>
          <p:nvPr/>
        </p:nvSpPr>
        <p:spPr>
          <a:xfrm>
            <a:off x="6397894" y="944392"/>
            <a:ext cx="750610" cy="42716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6C0E22-4085-4E28-8D11-80C0C0142260}"/>
              </a:ext>
            </a:extLst>
          </p:cNvPr>
          <p:cNvCxnSpPr>
            <a:cxnSpLocks/>
          </p:cNvCxnSpPr>
          <p:nvPr/>
        </p:nvCxnSpPr>
        <p:spPr>
          <a:xfrm flipV="1">
            <a:off x="2550247" y="700335"/>
            <a:ext cx="0" cy="670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471541D-B58F-4A6E-A24F-21F7562BF7C6}"/>
              </a:ext>
            </a:extLst>
          </p:cNvPr>
          <p:cNvCxnSpPr>
            <a:cxnSpLocks/>
          </p:cNvCxnSpPr>
          <p:nvPr/>
        </p:nvCxnSpPr>
        <p:spPr>
          <a:xfrm>
            <a:off x="2522368" y="1370571"/>
            <a:ext cx="487472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Grafik 44" descr="Teufelsgesicht mit einfarbiger Füllung">
            <a:extLst>
              <a:ext uri="{FF2B5EF4-FFF2-40B4-BE49-F238E27FC236}">
                <a16:creationId xmlns:a16="http://schemas.microsoft.com/office/drawing/2014/main" id="{C22AB894-E114-4DE5-9987-AD616B4CD4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6688" y="574584"/>
            <a:ext cx="455995" cy="405579"/>
          </a:xfrm>
          <a:prstGeom prst="rect">
            <a:avLst/>
          </a:prstGeom>
        </p:spPr>
      </p:pic>
      <p:sp>
        <p:nvSpPr>
          <p:cNvPr id="60" name="Gewitterblitz 40">
            <a:extLst>
              <a:ext uri="{FF2B5EF4-FFF2-40B4-BE49-F238E27FC236}">
                <a16:creationId xmlns:a16="http://schemas.microsoft.com/office/drawing/2014/main" id="{77A8334E-DAF7-48BC-A439-EC2D4E4E047E}"/>
              </a:ext>
            </a:extLst>
          </p:cNvPr>
          <p:cNvSpPr/>
          <p:nvPr/>
        </p:nvSpPr>
        <p:spPr>
          <a:xfrm rot="3089867">
            <a:off x="552644" y="943557"/>
            <a:ext cx="493201" cy="413679"/>
          </a:xfrm>
          <a:prstGeom prst="lightningBol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6FDC455-5809-4411-92EE-0F222AB65B21}"/>
                  </a:ext>
                </a:extLst>
              </p:cNvPr>
              <p:cNvSpPr txBox="1"/>
              <p:nvPr/>
            </p:nvSpPr>
            <p:spPr>
              <a:xfrm>
                <a:off x="8534017" y="659850"/>
                <a:ext cx="669293" cy="4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6FDC455-5809-4411-92EE-0F222AB65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017" y="659850"/>
                <a:ext cx="669293" cy="490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38D37BD-1882-4005-945D-D47B71E9AAE7}"/>
                  </a:ext>
                </a:extLst>
              </p:cNvPr>
              <p:cNvSpPr txBox="1"/>
              <p:nvPr/>
            </p:nvSpPr>
            <p:spPr>
              <a:xfrm>
                <a:off x="8743107" y="734890"/>
                <a:ext cx="669293" cy="4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38D37BD-1882-4005-945D-D47B71E9A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107" y="734890"/>
                <a:ext cx="669293" cy="4905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AB3F6A7-E278-424E-9BA2-9C680B07C22C}"/>
                  </a:ext>
                </a:extLst>
              </p:cNvPr>
              <p:cNvSpPr txBox="1"/>
              <p:nvPr/>
            </p:nvSpPr>
            <p:spPr>
              <a:xfrm>
                <a:off x="9496029" y="1039550"/>
                <a:ext cx="669293" cy="4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AB3F6A7-E278-424E-9BA2-9C680B07C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029" y="1039550"/>
                <a:ext cx="669293" cy="4905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CBADFFD-ABE3-4069-9B0D-D2D6711C0C43}"/>
              </a:ext>
            </a:extLst>
          </p:cNvPr>
          <p:cNvSpPr txBox="1"/>
          <p:nvPr/>
        </p:nvSpPr>
        <p:spPr>
          <a:xfrm>
            <a:off x="9830675" y="-27976"/>
            <a:ext cx="1748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Uniprocessor System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68D8D3-319C-4550-A2CE-95C5874E0802}"/>
              </a:ext>
            </a:extLst>
          </p:cNvPr>
          <p:cNvGrpSpPr/>
          <p:nvPr/>
        </p:nvGrpSpPr>
        <p:grpSpPr>
          <a:xfrm>
            <a:off x="2583664" y="2120091"/>
            <a:ext cx="3810309" cy="1494253"/>
            <a:chOff x="4044545" y="4885313"/>
            <a:chExt cx="6977287" cy="280024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BAB4136-2D0D-48B9-BCC2-AB92355F4B47}"/>
                </a:ext>
              </a:extLst>
            </p:cNvPr>
            <p:cNvSpPr/>
            <p:nvPr/>
          </p:nvSpPr>
          <p:spPr>
            <a:xfrm>
              <a:off x="6668020" y="4885313"/>
              <a:ext cx="2764949" cy="975578"/>
            </a:xfrm>
            <a:prstGeom prst="roundRect">
              <a:avLst>
                <a:gd name="adj" fmla="val 994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63E0DBF-F4C2-45A1-A56E-0C4E9E1CA91F}"/>
                    </a:ext>
                  </a:extLst>
                </p:cNvPr>
                <p:cNvSpPr txBox="1"/>
                <p:nvPr/>
              </p:nvSpPr>
              <p:spPr>
                <a:xfrm>
                  <a:off x="6253250" y="4937560"/>
                  <a:ext cx="3599428" cy="43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+1]=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𝐴𝑥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𝐵𝑢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IN" sz="9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63E0DBF-F4C2-45A1-A56E-0C4E9E1CA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250" y="4937560"/>
                  <a:ext cx="3599428" cy="432581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5EA4B03-B838-4D80-8F8B-7C7C22982D79}"/>
                    </a:ext>
                  </a:extLst>
                </p:cNvPr>
                <p:cNvSpPr txBox="1"/>
                <p:nvPr/>
              </p:nvSpPr>
              <p:spPr>
                <a:xfrm>
                  <a:off x="6847255" y="5379721"/>
                  <a:ext cx="2362464" cy="43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]=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𝐶𝑥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𝐷𝑢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IN" sz="9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5EA4B03-B838-4D80-8F8B-7C7C22982D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7255" y="5379721"/>
                  <a:ext cx="2362464" cy="432581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956A604-7CE7-43EF-99CD-E5765A2F975B}"/>
                </a:ext>
              </a:extLst>
            </p:cNvPr>
            <p:cNvSpPr/>
            <p:nvPr/>
          </p:nvSpPr>
          <p:spPr>
            <a:xfrm>
              <a:off x="4318035" y="6315051"/>
              <a:ext cx="867475" cy="47657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FF0766-C17C-4306-96EE-1FF6B0433495}"/>
                </a:ext>
              </a:extLst>
            </p:cNvPr>
            <p:cNvSpPr txBox="1"/>
            <p:nvPr/>
          </p:nvSpPr>
          <p:spPr>
            <a:xfrm>
              <a:off x="4605715" y="6368671"/>
              <a:ext cx="476799" cy="432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K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9F4F4-7210-4D40-8109-22A8F801A063}"/>
                </a:ext>
              </a:extLst>
            </p:cNvPr>
            <p:cNvSpPr/>
            <p:nvPr/>
          </p:nvSpPr>
          <p:spPr>
            <a:xfrm>
              <a:off x="4577015" y="5208719"/>
              <a:ext cx="349514" cy="3142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aseline="-25000" dirty="0"/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D2F163FA-ED77-445B-B74B-6A4CDF3F3CA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6802123" y="4670233"/>
              <a:ext cx="650518" cy="4868992"/>
            </a:xfrm>
            <a:prstGeom prst="bentConnector3">
              <a:avLst>
                <a:gd name="adj1" fmla="val -75749"/>
              </a:avLst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793E16-BEB3-4EFA-8149-72D8ADB3C0B1}"/>
                </a:ext>
              </a:extLst>
            </p:cNvPr>
            <p:cNvCxnSpPr>
              <a:cxnSpLocks/>
              <a:stCxn id="8" idx="6"/>
              <a:endCxn id="3" idx="1"/>
            </p:cNvCxnSpPr>
            <p:nvPr/>
          </p:nvCxnSpPr>
          <p:spPr>
            <a:xfrm>
              <a:off x="4926529" y="5365819"/>
              <a:ext cx="1741491" cy="7283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CBDD2B-D3AF-4665-B475-698B54C9763D}"/>
                </a:ext>
              </a:extLst>
            </p:cNvPr>
            <p:cNvCxnSpPr>
              <a:cxnSpLocks/>
            </p:cNvCxnSpPr>
            <p:nvPr/>
          </p:nvCxnSpPr>
          <p:spPr>
            <a:xfrm>
              <a:off x="4044545" y="5384671"/>
              <a:ext cx="532470" cy="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3723EB6C-D3DC-4803-AD7F-99FACB01A18D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rot="16200000" flipH="1">
              <a:off x="9343409" y="5450815"/>
              <a:ext cx="1011752" cy="815562"/>
            </a:xfrm>
            <a:prstGeom prst="bentConnector3">
              <a:avLst>
                <a:gd name="adj1" fmla="val 1658"/>
              </a:avLst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638E8E9-E505-466F-8B10-4B3DFCCF4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7114" y="6678672"/>
              <a:ext cx="0" cy="543193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CB55F19-22A7-4B54-8AEE-46C311C9FDA1}"/>
                </a:ext>
              </a:extLst>
            </p:cNvPr>
            <p:cNvSpPr/>
            <p:nvPr/>
          </p:nvSpPr>
          <p:spPr>
            <a:xfrm>
              <a:off x="7584074" y="6283691"/>
              <a:ext cx="867475" cy="47657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7BB445-81E2-44E2-AB93-BF1307F86274}"/>
                </a:ext>
              </a:extLst>
            </p:cNvPr>
            <p:cNvSpPr txBox="1"/>
            <p:nvPr/>
          </p:nvSpPr>
          <p:spPr>
            <a:xfrm>
              <a:off x="7871754" y="6337312"/>
              <a:ext cx="476799" cy="432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L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13CDFFD-809F-4054-8C31-335DF702E1FE}"/>
                </a:ext>
              </a:extLst>
            </p:cNvPr>
            <p:cNvCxnSpPr>
              <a:cxnSpLocks/>
              <a:stCxn id="20" idx="2"/>
              <a:endCxn id="14" idx="3"/>
            </p:cNvCxnSpPr>
            <p:nvPr/>
          </p:nvCxnSpPr>
          <p:spPr>
            <a:xfrm flipH="1">
              <a:off x="8451549" y="6521572"/>
              <a:ext cx="1630760" cy="405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4F62F80-D347-402E-A0AB-6BB73C325F85}"/>
                </a:ext>
              </a:extLst>
            </p:cNvPr>
            <p:cNvGrpSpPr/>
            <p:nvPr/>
          </p:nvGrpSpPr>
          <p:grpSpPr>
            <a:xfrm>
              <a:off x="5213823" y="7191703"/>
              <a:ext cx="3865639" cy="493853"/>
              <a:chOff x="9057454" y="12628219"/>
              <a:chExt cx="867475" cy="47657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03D6583-D2E5-498C-97F5-C3B231BE64E7}"/>
                  </a:ext>
                </a:extLst>
              </p:cNvPr>
              <p:cNvSpPr/>
              <p:nvPr/>
            </p:nvSpPr>
            <p:spPr>
              <a:xfrm>
                <a:off x="9057454" y="12628219"/>
                <a:ext cx="867475" cy="476572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9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E470FC-954A-4F17-A06A-CE32D801E8A8}"/>
                  </a:ext>
                </a:extLst>
              </p:cNvPr>
              <p:cNvSpPr txBox="1"/>
              <p:nvPr/>
            </p:nvSpPr>
            <p:spPr>
              <a:xfrm>
                <a:off x="9345134" y="12681839"/>
                <a:ext cx="476799" cy="41744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endParaRPr lang="en-IN" sz="9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983E1F3-65F9-428D-8CD0-87BDF8D5A751}"/>
                    </a:ext>
                  </a:extLst>
                </p:cNvPr>
                <p:cNvSpPr txBox="1"/>
                <p:nvPr/>
              </p:nvSpPr>
              <p:spPr>
                <a:xfrm>
                  <a:off x="5213823" y="7245323"/>
                  <a:ext cx="3865640" cy="43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𝐵𝑢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983E1F3-65F9-428D-8CD0-87BDF8D5A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3823" y="7245323"/>
                  <a:ext cx="3865640" cy="432581"/>
                </a:xfrm>
                <a:prstGeom prst="rect">
                  <a:avLst/>
                </a:prstGeom>
                <a:blipFill>
                  <a:blip r:embed="rId10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8564E3E8-C99C-443A-9FFA-11930D29D15F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rot="10800000" flipV="1">
              <a:off x="7062910" y="6521976"/>
              <a:ext cx="521164" cy="669727"/>
            </a:xfrm>
            <a:prstGeom prst="bentConnector2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BB2043-8050-425D-BC9A-A709180E312F}"/>
                </a:ext>
              </a:extLst>
            </p:cNvPr>
            <p:cNvSpPr/>
            <p:nvPr/>
          </p:nvSpPr>
          <p:spPr>
            <a:xfrm>
              <a:off x="10082309" y="6364472"/>
              <a:ext cx="349514" cy="3142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aseline="-25000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9AC7471-A6E1-4B70-9EE9-C204929CD6DF}"/>
                </a:ext>
              </a:extLst>
            </p:cNvPr>
            <p:cNvSpPr/>
            <p:nvPr/>
          </p:nvSpPr>
          <p:spPr>
            <a:xfrm>
              <a:off x="9969365" y="7183065"/>
              <a:ext cx="534191" cy="47657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E74D3C-511C-48EB-B1C5-AE3E46055E50}"/>
                </a:ext>
              </a:extLst>
            </p:cNvPr>
            <p:cNvSpPr txBox="1"/>
            <p:nvPr/>
          </p:nvSpPr>
          <p:spPr>
            <a:xfrm>
              <a:off x="10075397" y="7213225"/>
              <a:ext cx="293614" cy="432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C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365DEB9-928E-4E9C-9536-5E987BCF5090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9079462" y="7421351"/>
              <a:ext cx="889903" cy="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FEE5050-0221-47A3-9F57-EA7E0D7C69F0}"/>
                </a:ext>
              </a:extLst>
            </p:cNvPr>
            <p:cNvCxnSpPr>
              <a:cxnSpLocks/>
            </p:cNvCxnSpPr>
            <p:nvPr/>
          </p:nvCxnSpPr>
          <p:spPr>
            <a:xfrm>
              <a:off x="10503556" y="7421351"/>
              <a:ext cx="407487" cy="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1716E17-5FE8-4F8E-8DE3-E2AB485A51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6461" y="5359207"/>
              <a:ext cx="678324" cy="2489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EB81F44-1011-414E-913D-8B9F43830221}"/>
                </a:ext>
              </a:extLst>
            </p:cNvPr>
            <p:cNvCxnSpPr>
              <a:cxnSpLocks/>
              <a:stCxn id="6" idx="0"/>
              <a:endCxn id="8" idx="4"/>
            </p:cNvCxnSpPr>
            <p:nvPr/>
          </p:nvCxnSpPr>
          <p:spPr>
            <a:xfrm flipH="1" flipV="1">
              <a:off x="4751772" y="5522919"/>
              <a:ext cx="1" cy="792132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5D24915-4F39-4AA9-A6E0-88B9CE449CB0}"/>
                    </a:ext>
                  </a:extLst>
                </p:cNvPr>
                <p:cNvSpPr txBox="1"/>
                <p:nvPr/>
              </p:nvSpPr>
              <p:spPr>
                <a:xfrm>
                  <a:off x="9412826" y="7072808"/>
                  <a:ext cx="415873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IN" sz="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5D24915-4F39-4AA9-A6E0-88B9CE449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2826" y="7072808"/>
                  <a:ext cx="415873" cy="4325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8D40A70-DA0A-41DC-86EE-9830B7F00FDF}"/>
                    </a:ext>
                  </a:extLst>
                </p:cNvPr>
                <p:cNvSpPr txBox="1"/>
                <p:nvPr/>
              </p:nvSpPr>
              <p:spPr>
                <a:xfrm>
                  <a:off x="10550728" y="6942976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IN" sz="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9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8D40A70-DA0A-41DC-86EE-9830B7F00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0728" y="6942976"/>
                  <a:ext cx="471104" cy="43258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16DF176-09F1-4920-8146-36AB8825D092}"/>
                    </a:ext>
                  </a:extLst>
                </p:cNvPr>
                <p:cNvSpPr txBox="1"/>
                <p:nvPr/>
              </p:nvSpPr>
              <p:spPr>
                <a:xfrm>
                  <a:off x="9604290" y="5010317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16DF176-09F1-4920-8146-36AB8825D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290" y="5010317"/>
                  <a:ext cx="471104" cy="43258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F154381-2BB0-4934-A4CD-84614A266648}"/>
                    </a:ext>
                  </a:extLst>
                </p:cNvPr>
                <p:cNvSpPr txBox="1"/>
                <p:nvPr/>
              </p:nvSpPr>
              <p:spPr>
                <a:xfrm>
                  <a:off x="4082481" y="4967293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F154381-2BB0-4934-A4CD-84614A266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481" y="4967293"/>
                  <a:ext cx="471104" cy="43258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54E00E4-FEA8-4587-ADF0-283333D13422}"/>
                    </a:ext>
                  </a:extLst>
                </p:cNvPr>
                <p:cNvSpPr txBox="1"/>
                <p:nvPr/>
              </p:nvSpPr>
              <p:spPr>
                <a:xfrm>
                  <a:off x="5550865" y="5031900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54E00E4-FEA8-4587-ADF0-283333D134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865" y="5031900"/>
                  <a:ext cx="471104" cy="43258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B3D6C0D-92FA-4CFF-B10D-6ACC382F50A3}"/>
                </a:ext>
              </a:extLst>
            </p:cNvPr>
            <p:cNvCxnSpPr>
              <a:cxnSpLocks/>
            </p:cNvCxnSpPr>
            <p:nvPr/>
          </p:nvCxnSpPr>
          <p:spPr>
            <a:xfrm>
              <a:off x="5772631" y="5384443"/>
              <a:ext cx="0" cy="1798621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177968-7178-411C-8085-47D2B18A2671}"/>
                    </a:ext>
                  </a:extLst>
                </p:cNvPr>
                <p:cNvSpPr txBox="1"/>
                <p:nvPr/>
              </p:nvSpPr>
              <p:spPr>
                <a:xfrm>
                  <a:off x="10205645" y="6015992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177968-7178-411C-8085-47D2B18A2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5645" y="6015992"/>
                  <a:ext cx="471104" cy="43258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B4EC89-787E-4CE1-BA0C-65780CD1E024}"/>
                    </a:ext>
                  </a:extLst>
                </p:cNvPr>
                <p:cNvSpPr txBox="1"/>
                <p:nvPr/>
              </p:nvSpPr>
              <p:spPr>
                <a:xfrm>
                  <a:off x="4696563" y="5576644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B4EC89-787E-4CE1-BA0C-65780CD1E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6563" y="5576644"/>
                  <a:ext cx="471104" cy="43258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FAAC197-C4DB-47BC-901F-7266D2722443}"/>
                    </a:ext>
                  </a:extLst>
                </p:cNvPr>
                <p:cNvSpPr txBox="1"/>
                <p:nvPr/>
              </p:nvSpPr>
              <p:spPr>
                <a:xfrm>
                  <a:off x="10266357" y="6632114"/>
                  <a:ext cx="321772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FAAC197-C4DB-47BC-901F-7266D2722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6357" y="6632114"/>
                  <a:ext cx="321772" cy="432581"/>
                </a:xfrm>
                <a:prstGeom prst="rect">
                  <a:avLst/>
                </a:prstGeom>
                <a:blipFill>
                  <a:blip r:embed="rId18"/>
                  <a:stretch>
                    <a:fillRect r="-1034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6796093-B29D-477E-8ADD-4DE65745482C}"/>
                    </a:ext>
                  </a:extLst>
                </p:cNvPr>
                <p:cNvSpPr txBox="1"/>
                <p:nvPr/>
              </p:nvSpPr>
              <p:spPr>
                <a:xfrm>
                  <a:off x="4193195" y="5335321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6796093-B29D-477E-8ADD-4DE657454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3195" y="5335321"/>
                  <a:ext cx="471104" cy="43258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EE7596-05C4-4BFD-8E29-32E36C87A460}"/>
                    </a:ext>
                  </a:extLst>
                </p:cNvPr>
                <p:cNvSpPr txBox="1"/>
                <p:nvPr/>
              </p:nvSpPr>
              <p:spPr>
                <a:xfrm>
                  <a:off x="8601115" y="6074193"/>
                  <a:ext cx="100317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9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9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IN" sz="9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</a:t>
                  </a:r>
                  <a:endParaRPr lang="en-IN" sz="9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EE7596-05C4-4BFD-8E29-32E36C87A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1115" y="6074193"/>
                  <a:ext cx="1003174" cy="432581"/>
                </a:xfrm>
                <a:prstGeom prst="rect">
                  <a:avLst/>
                </a:prstGeom>
                <a:blipFill>
                  <a:blip r:embed="rId20"/>
                  <a:stretch>
                    <a:fillRect r="-6667" b="-78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F8E8461A-40EF-4A96-A8DD-87D8C79C5C07}"/>
              </a:ext>
            </a:extLst>
          </p:cNvPr>
          <p:cNvSpPr/>
          <p:nvPr/>
        </p:nvSpPr>
        <p:spPr>
          <a:xfrm>
            <a:off x="5255812" y="960239"/>
            <a:ext cx="830480" cy="416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96E99C5-0609-41A5-AA53-A2F9FB0A509B}"/>
              </a:ext>
            </a:extLst>
          </p:cNvPr>
          <p:cNvSpPr txBox="1"/>
          <p:nvPr/>
        </p:nvSpPr>
        <p:spPr>
          <a:xfrm>
            <a:off x="3709594" y="3801175"/>
            <a:ext cx="1539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IN" dirty="0"/>
              <a:t>Controller + Estimator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37DACA1-9FD8-4E22-A1F7-57995820F32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17" y="4798116"/>
            <a:ext cx="5394195" cy="17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6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2D9530-2298-40E0-B7E8-5CF3D59066B3}"/>
              </a:ext>
            </a:extLst>
          </p:cNvPr>
          <p:cNvGrpSpPr/>
          <p:nvPr/>
        </p:nvGrpSpPr>
        <p:grpSpPr>
          <a:xfrm>
            <a:off x="91928" y="1800415"/>
            <a:ext cx="6056708" cy="2677055"/>
            <a:chOff x="91929" y="1874781"/>
            <a:chExt cx="5584970" cy="2477208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4C078351-49AC-4682-9852-CDB5E27247D5}"/>
                </a:ext>
              </a:extLst>
            </p:cNvPr>
            <p:cNvSpPr/>
            <p:nvPr/>
          </p:nvSpPr>
          <p:spPr>
            <a:xfrm>
              <a:off x="402770" y="2349299"/>
              <a:ext cx="5274129" cy="20026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235FE22-C387-44B0-812C-506932CB0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29" y="1874781"/>
              <a:ext cx="664627" cy="664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350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D7E21A-C767-4505-B02B-26E303D63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349" y="184171"/>
            <a:ext cx="5394195" cy="171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67EE7C3-2787-4408-AAE9-6D1814800B11}"/>
              </a:ext>
            </a:extLst>
          </p:cNvPr>
          <p:cNvGrpSpPr/>
          <p:nvPr/>
        </p:nvGrpSpPr>
        <p:grpSpPr>
          <a:xfrm>
            <a:off x="1155951" y="2728365"/>
            <a:ext cx="2996428" cy="1440963"/>
            <a:chOff x="1155951" y="2728365"/>
            <a:chExt cx="2996428" cy="144096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8F30203-2E61-4527-82B7-3B5FED2F39F0}"/>
                </a:ext>
              </a:extLst>
            </p:cNvPr>
            <p:cNvSpPr/>
            <p:nvPr/>
          </p:nvSpPr>
          <p:spPr>
            <a:xfrm>
              <a:off x="1155951" y="2810312"/>
              <a:ext cx="2971261" cy="1359016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F3E4E62-AE5C-40A5-A574-12F958CEBE30}"/>
                </a:ext>
              </a:extLst>
            </p:cNvPr>
            <p:cNvGrpSpPr/>
            <p:nvPr/>
          </p:nvGrpSpPr>
          <p:grpSpPr>
            <a:xfrm>
              <a:off x="1155952" y="3032890"/>
              <a:ext cx="2996427" cy="1043694"/>
              <a:chOff x="1005122" y="1113080"/>
              <a:chExt cx="2996427" cy="104369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9E0BAE4-F3A6-4769-BF67-B787C86B8677}"/>
                  </a:ext>
                </a:extLst>
              </p:cNvPr>
              <p:cNvGrpSpPr/>
              <p:nvPr/>
            </p:nvGrpSpPr>
            <p:grpSpPr>
              <a:xfrm>
                <a:off x="2617365" y="1140793"/>
                <a:ext cx="1359017" cy="338554"/>
                <a:chOff x="1451295" y="1224683"/>
                <a:chExt cx="1359017" cy="338554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A33FD12-F0D6-4B4E-BF3C-B28C46A23AD5}"/>
                    </a:ext>
                  </a:extLst>
                </p:cNvPr>
                <p:cNvSpPr/>
                <p:nvPr/>
              </p:nvSpPr>
              <p:spPr>
                <a:xfrm>
                  <a:off x="1451295" y="1258348"/>
                  <a:ext cx="1249959" cy="30200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956F69C-AE84-4040-9B56-C1FD974A66D4}"/>
                    </a:ext>
                  </a:extLst>
                </p:cNvPr>
                <p:cNvSpPr txBox="1"/>
                <p:nvPr/>
              </p:nvSpPr>
              <p:spPr>
                <a:xfrm>
                  <a:off x="1560352" y="1224683"/>
                  <a:ext cx="124996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Controller</a:t>
                  </a:r>
                </a:p>
              </p:txBody>
            </p:sp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9B5C916-83A2-49F4-A425-F6DEF145A343}"/>
                  </a:ext>
                </a:extLst>
              </p:cNvPr>
              <p:cNvSpPr/>
              <p:nvPr/>
            </p:nvSpPr>
            <p:spPr>
              <a:xfrm>
                <a:off x="2617365" y="1842810"/>
                <a:ext cx="1249960" cy="30200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6179DD-9CC8-42AB-B9D4-B6A88C4DD866}"/>
                  </a:ext>
                </a:extLst>
              </p:cNvPr>
              <p:cNvSpPr txBox="1"/>
              <p:nvPr/>
            </p:nvSpPr>
            <p:spPr>
              <a:xfrm>
                <a:off x="2751589" y="1809145"/>
                <a:ext cx="12499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Estimator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8B12305-7876-451A-8CFB-A9749C492091}"/>
                  </a:ext>
                </a:extLst>
              </p:cNvPr>
              <p:cNvSpPr/>
              <p:nvPr/>
            </p:nvSpPr>
            <p:spPr>
              <a:xfrm>
                <a:off x="1390918" y="1842810"/>
                <a:ext cx="907655" cy="3020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1A36B7-0D1B-4416-9A8A-72E5C9938080}"/>
                  </a:ext>
                </a:extLst>
              </p:cNvPr>
              <p:cNvSpPr txBox="1"/>
              <p:nvPr/>
            </p:nvSpPr>
            <p:spPr>
              <a:xfrm>
                <a:off x="1388491" y="1818220"/>
                <a:ext cx="12499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Detector</a:t>
                </a: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83A883D-1D99-4AD2-876C-81AECF61463A}"/>
                  </a:ext>
                </a:extLst>
              </p:cNvPr>
              <p:cNvGrpSpPr/>
              <p:nvPr/>
            </p:nvGrpSpPr>
            <p:grpSpPr>
              <a:xfrm>
                <a:off x="1753128" y="1113080"/>
                <a:ext cx="662731" cy="612396"/>
                <a:chOff x="1753128" y="1113080"/>
                <a:chExt cx="662731" cy="612396"/>
              </a:xfrm>
            </p:grpSpPr>
            <p:sp>
              <p:nvSpPr>
                <p:cNvPr id="10" name="Diamond 9">
                  <a:extLst>
                    <a:ext uri="{FF2B5EF4-FFF2-40B4-BE49-F238E27FC236}">
                      <a16:creationId xmlns:a16="http://schemas.microsoft.com/office/drawing/2014/main" id="{5A8EA512-0FC9-471A-91D5-6FEC6213877E}"/>
                    </a:ext>
                  </a:extLst>
                </p:cNvPr>
                <p:cNvSpPr/>
                <p:nvPr/>
              </p:nvSpPr>
              <p:spPr>
                <a:xfrm>
                  <a:off x="1753128" y="1113080"/>
                  <a:ext cx="662731" cy="612396"/>
                </a:xfrm>
                <a:prstGeom prst="diamond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659B2C0-2C29-44A5-A9FC-6519F17F9FE7}"/>
                    </a:ext>
                  </a:extLst>
                </p:cNvPr>
                <p:cNvSpPr txBox="1"/>
                <p:nvPr/>
              </p:nvSpPr>
              <p:spPr>
                <a:xfrm>
                  <a:off x="1807289" y="1237415"/>
                  <a:ext cx="591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&gt;Th</a:t>
                  </a:r>
                </a:p>
              </p:txBody>
            </p:sp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B441B6EE-95C4-41AE-AA24-B931529996CB}"/>
                  </a:ext>
                </a:extLst>
              </p:cNvPr>
              <p:cNvCxnSpPr/>
              <p:nvPr/>
            </p:nvCxnSpPr>
            <p:spPr>
              <a:xfrm>
                <a:off x="2902591" y="1476461"/>
                <a:ext cx="0" cy="36911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BBB0620-70B8-445B-A602-48BDC8D6AE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442" y="1476462"/>
                <a:ext cx="0" cy="36634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FA0D521-E0FF-4267-B37C-9EB1342D34A4}"/>
                  </a:ext>
                </a:extLst>
              </p:cNvPr>
              <p:cNvCxnSpPr>
                <a:cxnSpLocks/>
                <a:stCxn id="5" idx="1"/>
              </p:cNvCxnSpPr>
              <p:nvPr/>
            </p:nvCxnSpPr>
            <p:spPr>
              <a:xfrm flipH="1">
                <a:off x="2298573" y="1993812"/>
                <a:ext cx="3187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D0D05DCA-83E1-4156-8D10-7BAFA232BE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8237" y="1419278"/>
                <a:ext cx="23489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AEA9AB7-4801-4F1D-9C86-4AECBDDB4C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838" r="92576" b="51403"/>
              <a:stretch/>
            </p:blipFill>
            <p:spPr>
              <a:xfrm>
                <a:off x="1005122" y="1187309"/>
                <a:ext cx="487960" cy="514455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C6B2DF-D188-470F-BF40-9132714724D7}"/>
                </a:ext>
              </a:extLst>
            </p:cNvPr>
            <p:cNvSpPr txBox="1"/>
            <p:nvPr/>
          </p:nvSpPr>
          <p:spPr>
            <a:xfrm>
              <a:off x="1866379" y="2728365"/>
              <a:ext cx="14177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Control Task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4F540F-EC46-413D-A8BC-C4CB24D0062A}"/>
              </a:ext>
            </a:extLst>
          </p:cNvPr>
          <p:cNvCxnSpPr>
            <a:cxnSpLocks/>
          </p:cNvCxnSpPr>
          <p:nvPr/>
        </p:nvCxnSpPr>
        <p:spPr>
          <a:xfrm>
            <a:off x="4018154" y="3242502"/>
            <a:ext cx="899021" cy="27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454CA6-9500-495F-AF8F-575CA0DAE8FC}"/>
              </a:ext>
            </a:extLst>
          </p:cNvPr>
          <p:cNvCxnSpPr>
            <a:cxnSpLocks/>
          </p:cNvCxnSpPr>
          <p:nvPr/>
        </p:nvCxnSpPr>
        <p:spPr>
          <a:xfrm flipH="1">
            <a:off x="4018155" y="3907307"/>
            <a:ext cx="8990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93F51B0-3919-4F65-9B30-66D61DFC808D}"/>
              </a:ext>
            </a:extLst>
          </p:cNvPr>
          <p:cNvSpPr/>
          <p:nvPr/>
        </p:nvSpPr>
        <p:spPr>
          <a:xfrm>
            <a:off x="4917175" y="2749492"/>
            <a:ext cx="594392" cy="1359016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1CDB7D-2CEB-46D4-82A2-499CFE2D4C74}"/>
              </a:ext>
            </a:extLst>
          </p:cNvPr>
          <p:cNvCxnSpPr>
            <a:cxnSpLocks/>
          </p:cNvCxnSpPr>
          <p:nvPr/>
        </p:nvCxnSpPr>
        <p:spPr>
          <a:xfrm>
            <a:off x="4917175" y="3034717"/>
            <a:ext cx="5943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2BF1E25-7A04-4E27-80EA-E8D2AB830347}"/>
              </a:ext>
            </a:extLst>
          </p:cNvPr>
          <p:cNvCxnSpPr>
            <a:cxnSpLocks/>
          </p:cNvCxnSpPr>
          <p:nvPr/>
        </p:nvCxnSpPr>
        <p:spPr>
          <a:xfrm>
            <a:off x="4917175" y="3178728"/>
            <a:ext cx="5943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0642CC1-E6F1-4E5B-A6AB-9C6989CC299F}"/>
              </a:ext>
            </a:extLst>
          </p:cNvPr>
          <p:cNvCxnSpPr>
            <a:cxnSpLocks/>
          </p:cNvCxnSpPr>
          <p:nvPr/>
        </p:nvCxnSpPr>
        <p:spPr>
          <a:xfrm>
            <a:off x="4917175" y="3314350"/>
            <a:ext cx="5943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BB6BD02-EBA3-4E66-9CDD-468BAFE349AE}"/>
              </a:ext>
            </a:extLst>
          </p:cNvPr>
          <p:cNvCxnSpPr>
            <a:cxnSpLocks/>
          </p:cNvCxnSpPr>
          <p:nvPr/>
        </p:nvCxnSpPr>
        <p:spPr>
          <a:xfrm>
            <a:off x="4917175" y="3968692"/>
            <a:ext cx="5943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CDB0B32-5E1D-4E4F-905A-4E747272B132}"/>
              </a:ext>
            </a:extLst>
          </p:cNvPr>
          <p:cNvCxnSpPr>
            <a:cxnSpLocks/>
          </p:cNvCxnSpPr>
          <p:nvPr/>
        </p:nvCxnSpPr>
        <p:spPr>
          <a:xfrm>
            <a:off x="4917175" y="3826079"/>
            <a:ext cx="5943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37DFE1A-A321-4E8D-A304-289F7D3FF0F0}"/>
              </a:ext>
            </a:extLst>
          </p:cNvPr>
          <p:cNvSpPr txBox="1"/>
          <p:nvPr/>
        </p:nvSpPr>
        <p:spPr>
          <a:xfrm>
            <a:off x="5087750" y="3194396"/>
            <a:ext cx="253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394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B7AC76A-2231-453F-A429-9CDF3C66F890}"/>
              </a:ext>
            </a:extLst>
          </p:cNvPr>
          <p:cNvGrpSpPr/>
          <p:nvPr/>
        </p:nvGrpSpPr>
        <p:grpSpPr>
          <a:xfrm>
            <a:off x="1443947" y="2263990"/>
            <a:ext cx="8573549" cy="542941"/>
            <a:chOff x="1205157" y="3110328"/>
            <a:chExt cx="4617537" cy="639424"/>
          </a:xfrm>
        </p:grpSpPr>
        <p:sp>
          <p:nvSpPr>
            <p:cNvPr id="109" name="Left-Right Arrow 3">
              <a:extLst>
                <a:ext uri="{FF2B5EF4-FFF2-40B4-BE49-F238E27FC236}">
                  <a16:creationId xmlns:a16="http://schemas.microsoft.com/office/drawing/2014/main" id="{E3CEEB4F-546C-4636-9750-BDF9C3906757}"/>
                </a:ext>
              </a:extLst>
            </p:cNvPr>
            <p:cNvSpPr/>
            <p:nvPr/>
          </p:nvSpPr>
          <p:spPr>
            <a:xfrm>
              <a:off x="1205157" y="3110328"/>
              <a:ext cx="4617537" cy="639424"/>
            </a:xfrm>
            <a:prstGeom prst="leftRightArrow">
              <a:avLst>
                <a:gd name="adj1" fmla="val 50000"/>
                <a:gd name="adj2" fmla="val 5304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9A7B038-B007-43EF-A49A-80BB7CEFFD6B}"/>
                </a:ext>
              </a:extLst>
            </p:cNvPr>
            <p:cNvGrpSpPr/>
            <p:nvPr/>
          </p:nvGrpSpPr>
          <p:grpSpPr>
            <a:xfrm>
              <a:off x="1654392" y="3331640"/>
              <a:ext cx="3851289" cy="204938"/>
              <a:chOff x="2081053" y="3335904"/>
              <a:chExt cx="3851289" cy="204938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46295AC-4159-4366-85DE-2D8CACC32A30}"/>
                  </a:ext>
                </a:extLst>
              </p:cNvPr>
              <p:cNvSpPr/>
              <p:nvPr/>
            </p:nvSpPr>
            <p:spPr>
              <a:xfrm>
                <a:off x="2081053" y="3352878"/>
                <a:ext cx="210244" cy="17734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01B8CE11-50EE-48B9-8D54-D85BA002619C}"/>
                  </a:ext>
                </a:extLst>
              </p:cNvPr>
              <p:cNvSpPr/>
              <p:nvPr/>
            </p:nvSpPr>
            <p:spPr>
              <a:xfrm>
                <a:off x="2340343" y="3339121"/>
                <a:ext cx="223086" cy="1749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9CA9988-2481-431A-970C-D1839F775B85}"/>
                  </a:ext>
                </a:extLst>
              </p:cNvPr>
              <p:cNvSpPr/>
              <p:nvPr/>
            </p:nvSpPr>
            <p:spPr>
              <a:xfrm>
                <a:off x="3039053" y="3350788"/>
                <a:ext cx="189887" cy="16402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C006942D-8356-4885-9050-ADDD80A5AD13}"/>
                  </a:ext>
                </a:extLst>
              </p:cNvPr>
              <p:cNvSpPr/>
              <p:nvPr/>
            </p:nvSpPr>
            <p:spPr>
              <a:xfrm>
                <a:off x="4764227" y="3352335"/>
                <a:ext cx="186890" cy="17577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20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85450276-49E9-4A02-AE86-4C650EA41DAA}"/>
                  </a:ext>
                </a:extLst>
              </p:cNvPr>
              <p:cNvSpPr/>
              <p:nvPr/>
            </p:nvSpPr>
            <p:spPr>
              <a:xfrm>
                <a:off x="4363678" y="3358661"/>
                <a:ext cx="392960" cy="1758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53FACE7-4705-4292-9441-7C32E99A0FE4}"/>
                  </a:ext>
                </a:extLst>
              </p:cNvPr>
              <p:cNvSpPr/>
              <p:nvPr/>
            </p:nvSpPr>
            <p:spPr>
              <a:xfrm>
                <a:off x="2595258" y="3349578"/>
                <a:ext cx="138369" cy="170522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23E490A4-3C64-4AEE-BA09-EF772C8E955A}"/>
                  </a:ext>
                </a:extLst>
              </p:cNvPr>
              <p:cNvSpPr/>
              <p:nvPr/>
            </p:nvSpPr>
            <p:spPr>
              <a:xfrm>
                <a:off x="3287838" y="3335904"/>
                <a:ext cx="182236" cy="176164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B8A39539-9DD3-4DBE-997C-3C00FB240EFB}"/>
                  </a:ext>
                </a:extLst>
              </p:cNvPr>
              <p:cNvSpPr/>
              <p:nvPr/>
            </p:nvSpPr>
            <p:spPr>
              <a:xfrm>
                <a:off x="5125367" y="3350788"/>
                <a:ext cx="376701" cy="1900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9E158FF-5153-4CF8-90A9-0282DF4F3B49}"/>
                  </a:ext>
                </a:extLst>
              </p:cNvPr>
              <p:cNvSpPr/>
              <p:nvPr/>
            </p:nvSpPr>
            <p:spPr>
              <a:xfrm>
                <a:off x="5618564" y="3355313"/>
                <a:ext cx="186890" cy="17577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20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060CC2D-E360-4FD6-BD4F-1A0A1F2EADEE}"/>
                  </a:ext>
                </a:extLst>
              </p:cNvPr>
              <p:cNvSpPr/>
              <p:nvPr/>
            </p:nvSpPr>
            <p:spPr>
              <a:xfrm>
                <a:off x="5504953" y="3352879"/>
                <a:ext cx="111783" cy="187963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03EF35A0-5F9C-447E-9397-D0AF627DDA4A}"/>
                  </a:ext>
                </a:extLst>
              </p:cNvPr>
              <p:cNvSpPr/>
              <p:nvPr/>
            </p:nvSpPr>
            <p:spPr>
              <a:xfrm>
                <a:off x="4947789" y="3353955"/>
                <a:ext cx="188223" cy="17400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48B431B-6633-4F2C-B3AC-A570697FEA43}"/>
                  </a:ext>
                </a:extLst>
              </p:cNvPr>
              <p:cNvSpPr/>
              <p:nvPr/>
            </p:nvSpPr>
            <p:spPr>
              <a:xfrm>
                <a:off x="5808339" y="3368373"/>
                <a:ext cx="124003" cy="1618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3641725-FCBE-460A-BF60-99633AD14680}"/>
              </a:ext>
            </a:extLst>
          </p:cNvPr>
          <p:cNvGrpSpPr/>
          <p:nvPr/>
        </p:nvGrpSpPr>
        <p:grpSpPr>
          <a:xfrm>
            <a:off x="7321140" y="2773637"/>
            <a:ext cx="2996428" cy="1440963"/>
            <a:chOff x="1155951" y="2728365"/>
            <a:chExt cx="2996428" cy="1440963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2505FE3C-8FCF-4516-85E3-51AAF61D6B4F}"/>
                </a:ext>
              </a:extLst>
            </p:cNvPr>
            <p:cNvSpPr/>
            <p:nvPr/>
          </p:nvSpPr>
          <p:spPr>
            <a:xfrm>
              <a:off x="1155951" y="2810312"/>
              <a:ext cx="2971261" cy="1359016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0AC75EC-6B5D-4905-B59B-2DA80303F4F9}"/>
                </a:ext>
              </a:extLst>
            </p:cNvPr>
            <p:cNvGrpSpPr/>
            <p:nvPr/>
          </p:nvGrpSpPr>
          <p:grpSpPr>
            <a:xfrm>
              <a:off x="1155952" y="3032890"/>
              <a:ext cx="2996427" cy="1043694"/>
              <a:chOff x="1005122" y="1113080"/>
              <a:chExt cx="2996427" cy="1043694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BA62051C-7E3F-4983-9CF6-A416FF8EA345}"/>
                  </a:ext>
                </a:extLst>
              </p:cNvPr>
              <p:cNvGrpSpPr/>
              <p:nvPr/>
            </p:nvGrpSpPr>
            <p:grpSpPr>
              <a:xfrm>
                <a:off x="2617365" y="1140793"/>
                <a:ext cx="1359017" cy="338554"/>
                <a:chOff x="1451295" y="1224683"/>
                <a:chExt cx="1359017" cy="338554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D0B95936-F1B1-4E43-B0DC-A193C6CAF805}"/>
                    </a:ext>
                  </a:extLst>
                </p:cNvPr>
                <p:cNvSpPr/>
                <p:nvPr/>
              </p:nvSpPr>
              <p:spPr>
                <a:xfrm>
                  <a:off x="1451295" y="1258348"/>
                  <a:ext cx="1249959" cy="30200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41398B2C-98CB-458F-92EB-EE5C4CE40744}"/>
                    </a:ext>
                  </a:extLst>
                </p:cNvPr>
                <p:cNvSpPr txBox="1"/>
                <p:nvPr/>
              </p:nvSpPr>
              <p:spPr>
                <a:xfrm>
                  <a:off x="1560352" y="1224683"/>
                  <a:ext cx="124996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Controller</a:t>
                  </a:r>
                </a:p>
              </p:txBody>
            </p:sp>
          </p:grp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1256AE7-F441-42A4-89A3-5298E05F080C}"/>
                  </a:ext>
                </a:extLst>
              </p:cNvPr>
              <p:cNvSpPr/>
              <p:nvPr/>
            </p:nvSpPr>
            <p:spPr>
              <a:xfrm>
                <a:off x="2617365" y="1842810"/>
                <a:ext cx="1249960" cy="30200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D0009F7-508D-4C2F-B6C0-96F99D754AED}"/>
                  </a:ext>
                </a:extLst>
              </p:cNvPr>
              <p:cNvSpPr txBox="1"/>
              <p:nvPr/>
            </p:nvSpPr>
            <p:spPr>
              <a:xfrm>
                <a:off x="2751589" y="1809145"/>
                <a:ext cx="12499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Estimator</a:t>
                </a: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9FD3C51-8572-4853-B02A-67064AD89B84}"/>
                  </a:ext>
                </a:extLst>
              </p:cNvPr>
              <p:cNvSpPr/>
              <p:nvPr/>
            </p:nvSpPr>
            <p:spPr>
              <a:xfrm>
                <a:off x="1390918" y="1842810"/>
                <a:ext cx="907655" cy="30200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47575C5C-7E63-4199-B9A5-419FB5E03C9B}"/>
                  </a:ext>
                </a:extLst>
              </p:cNvPr>
              <p:cNvSpPr txBox="1"/>
              <p:nvPr/>
            </p:nvSpPr>
            <p:spPr>
              <a:xfrm>
                <a:off x="1388491" y="1818220"/>
                <a:ext cx="12499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Detector</a:t>
                </a:r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A2654D34-9B6C-422B-8938-89F391601B49}"/>
                  </a:ext>
                </a:extLst>
              </p:cNvPr>
              <p:cNvGrpSpPr/>
              <p:nvPr/>
            </p:nvGrpSpPr>
            <p:grpSpPr>
              <a:xfrm>
                <a:off x="1753128" y="1113080"/>
                <a:ext cx="662731" cy="612396"/>
                <a:chOff x="1753128" y="1113080"/>
                <a:chExt cx="662731" cy="612396"/>
              </a:xfrm>
            </p:grpSpPr>
            <p:sp>
              <p:nvSpPr>
                <p:cNvPr id="144" name="Diamond 143">
                  <a:extLst>
                    <a:ext uri="{FF2B5EF4-FFF2-40B4-BE49-F238E27FC236}">
                      <a16:creationId xmlns:a16="http://schemas.microsoft.com/office/drawing/2014/main" id="{AFF753D6-B6AF-4A61-B5C1-DCCB8BB9C950}"/>
                    </a:ext>
                  </a:extLst>
                </p:cNvPr>
                <p:cNvSpPr/>
                <p:nvPr/>
              </p:nvSpPr>
              <p:spPr>
                <a:xfrm>
                  <a:off x="1753128" y="1113080"/>
                  <a:ext cx="662731" cy="612396"/>
                </a:xfrm>
                <a:prstGeom prst="diamond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812CBAB-A5E3-44B0-AA6F-AA7581BA6D67}"/>
                    </a:ext>
                  </a:extLst>
                </p:cNvPr>
                <p:cNvSpPr txBox="1"/>
                <p:nvPr/>
              </p:nvSpPr>
              <p:spPr>
                <a:xfrm>
                  <a:off x="1807289" y="1237415"/>
                  <a:ext cx="591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&gt;Th</a:t>
                  </a:r>
                </a:p>
              </p:txBody>
            </p:sp>
          </p:grp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F62CE2A5-B254-4DE3-8542-6D2E7C1F7723}"/>
                  </a:ext>
                </a:extLst>
              </p:cNvPr>
              <p:cNvCxnSpPr/>
              <p:nvPr/>
            </p:nvCxnSpPr>
            <p:spPr>
              <a:xfrm>
                <a:off x="2902591" y="1476461"/>
                <a:ext cx="0" cy="36911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F23DF511-4A28-49CD-959C-CD54035D1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442" y="1476462"/>
                <a:ext cx="0" cy="36634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889625D0-A20F-45DE-80B4-5B6C220BB37A}"/>
                  </a:ext>
                </a:extLst>
              </p:cNvPr>
              <p:cNvCxnSpPr>
                <a:cxnSpLocks/>
                <a:stCxn id="134" idx="1"/>
              </p:cNvCxnSpPr>
              <p:nvPr/>
            </p:nvCxnSpPr>
            <p:spPr>
              <a:xfrm flipH="1">
                <a:off x="2298573" y="1993812"/>
                <a:ext cx="3187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81753280-358A-400D-AC11-AF589A3BB2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8237" y="1419278"/>
                <a:ext cx="23489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B898355E-7250-499C-8BF3-E2B146D845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838" r="92576" b="51403"/>
              <a:stretch/>
            </p:blipFill>
            <p:spPr>
              <a:xfrm>
                <a:off x="1005122" y="1187309"/>
                <a:ext cx="487960" cy="514455"/>
              </a:xfrm>
              <a:prstGeom prst="rect">
                <a:avLst/>
              </a:prstGeom>
            </p:spPr>
          </p:pic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5885846-5E45-4826-BFA5-2E12305A16B6}"/>
                </a:ext>
              </a:extLst>
            </p:cNvPr>
            <p:cNvSpPr txBox="1"/>
            <p:nvPr/>
          </p:nvSpPr>
          <p:spPr>
            <a:xfrm>
              <a:off x="1866379" y="2728365"/>
              <a:ext cx="14177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Control Task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FA922D4E-9CDF-43F3-B5FD-DC89F1331D9D}"/>
              </a:ext>
            </a:extLst>
          </p:cNvPr>
          <p:cNvSpPr txBox="1"/>
          <p:nvPr/>
        </p:nvSpPr>
        <p:spPr>
          <a:xfrm>
            <a:off x="6235411" y="1553025"/>
            <a:ext cx="2971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Communication Channel</a:t>
            </a:r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A5616CC-78F0-4CA4-9431-E4190E5E0EEC}"/>
              </a:ext>
            </a:extLst>
          </p:cNvPr>
          <p:cNvGrpSpPr/>
          <p:nvPr/>
        </p:nvGrpSpPr>
        <p:grpSpPr>
          <a:xfrm>
            <a:off x="2739892" y="973020"/>
            <a:ext cx="1669489" cy="1139970"/>
            <a:chOff x="2529871" y="304034"/>
            <a:chExt cx="1669489" cy="1139970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CC2A6FA-3E9C-4571-9F4B-1307EBA1F39C}"/>
                </a:ext>
              </a:extLst>
            </p:cNvPr>
            <p:cNvGrpSpPr/>
            <p:nvPr/>
          </p:nvGrpSpPr>
          <p:grpSpPr>
            <a:xfrm>
              <a:off x="2814447" y="328961"/>
              <a:ext cx="1384913" cy="767444"/>
              <a:chOff x="2465461" y="672748"/>
              <a:chExt cx="1384913" cy="767444"/>
            </a:xfrm>
          </p:grpSpPr>
          <p:sp>
            <p:nvSpPr>
              <p:cNvPr id="191" name="Rectangle: Rounded Corners 190">
                <a:extLst>
                  <a:ext uri="{FF2B5EF4-FFF2-40B4-BE49-F238E27FC236}">
                    <a16:creationId xmlns:a16="http://schemas.microsoft.com/office/drawing/2014/main" id="{4A4B58FC-A5D6-4060-A141-B15FBA75891E}"/>
                  </a:ext>
                </a:extLst>
              </p:cNvPr>
              <p:cNvSpPr/>
              <p:nvPr/>
            </p:nvSpPr>
            <p:spPr>
              <a:xfrm>
                <a:off x="2533473" y="672748"/>
                <a:ext cx="1237721" cy="767444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99F912DF-3FE9-4070-A730-CAC470022D67}"/>
                  </a:ext>
                </a:extLst>
              </p:cNvPr>
              <p:cNvSpPr txBox="1"/>
              <p:nvPr/>
            </p:nvSpPr>
            <p:spPr>
              <a:xfrm>
                <a:off x="2465461" y="700097"/>
                <a:ext cx="13849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Physical Plant</a:t>
                </a:r>
              </a:p>
            </p:txBody>
          </p:sp>
        </p:grpSp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F2D42FC1-0C66-4E92-A424-ABE1316A76F5}"/>
                </a:ext>
              </a:extLst>
            </p:cNvPr>
            <p:cNvSpPr/>
            <p:nvPr/>
          </p:nvSpPr>
          <p:spPr>
            <a:xfrm rot="16200000">
              <a:off x="2269750" y="564155"/>
              <a:ext cx="860253" cy="34001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Sensor</a:t>
              </a:r>
            </a:p>
          </p:txBody>
        </p: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C81489AA-D765-4B15-A0B5-9BB92A8EEB5C}"/>
                </a:ext>
              </a:extLst>
            </p:cNvPr>
            <p:cNvSpPr/>
            <p:nvPr/>
          </p:nvSpPr>
          <p:spPr>
            <a:xfrm>
              <a:off x="2983281" y="1103992"/>
              <a:ext cx="1014420" cy="34001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Actuator</a:t>
              </a:r>
            </a:p>
          </p:txBody>
        </p:sp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5014F342-4BEC-4BB3-851C-BE2A1B5811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093" b="32092"/>
            <a:stretch/>
          </p:blipFill>
          <p:spPr>
            <a:xfrm>
              <a:off x="2955841" y="618606"/>
              <a:ext cx="1144458" cy="409885"/>
            </a:xfrm>
            <a:prstGeom prst="rect">
              <a:avLst/>
            </a:prstGeom>
          </p:spPr>
        </p:pic>
      </p:grp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702EC079-CDC6-4811-9CE8-8F6C242AD3FA}"/>
              </a:ext>
            </a:extLst>
          </p:cNvPr>
          <p:cNvCxnSpPr>
            <a:stCxn id="192" idx="0"/>
          </p:cNvCxnSpPr>
          <p:nvPr/>
        </p:nvCxnSpPr>
        <p:spPr>
          <a:xfrm rot="10800000" flipV="1">
            <a:off x="2431078" y="1403146"/>
            <a:ext cx="308815" cy="106139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99B22213-7653-444A-99DA-0C7954559898}"/>
              </a:ext>
            </a:extLst>
          </p:cNvPr>
          <p:cNvSpPr/>
          <p:nvPr/>
        </p:nvSpPr>
        <p:spPr>
          <a:xfrm>
            <a:off x="2050819" y="2750832"/>
            <a:ext cx="4466980" cy="1254933"/>
          </a:xfrm>
          <a:prstGeom prst="roundRect">
            <a:avLst>
              <a:gd name="adj" fmla="val 886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A62F2FA3-AF9F-48FE-BE36-1B98C3156504}"/>
              </a:ext>
            </a:extLst>
          </p:cNvPr>
          <p:cNvGrpSpPr/>
          <p:nvPr/>
        </p:nvGrpSpPr>
        <p:grpSpPr>
          <a:xfrm>
            <a:off x="4437514" y="1025296"/>
            <a:ext cx="1384913" cy="968446"/>
            <a:chOff x="5978523" y="524088"/>
            <a:chExt cx="1384913" cy="968446"/>
          </a:xfrm>
        </p:grpSpPr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B93860DB-0B98-4A12-899F-F1BF24D341EB}"/>
                </a:ext>
              </a:extLst>
            </p:cNvPr>
            <p:cNvSpPr/>
            <p:nvPr/>
          </p:nvSpPr>
          <p:spPr>
            <a:xfrm>
              <a:off x="5978523" y="524088"/>
              <a:ext cx="1384913" cy="968445"/>
            </a:xfrm>
            <a:prstGeom prst="roundRect">
              <a:avLst>
                <a:gd name="adj" fmla="val 7138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D6A68B65-0879-4085-B51F-609EC3438AA7}"/>
                </a:ext>
              </a:extLst>
            </p:cNvPr>
            <p:cNvCxnSpPr>
              <a:cxnSpLocks/>
            </p:cNvCxnSpPr>
            <p:nvPr/>
          </p:nvCxnSpPr>
          <p:spPr>
            <a:xfrm>
              <a:off x="6071537" y="1280652"/>
              <a:ext cx="1078923" cy="19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69">
              <a:extLst>
                <a:ext uri="{FF2B5EF4-FFF2-40B4-BE49-F238E27FC236}">
                  <a16:creationId xmlns:a16="http://schemas.microsoft.com/office/drawing/2014/main" id="{6A4D6D00-B103-4575-83F5-8E9C0884C61D}"/>
                </a:ext>
              </a:extLst>
            </p:cNvPr>
            <p:cNvSpPr txBox="1"/>
            <p:nvPr/>
          </p:nvSpPr>
          <p:spPr>
            <a:xfrm>
              <a:off x="6552810" y="709930"/>
              <a:ext cx="755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b="1" dirty="0"/>
                <a:t>Residue Statistics</a:t>
              </a:r>
              <a:endParaRPr lang="en-IN" sz="1000" b="1" dirty="0"/>
            </a:p>
          </p:txBody>
        </p: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F617A4A-C127-435F-B54D-B65CC053E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2304" y="731030"/>
              <a:ext cx="1223610" cy="3805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ADBD9BC4-C4D7-42AB-A9A2-E033DFEE9246}"/>
                </a:ext>
              </a:extLst>
            </p:cNvPr>
            <p:cNvSpPr/>
            <p:nvPr/>
          </p:nvSpPr>
          <p:spPr>
            <a:xfrm>
              <a:off x="6036395" y="823774"/>
              <a:ext cx="1223610" cy="385929"/>
            </a:xfrm>
            <a:custGeom>
              <a:avLst/>
              <a:gdLst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51151 w 7529885"/>
                <a:gd name="connsiteY39" fmla="*/ 119269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09302 w 7529885"/>
                <a:gd name="connsiteY39" fmla="*/ 156128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7529885" h="357808">
                  <a:moveTo>
                    <a:pt x="0" y="357808"/>
                  </a:moveTo>
                  <a:cubicBezTo>
                    <a:pt x="169956" y="323818"/>
                    <a:pt x="-69582" y="369316"/>
                    <a:pt x="405516" y="341906"/>
                  </a:cubicBezTo>
                  <a:cubicBezTo>
                    <a:pt x="422251" y="340941"/>
                    <a:pt x="453224" y="326003"/>
                    <a:pt x="453224" y="326003"/>
                  </a:cubicBezTo>
                  <a:cubicBezTo>
                    <a:pt x="459691" y="306601"/>
                    <a:pt x="461663" y="293709"/>
                    <a:pt x="477078" y="278295"/>
                  </a:cubicBezTo>
                  <a:cubicBezTo>
                    <a:pt x="483835" y="271538"/>
                    <a:pt x="492981" y="267694"/>
                    <a:pt x="500932" y="262393"/>
                  </a:cubicBezTo>
                  <a:cubicBezTo>
                    <a:pt x="518279" y="210350"/>
                    <a:pt x="494186" y="261427"/>
                    <a:pt x="532737" y="230587"/>
                  </a:cubicBezTo>
                  <a:cubicBezTo>
                    <a:pt x="540199" y="224617"/>
                    <a:pt x="542522" y="214075"/>
                    <a:pt x="548640" y="206734"/>
                  </a:cubicBezTo>
                  <a:cubicBezTo>
                    <a:pt x="571549" y="179244"/>
                    <a:pt x="566948" y="184729"/>
                    <a:pt x="596348" y="174928"/>
                  </a:cubicBezTo>
                  <a:cubicBezTo>
                    <a:pt x="625503" y="177579"/>
                    <a:pt x="655727" y="174620"/>
                    <a:pt x="683812" y="182880"/>
                  </a:cubicBezTo>
                  <a:cubicBezTo>
                    <a:pt x="702148" y="188273"/>
                    <a:pt x="713388" y="208641"/>
                    <a:pt x="731520" y="214685"/>
                  </a:cubicBezTo>
                  <a:lnTo>
                    <a:pt x="779228" y="230587"/>
                  </a:lnTo>
                  <a:cubicBezTo>
                    <a:pt x="800431" y="227937"/>
                    <a:pt x="821760" y="226149"/>
                    <a:pt x="842838" y="222636"/>
                  </a:cubicBezTo>
                  <a:cubicBezTo>
                    <a:pt x="853617" y="220840"/>
                    <a:pt x="864136" y="217687"/>
                    <a:pt x="874643" y="214685"/>
                  </a:cubicBezTo>
                  <a:cubicBezTo>
                    <a:pt x="882702" y="212383"/>
                    <a:pt x="890125" y="207133"/>
                    <a:pt x="898497" y="206734"/>
                  </a:cubicBezTo>
                  <a:cubicBezTo>
                    <a:pt x="1001781" y="201816"/>
                    <a:pt x="1105231" y="201433"/>
                    <a:pt x="1208598" y="198782"/>
                  </a:cubicBezTo>
                  <a:lnTo>
                    <a:pt x="1256306" y="182880"/>
                  </a:lnTo>
                  <a:cubicBezTo>
                    <a:pt x="1264257" y="180230"/>
                    <a:pt x="1271843" y="175968"/>
                    <a:pt x="1280160" y="174928"/>
                  </a:cubicBezTo>
                  <a:lnTo>
                    <a:pt x="1343770" y="166977"/>
                  </a:lnTo>
                  <a:lnTo>
                    <a:pt x="1478942" y="174928"/>
                  </a:lnTo>
                  <a:cubicBezTo>
                    <a:pt x="1505506" y="176896"/>
                    <a:pt x="1531818" y="182880"/>
                    <a:pt x="1558455" y="182880"/>
                  </a:cubicBezTo>
                  <a:cubicBezTo>
                    <a:pt x="1630066" y="182880"/>
                    <a:pt x="1701579" y="177579"/>
                    <a:pt x="1773141" y="174928"/>
                  </a:cubicBezTo>
                  <a:cubicBezTo>
                    <a:pt x="1783743" y="172278"/>
                    <a:pt x="1796413" y="173804"/>
                    <a:pt x="1804946" y="166977"/>
                  </a:cubicBezTo>
                  <a:cubicBezTo>
                    <a:pt x="1811491" y="161741"/>
                    <a:pt x="1806970" y="149050"/>
                    <a:pt x="1812897" y="143123"/>
                  </a:cubicBezTo>
                  <a:cubicBezTo>
                    <a:pt x="1818824" y="137196"/>
                    <a:pt x="1828800" y="137822"/>
                    <a:pt x="1836751" y="135172"/>
                  </a:cubicBezTo>
                  <a:cubicBezTo>
                    <a:pt x="1858897" y="113026"/>
                    <a:pt x="1898955" y="66731"/>
                    <a:pt x="1932167" y="55659"/>
                  </a:cubicBezTo>
                  <a:cubicBezTo>
                    <a:pt x="1940118" y="53008"/>
                    <a:pt x="1948694" y="51777"/>
                    <a:pt x="1956021" y="47707"/>
                  </a:cubicBezTo>
                  <a:cubicBezTo>
                    <a:pt x="1972728" y="38425"/>
                    <a:pt x="1985596" y="21946"/>
                    <a:pt x="2003728" y="15902"/>
                  </a:cubicBezTo>
                  <a:lnTo>
                    <a:pt x="2051436" y="0"/>
                  </a:lnTo>
                  <a:cubicBezTo>
                    <a:pt x="2069757" y="3053"/>
                    <a:pt x="2103425" y="6115"/>
                    <a:pt x="2122998" y="15902"/>
                  </a:cubicBezTo>
                  <a:cubicBezTo>
                    <a:pt x="2184653" y="46730"/>
                    <a:pt x="2110749" y="19771"/>
                    <a:pt x="2170706" y="39756"/>
                  </a:cubicBezTo>
                  <a:cubicBezTo>
                    <a:pt x="2197210" y="37106"/>
                    <a:pt x="2224265" y="37794"/>
                    <a:pt x="2250219" y="31805"/>
                  </a:cubicBezTo>
                  <a:cubicBezTo>
                    <a:pt x="2259531" y="29656"/>
                    <a:pt x="2265526" y="20176"/>
                    <a:pt x="2274073" y="15902"/>
                  </a:cubicBezTo>
                  <a:cubicBezTo>
                    <a:pt x="2281570" y="12154"/>
                    <a:pt x="2289976" y="10601"/>
                    <a:pt x="2297927" y="7951"/>
                  </a:cubicBezTo>
                  <a:cubicBezTo>
                    <a:pt x="2316480" y="10601"/>
                    <a:pt x="2336185" y="8942"/>
                    <a:pt x="2353586" y="15902"/>
                  </a:cubicBezTo>
                  <a:cubicBezTo>
                    <a:pt x="2413258" y="39771"/>
                    <a:pt x="2344492" y="40607"/>
                    <a:pt x="2401294" y="47707"/>
                  </a:cubicBezTo>
                  <a:cubicBezTo>
                    <a:pt x="2435585" y="51993"/>
                    <a:pt x="2470205" y="53008"/>
                    <a:pt x="2504661" y="55659"/>
                  </a:cubicBezTo>
                  <a:cubicBezTo>
                    <a:pt x="2512612" y="58309"/>
                    <a:pt x="2520296" y="61966"/>
                    <a:pt x="2528514" y="63610"/>
                  </a:cubicBezTo>
                  <a:cubicBezTo>
                    <a:pt x="2544572" y="66821"/>
                    <a:pt x="2587815" y="68284"/>
                    <a:pt x="2608028" y="79513"/>
                  </a:cubicBezTo>
                  <a:cubicBezTo>
                    <a:pt x="2690045" y="125079"/>
                    <a:pt x="2625616" y="101279"/>
                    <a:pt x="2679589" y="119269"/>
                  </a:cubicBezTo>
                  <a:cubicBezTo>
                    <a:pt x="2736363" y="100345"/>
                    <a:pt x="2671500" y="130928"/>
                    <a:pt x="2709302" y="156128"/>
                  </a:cubicBezTo>
                  <a:cubicBezTo>
                    <a:pt x="2728553" y="159744"/>
                    <a:pt x="2756104" y="161193"/>
                    <a:pt x="2767054" y="166977"/>
                  </a:cubicBezTo>
                  <a:cubicBezTo>
                    <a:pt x="2778005" y="172761"/>
                    <a:pt x="2767054" y="188181"/>
                    <a:pt x="2775005" y="190831"/>
                  </a:cubicBezTo>
                  <a:lnTo>
                    <a:pt x="2822713" y="206734"/>
                  </a:lnTo>
                  <a:cubicBezTo>
                    <a:pt x="2846173" y="241924"/>
                    <a:pt x="2827633" y="225703"/>
                    <a:pt x="2870421" y="238539"/>
                  </a:cubicBezTo>
                  <a:cubicBezTo>
                    <a:pt x="2886477" y="243356"/>
                    <a:pt x="2918128" y="254441"/>
                    <a:pt x="2918128" y="254441"/>
                  </a:cubicBezTo>
                  <a:cubicBezTo>
                    <a:pt x="2971137" y="251791"/>
                    <a:pt x="3024262" y="250897"/>
                    <a:pt x="3077154" y="246490"/>
                  </a:cubicBezTo>
                  <a:cubicBezTo>
                    <a:pt x="3088045" y="245582"/>
                    <a:pt x="3098032" y="238539"/>
                    <a:pt x="3108960" y="238539"/>
                  </a:cubicBezTo>
                  <a:cubicBezTo>
                    <a:pt x="3323661" y="238539"/>
                    <a:pt x="3538330" y="243840"/>
                    <a:pt x="3753015" y="246490"/>
                  </a:cubicBezTo>
                  <a:lnTo>
                    <a:pt x="3824577" y="270344"/>
                  </a:lnTo>
                  <a:lnTo>
                    <a:pt x="3848431" y="278295"/>
                  </a:lnTo>
                  <a:cubicBezTo>
                    <a:pt x="3856382" y="283596"/>
                    <a:pt x="3863501" y="290434"/>
                    <a:pt x="3872285" y="294198"/>
                  </a:cubicBezTo>
                  <a:cubicBezTo>
                    <a:pt x="3926031" y="317232"/>
                    <a:pt x="4056945" y="294669"/>
                    <a:pt x="4071068" y="294198"/>
                  </a:cubicBezTo>
                  <a:lnTo>
                    <a:pt x="4381168" y="286247"/>
                  </a:lnTo>
                  <a:cubicBezTo>
                    <a:pt x="4699182" y="180233"/>
                    <a:pt x="5179306" y="276480"/>
                    <a:pt x="5398935" y="278295"/>
                  </a:cubicBezTo>
                  <a:cubicBezTo>
                    <a:pt x="5547354" y="327772"/>
                    <a:pt x="5433080" y="292639"/>
                    <a:pt x="5820354" y="278295"/>
                  </a:cubicBezTo>
                  <a:cubicBezTo>
                    <a:pt x="5831587" y="277879"/>
                    <a:pt x="5863807" y="266462"/>
                    <a:pt x="5876014" y="262393"/>
                  </a:cubicBezTo>
                  <a:lnTo>
                    <a:pt x="6297433" y="270344"/>
                  </a:lnTo>
                  <a:cubicBezTo>
                    <a:pt x="6305809" y="270643"/>
                    <a:pt x="6313041" y="276796"/>
                    <a:pt x="6321287" y="278295"/>
                  </a:cubicBezTo>
                  <a:cubicBezTo>
                    <a:pt x="6342311" y="282118"/>
                    <a:pt x="6363819" y="282734"/>
                    <a:pt x="6384897" y="286247"/>
                  </a:cubicBezTo>
                  <a:cubicBezTo>
                    <a:pt x="6404866" y="289575"/>
                    <a:pt x="6421649" y="295847"/>
                    <a:pt x="6440556" y="302149"/>
                  </a:cubicBezTo>
                  <a:cubicBezTo>
                    <a:pt x="6498866" y="299499"/>
                    <a:pt x="6557447" y="300416"/>
                    <a:pt x="6615485" y="294198"/>
                  </a:cubicBezTo>
                  <a:cubicBezTo>
                    <a:pt x="6632153" y="292412"/>
                    <a:pt x="6646931" y="282360"/>
                    <a:pt x="6663193" y="278295"/>
                  </a:cubicBezTo>
                  <a:cubicBezTo>
                    <a:pt x="6697230" y="269786"/>
                    <a:pt x="6697736" y="269124"/>
                    <a:pt x="6734754" y="262393"/>
                  </a:cubicBezTo>
                  <a:cubicBezTo>
                    <a:pt x="6815629" y="247688"/>
                    <a:pt x="6798155" y="253518"/>
                    <a:pt x="6917634" y="246490"/>
                  </a:cubicBezTo>
                  <a:cubicBezTo>
                    <a:pt x="7038861" y="229173"/>
                    <a:pt x="6986047" y="233373"/>
                    <a:pt x="7195930" y="246490"/>
                  </a:cubicBezTo>
                  <a:cubicBezTo>
                    <a:pt x="7206837" y="247172"/>
                    <a:pt x="7216983" y="252486"/>
                    <a:pt x="7227735" y="254441"/>
                  </a:cubicBezTo>
                  <a:cubicBezTo>
                    <a:pt x="7246174" y="257794"/>
                    <a:pt x="7264841" y="259742"/>
                    <a:pt x="7283394" y="262393"/>
                  </a:cubicBezTo>
                  <a:cubicBezTo>
                    <a:pt x="7297062" y="266949"/>
                    <a:pt x="7325916" y="277244"/>
                    <a:pt x="7339054" y="278295"/>
                  </a:cubicBezTo>
                  <a:cubicBezTo>
                    <a:pt x="7443180" y="286625"/>
                    <a:pt x="7460411" y="286247"/>
                    <a:pt x="7529885" y="28624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101">
                  <a:extLst>
                    <a:ext uri="{FF2B5EF4-FFF2-40B4-BE49-F238E27FC236}">
                      <a16:creationId xmlns:a16="http://schemas.microsoft.com/office/drawing/2014/main" id="{FDCA14B0-1DC7-47AE-9D6E-703086D7D126}"/>
                    </a:ext>
                  </a:extLst>
                </p:cNvPr>
                <p:cNvSpPr txBox="1"/>
                <p:nvPr/>
              </p:nvSpPr>
              <p:spPr>
                <a:xfrm>
                  <a:off x="5997888" y="1261702"/>
                  <a:ext cx="123772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𝑻𝒉</m:t>
                      </m:r>
                    </m:oMath>
                  </a14:m>
                  <a:r>
                    <a:rPr lang="en-GB" sz="900" b="1" dirty="0">
                      <a:solidFill>
                        <a:srgbClr val="FF0000"/>
                      </a:solidFill>
                    </a:rPr>
                    <a:t> =&gt; Attack?</a:t>
                  </a:r>
                  <a:endParaRPr lang="en-IN" sz="9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TextBox 101">
                  <a:extLst>
                    <a:ext uri="{FF2B5EF4-FFF2-40B4-BE49-F238E27FC236}">
                      <a16:creationId xmlns:a16="http://schemas.microsoft.com/office/drawing/2014/main" id="{FDCA14B0-1DC7-47AE-9D6E-703086D7D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7888" y="1261702"/>
                  <a:ext cx="1237721" cy="230832"/>
                </a:xfrm>
                <a:prstGeom prst="rect">
                  <a:avLst/>
                </a:prstGeom>
                <a:blipFill>
                  <a:blip r:embed="rId4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0" name="TextBox 69">
              <a:extLst>
                <a:ext uri="{FF2B5EF4-FFF2-40B4-BE49-F238E27FC236}">
                  <a16:creationId xmlns:a16="http://schemas.microsoft.com/office/drawing/2014/main" id="{D4CD99F1-3597-4CAF-A323-5DDBC1D0611E}"/>
                </a:ext>
              </a:extLst>
            </p:cNvPr>
            <p:cNvSpPr txBox="1"/>
            <p:nvPr/>
          </p:nvSpPr>
          <p:spPr>
            <a:xfrm>
              <a:off x="6106218" y="524089"/>
              <a:ext cx="7551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b="1" dirty="0">
                  <a:solidFill>
                    <a:srgbClr val="FF0000"/>
                  </a:solidFill>
                </a:rPr>
                <a:t>Threshold</a:t>
              </a:r>
              <a:endParaRPr lang="en-IN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990C4316-9B20-4828-8301-73A38BEDCBF6}"/>
              </a:ext>
            </a:extLst>
          </p:cNvPr>
          <p:cNvSpPr/>
          <p:nvPr/>
        </p:nvSpPr>
        <p:spPr>
          <a:xfrm>
            <a:off x="9428886" y="5984421"/>
            <a:ext cx="1844145" cy="77839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D64C3DF-FC13-414E-AA3E-D9E1AC945DCE}"/>
              </a:ext>
            </a:extLst>
          </p:cNvPr>
          <p:cNvSpPr/>
          <p:nvPr/>
        </p:nvSpPr>
        <p:spPr>
          <a:xfrm>
            <a:off x="2452343" y="3483534"/>
            <a:ext cx="259905" cy="430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C9D3B7D-D2F0-4E19-A8D0-B1F2E4F1CFC6}"/>
              </a:ext>
            </a:extLst>
          </p:cNvPr>
          <p:cNvSpPr/>
          <p:nvPr/>
        </p:nvSpPr>
        <p:spPr>
          <a:xfrm>
            <a:off x="3117816" y="3487481"/>
            <a:ext cx="221362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C03AEB94-EAD2-495C-884F-757F4E63524B}"/>
              </a:ext>
            </a:extLst>
          </p:cNvPr>
          <p:cNvSpPr/>
          <p:nvPr/>
        </p:nvSpPr>
        <p:spPr>
          <a:xfrm>
            <a:off x="3780808" y="3495438"/>
            <a:ext cx="193666" cy="408653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F095EC77-341D-4F64-8F3C-E5660532D046}"/>
              </a:ext>
            </a:extLst>
          </p:cNvPr>
          <p:cNvCxnSpPr>
            <a:cxnSpLocks/>
          </p:cNvCxnSpPr>
          <p:nvPr/>
        </p:nvCxnSpPr>
        <p:spPr>
          <a:xfrm flipV="1">
            <a:off x="5402232" y="5799833"/>
            <a:ext cx="4746677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E0B5DF8D-BE31-4592-ADA0-0D28E7B9288D}"/>
              </a:ext>
            </a:extLst>
          </p:cNvPr>
          <p:cNvSpPr/>
          <p:nvPr/>
        </p:nvSpPr>
        <p:spPr>
          <a:xfrm>
            <a:off x="4133326" y="3480484"/>
            <a:ext cx="259905" cy="4315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6" name="Connector: Elbow 265">
            <a:extLst>
              <a:ext uri="{FF2B5EF4-FFF2-40B4-BE49-F238E27FC236}">
                <a16:creationId xmlns:a16="http://schemas.microsoft.com/office/drawing/2014/main" id="{DA2B1017-2337-47F2-A5EA-0334CA9BDFA3}"/>
              </a:ext>
            </a:extLst>
          </p:cNvPr>
          <p:cNvCxnSpPr>
            <a:cxnSpLocks/>
          </p:cNvCxnSpPr>
          <p:nvPr/>
        </p:nvCxnSpPr>
        <p:spPr>
          <a:xfrm rot="5400000">
            <a:off x="517268" y="4647276"/>
            <a:ext cx="462176" cy="128766"/>
          </a:xfrm>
          <a:prstGeom prst="bentConnector3">
            <a:avLst>
              <a:gd name="adj1" fmla="val 5659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72">
            <a:extLst>
              <a:ext uri="{FF2B5EF4-FFF2-40B4-BE49-F238E27FC236}">
                <a16:creationId xmlns:a16="http://schemas.microsoft.com/office/drawing/2014/main" id="{603491AF-FAAD-4493-94FE-08A2029DDA38}"/>
              </a:ext>
            </a:extLst>
          </p:cNvPr>
          <p:cNvSpPr/>
          <p:nvPr/>
        </p:nvSpPr>
        <p:spPr>
          <a:xfrm>
            <a:off x="2712248" y="3487482"/>
            <a:ext cx="405568" cy="42285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B4F8F79-FB58-4165-A533-E0EA53FF1026}"/>
              </a:ext>
            </a:extLst>
          </p:cNvPr>
          <p:cNvSpPr txBox="1"/>
          <p:nvPr/>
        </p:nvSpPr>
        <p:spPr>
          <a:xfrm>
            <a:off x="7028336" y="4707563"/>
            <a:ext cx="68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CPU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1C8DC16-9EE0-41E6-BE1E-869E60BAE6A9}"/>
              </a:ext>
            </a:extLst>
          </p:cNvPr>
          <p:cNvSpPr txBox="1"/>
          <p:nvPr/>
        </p:nvSpPr>
        <p:spPr>
          <a:xfrm>
            <a:off x="3237507" y="5744085"/>
            <a:ext cx="1129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Scheduler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3E725FF2-20E0-4BE3-B577-8E2AE37ACD64}"/>
              </a:ext>
            </a:extLst>
          </p:cNvPr>
          <p:cNvSpPr/>
          <p:nvPr/>
        </p:nvSpPr>
        <p:spPr>
          <a:xfrm>
            <a:off x="4529754" y="3487481"/>
            <a:ext cx="221362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1A37A54-FAF6-4C17-BC00-853E6387984B}"/>
              </a:ext>
            </a:extLst>
          </p:cNvPr>
          <p:cNvSpPr/>
          <p:nvPr/>
        </p:nvSpPr>
        <p:spPr>
          <a:xfrm>
            <a:off x="5107187" y="3503112"/>
            <a:ext cx="703634" cy="40576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A6FF884C-4364-4944-8246-85AAC31EF1B5}"/>
              </a:ext>
            </a:extLst>
          </p:cNvPr>
          <p:cNvSpPr/>
          <p:nvPr/>
        </p:nvSpPr>
        <p:spPr>
          <a:xfrm>
            <a:off x="3532598" y="3487480"/>
            <a:ext cx="234152" cy="421396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bg1"/>
            </a:bgClr>
          </a:pattFill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8C69DAA7-95BE-4144-8CB2-CAD94F67CAF5}"/>
              </a:ext>
            </a:extLst>
          </p:cNvPr>
          <p:cNvGrpSpPr/>
          <p:nvPr/>
        </p:nvGrpSpPr>
        <p:grpSpPr>
          <a:xfrm>
            <a:off x="252660" y="2543044"/>
            <a:ext cx="215067" cy="328118"/>
            <a:chOff x="374924" y="4422217"/>
            <a:chExt cx="215067" cy="328118"/>
          </a:xfrm>
        </p:grpSpPr>
        <p:pic>
          <p:nvPicPr>
            <p:cNvPr id="297" name="Grafik 44" descr="Teufelsgesicht mit einfarbiger Füllung">
              <a:extLst>
                <a:ext uri="{FF2B5EF4-FFF2-40B4-BE49-F238E27FC236}">
                  <a16:creationId xmlns:a16="http://schemas.microsoft.com/office/drawing/2014/main" id="{72C16C72-95B6-4096-9BAF-10A5A34A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2329" y="4422217"/>
              <a:ext cx="207662" cy="184817"/>
            </a:xfrm>
            <a:prstGeom prst="rect">
              <a:avLst/>
            </a:prstGeom>
          </p:spPr>
        </p:pic>
        <p:sp>
          <p:nvSpPr>
            <p:cNvPr id="298" name="Gewitterblitz 40">
              <a:extLst>
                <a:ext uri="{FF2B5EF4-FFF2-40B4-BE49-F238E27FC236}">
                  <a16:creationId xmlns:a16="http://schemas.microsoft.com/office/drawing/2014/main" id="{5D1111BB-93B3-4D9E-9697-6EAD7FB84CFC}"/>
                </a:ext>
              </a:extLst>
            </p:cNvPr>
            <p:cNvSpPr/>
            <p:nvPr/>
          </p:nvSpPr>
          <p:spPr>
            <a:xfrm rot="3089867">
              <a:off x="415683" y="4614164"/>
              <a:ext cx="95412" cy="176929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11" name="Rectangle 310">
            <a:extLst>
              <a:ext uri="{FF2B5EF4-FFF2-40B4-BE49-F238E27FC236}">
                <a16:creationId xmlns:a16="http://schemas.microsoft.com/office/drawing/2014/main" id="{6DBF9446-395C-40F2-91DA-ABA2649480F5}"/>
              </a:ext>
            </a:extLst>
          </p:cNvPr>
          <p:cNvSpPr/>
          <p:nvPr/>
        </p:nvSpPr>
        <p:spPr>
          <a:xfrm>
            <a:off x="3974475" y="3487481"/>
            <a:ext cx="151788" cy="42716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8897EC8-BC6A-41C7-8B47-A343D128B093}"/>
              </a:ext>
            </a:extLst>
          </p:cNvPr>
          <p:cNvSpPr/>
          <p:nvPr/>
        </p:nvSpPr>
        <p:spPr>
          <a:xfrm>
            <a:off x="4870680" y="3497447"/>
            <a:ext cx="247604" cy="416610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bg1"/>
            </a:bgClr>
          </a:pattFill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1ADA13B2-8488-419F-8E9E-423C83A24D99}"/>
              </a:ext>
            </a:extLst>
          </p:cNvPr>
          <p:cNvGrpSpPr/>
          <p:nvPr/>
        </p:nvGrpSpPr>
        <p:grpSpPr>
          <a:xfrm>
            <a:off x="557996" y="2039634"/>
            <a:ext cx="305725" cy="282788"/>
            <a:chOff x="1241205" y="3303045"/>
            <a:chExt cx="305725" cy="282788"/>
          </a:xfrm>
        </p:grpSpPr>
        <p:pic>
          <p:nvPicPr>
            <p:cNvPr id="324" name="Grafik 44" descr="Teufelsgesicht mit einfarbiger Füllung">
              <a:extLst>
                <a:ext uri="{FF2B5EF4-FFF2-40B4-BE49-F238E27FC236}">
                  <a16:creationId xmlns:a16="http://schemas.microsoft.com/office/drawing/2014/main" id="{B67D98AE-3C2D-4B3C-8373-49A1E03C1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39268" y="3303045"/>
              <a:ext cx="207662" cy="184817"/>
            </a:xfrm>
            <a:prstGeom prst="rect">
              <a:avLst/>
            </a:prstGeom>
          </p:spPr>
        </p:pic>
        <p:sp>
          <p:nvSpPr>
            <p:cNvPr id="325" name="Gewitterblitz 40">
              <a:extLst>
                <a:ext uri="{FF2B5EF4-FFF2-40B4-BE49-F238E27FC236}">
                  <a16:creationId xmlns:a16="http://schemas.microsoft.com/office/drawing/2014/main" id="{186E9DA9-CF9B-4779-8999-B27A5678D7DC}"/>
                </a:ext>
              </a:extLst>
            </p:cNvPr>
            <p:cNvSpPr/>
            <p:nvPr/>
          </p:nvSpPr>
          <p:spPr>
            <a:xfrm rot="3089867">
              <a:off x="1281964" y="3449662"/>
              <a:ext cx="95412" cy="176929"/>
            </a:xfrm>
            <a:prstGeom prst="lightningBol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326" name="Connector: Elbow 325">
            <a:extLst>
              <a:ext uri="{FF2B5EF4-FFF2-40B4-BE49-F238E27FC236}">
                <a16:creationId xmlns:a16="http://schemas.microsoft.com/office/drawing/2014/main" id="{D69C32AC-5306-4FCB-9615-D9076049D16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8928" y="3371077"/>
            <a:ext cx="459123" cy="17983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: Elbow 332">
            <a:extLst>
              <a:ext uri="{FF2B5EF4-FFF2-40B4-BE49-F238E27FC236}">
                <a16:creationId xmlns:a16="http://schemas.microsoft.com/office/drawing/2014/main" id="{B949484E-E77D-42C5-A553-E2E560CEFBD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608" y="1801889"/>
            <a:ext cx="476088" cy="28219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50F02426-440F-44D3-B67B-23802FD899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58824" y="5466819"/>
            <a:ext cx="477318" cy="347303"/>
          </a:xfrm>
          <a:prstGeom prst="bentConnector3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F76D1E52-0DCB-4D89-BD60-BCE0E28E8E27}"/>
              </a:ext>
            </a:extLst>
          </p:cNvPr>
          <p:cNvCxnSpPr>
            <a:cxnSpLocks/>
          </p:cNvCxnSpPr>
          <p:nvPr/>
        </p:nvCxnSpPr>
        <p:spPr>
          <a:xfrm flipH="1">
            <a:off x="1085222" y="3105875"/>
            <a:ext cx="4086" cy="44955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Rectangle 354">
            <a:extLst>
              <a:ext uri="{FF2B5EF4-FFF2-40B4-BE49-F238E27FC236}">
                <a16:creationId xmlns:a16="http://schemas.microsoft.com/office/drawing/2014/main" id="{FCF46EC7-931D-4620-BCCA-E6A648AA750A}"/>
              </a:ext>
            </a:extLst>
          </p:cNvPr>
          <p:cNvSpPr/>
          <p:nvPr/>
        </p:nvSpPr>
        <p:spPr>
          <a:xfrm>
            <a:off x="3352707" y="3495438"/>
            <a:ext cx="170677" cy="403457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8" name="Connector: Elbow 357">
            <a:extLst>
              <a:ext uri="{FF2B5EF4-FFF2-40B4-BE49-F238E27FC236}">
                <a16:creationId xmlns:a16="http://schemas.microsoft.com/office/drawing/2014/main" id="{46EA7ED5-DD83-4239-B1B9-6BD765FF35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42702" y="5806983"/>
            <a:ext cx="332356" cy="686866"/>
          </a:xfrm>
          <a:prstGeom prst="bentConnector5">
            <a:avLst>
              <a:gd name="adj1" fmla="val 55219"/>
              <a:gd name="adj2" fmla="val 61958"/>
              <a:gd name="adj3" fmla="val 5505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: Elbow 369">
            <a:extLst>
              <a:ext uri="{FF2B5EF4-FFF2-40B4-BE49-F238E27FC236}">
                <a16:creationId xmlns:a16="http://schemas.microsoft.com/office/drawing/2014/main" id="{BAC31F7A-079C-4674-8908-8011C08356B3}"/>
              </a:ext>
            </a:extLst>
          </p:cNvPr>
          <p:cNvCxnSpPr>
            <a:cxnSpLocks/>
            <a:stCxn id="121" idx="0"/>
            <a:endCxn id="193" idx="2"/>
          </p:cNvCxnSpPr>
          <p:nvPr/>
        </p:nvCxnSpPr>
        <p:spPr>
          <a:xfrm rot="5400000" flipH="1" flipV="1">
            <a:off x="3355621" y="2118629"/>
            <a:ext cx="350529" cy="33925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: Elbow 398">
            <a:extLst>
              <a:ext uri="{FF2B5EF4-FFF2-40B4-BE49-F238E27FC236}">
                <a16:creationId xmlns:a16="http://schemas.microsoft.com/office/drawing/2014/main" id="{AF92E1B7-B2FB-4354-9891-BFDEE6A489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63403" y="3075426"/>
            <a:ext cx="236724" cy="1384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Rectangle 400">
            <a:extLst>
              <a:ext uri="{FF2B5EF4-FFF2-40B4-BE49-F238E27FC236}">
                <a16:creationId xmlns:a16="http://schemas.microsoft.com/office/drawing/2014/main" id="{43740ACC-BE0C-4C31-AB14-13592CC3D4D1}"/>
              </a:ext>
            </a:extLst>
          </p:cNvPr>
          <p:cNvSpPr/>
          <p:nvPr/>
        </p:nvSpPr>
        <p:spPr>
          <a:xfrm>
            <a:off x="4906896" y="2450910"/>
            <a:ext cx="390368" cy="15058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050" dirty="0">
              <a:solidFill>
                <a:schemeClr val="tx1"/>
              </a:solidFill>
            </a:endParaRPr>
          </a:p>
        </p:txBody>
      </p: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E9A5F5C9-BF50-4982-90F1-AB2784EF694E}"/>
              </a:ext>
            </a:extLst>
          </p:cNvPr>
          <p:cNvGrpSpPr/>
          <p:nvPr/>
        </p:nvGrpSpPr>
        <p:grpSpPr>
          <a:xfrm>
            <a:off x="4951245" y="2865373"/>
            <a:ext cx="710223" cy="193583"/>
            <a:chOff x="2423314" y="3342410"/>
            <a:chExt cx="3445051" cy="222862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7B989A79-4B42-4297-A462-56CE54158CF0}"/>
                </a:ext>
              </a:extLst>
            </p:cNvPr>
            <p:cNvSpPr/>
            <p:nvPr/>
          </p:nvSpPr>
          <p:spPr>
            <a:xfrm rot="16200000">
              <a:off x="4037884" y="1733412"/>
              <a:ext cx="215911" cy="3445051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53C1BD1-A141-4269-8014-3FD66937EA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38392" y="3455938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0E0D9E3-D69C-4544-9C93-77633452323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56900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AAABA0-501E-4055-BE0A-61C13A592E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00696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DDEFEED-71AE-4921-A5C5-346402AE50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359427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0A45CB8-9C6A-4417-B74B-3BEE63D36F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97909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2B4E76AC-9D50-4EE5-9A48-583D7DBD4C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626906" y="3450366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E237CB41-0BE3-45FB-BDDA-0D51A6473D8B}"/>
              </a:ext>
            </a:extLst>
          </p:cNvPr>
          <p:cNvCxnSpPr>
            <a:cxnSpLocks/>
          </p:cNvCxnSpPr>
          <p:nvPr/>
        </p:nvCxnSpPr>
        <p:spPr>
          <a:xfrm>
            <a:off x="1155183" y="4042734"/>
            <a:ext cx="92295" cy="5795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: Elbow 419">
            <a:extLst>
              <a:ext uri="{FF2B5EF4-FFF2-40B4-BE49-F238E27FC236}">
                <a16:creationId xmlns:a16="http://schemas.microsoft.com/office/drawing/2014/main" id="{FA52ED38-0746-434B-B61A-375CEC22DADB}"/>
              </a:ext>
            </a:extLst>
          </p:cNvPr>
          <p:cNvCxnSpPr>
            <a:cxnSpLocks/>
          </p:cNvCxnSpPr>
          <p:nvPr/>
        </p:nvCxnSpPr>
        <p:spPr>
          <a:xfrm rot="5400000">
            <a:off x="483738" y="4234682"/>
            <a:ext cx="491778" cy="1"/>
          </a:xfrm>
          <a:prstGeom prst="bentConnector3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45C9271C-7A38-4A8C-8D1D-703E1A624C6D}"/>
              </a:ext>
            </a:extLst>
          </p:cNvPr>
          <p:cNvCxnSpPr>
            <a:cxnSpLocks/>
          </p:cNvCxnSpPr>
          <p:nvPr/>
        </p:nvCxnSpPr>
        <p:spPr>
          <a:xfrm flipH="1">
            <a:off x="1121291" y="4786227"/>
            <a:ext cx="2043" cy="48969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2E22466E-9979-4FAE-8E8E-08646950859A}"/>
              </a:ext>
            </a:extLst>
          </p:cNvPr>
          <p:cNvGrpSpPr/>
          <p:nvPr/>
        </p:nvGrpSpPr>
        <p:grpSpPr>
          <a:xfrm>
            <a:off x="2400626" y="2865373"/>
            <a:ext cx="710223" cy="193583"/>
            <a:chOff x="2423314" y="3342410"/>
            <a:chExt cx="3445051" cy="222862"/>
          </a:xfrm>
        </p:grpSpPr>
        <p:sp>
          <p:nvSpPr>
            <p:cNvPr id="434" name="Rectangle: Rounded Corners 433">
              <a:extLst>
                <a:ext uri="{FF2B5EF4-FFF2-40B4-BE49-F238E27FC236}">
                  <a16:creationId xmlns:a16="http://schemas.microsoft.com/office/drawing/2014/main" id="{04F18ABB-177D-4BCB-96EF-1F009F24B3C6}"/>
                </a:ext>
              </a:extLst>
            </p:cNvPr>
            <p:cNvSpPr/>
            <p:nvPr/>
          </p:nvSpPr>
          <p:spPr>
            <a:xfrm rot="16200000">
              <a:off x="4037884" y="1733412"/>
              <a:ext cx="215911" cy="3445051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616E54ED-98E1-4AA5-A09B-0F2CD2C0445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38392" y="3455938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69405A3D-2E51-4EB2-97C4-EE36B4E0A2D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56900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5184DEE9-EC23-40DD-8368-248CAD993F1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00696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23D3F6A-453C-4729-B7D3-8310B87F67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359427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F4226A17-FCBB-42CD-B001-31416BF4A8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97909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40D2FAAF-05AD-439D-B24D-6F3F0E86A68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626906" y="3450366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323B332E-1437-4286-A7FE-AF3F1FF9B576}"/>
              </a:ext>
            </a:extLst>
          </p:cNvPr>
          <p:cNvGrpSpPr/>
          <p:nvPr/>
        </p:nvGrpSpPr>
        <p:grpSpPr>
          <a:xfrm>
            <a:off x="3649243" y="2860534"/>
            <a:ext cx="710223" cy="197223"/>
            <a:chOff x="2423318" y="3342410"/>
            <a:chExt cx="3445052" cy="227052"/>
          </a:xfrm>
        </p:grpSpPr>
        <p:sp>
          <p:nvSpPr>
            <p:cNvPr id="443" name="Rectangle: Rounded Corners 442">
              <a:extLst>
                <a:ext uri="{FF2B5EF4-FFF2-40B4-BE49-F238E27FC236}">
                  <a16:creationId xmlns:a16="http://schemas.microsoft.com/office/drawing/2014/main" id="{074977EE-875D-4D82-9A41-38036343C444}"/>
                </a:ext>
              </a:extLst>
            </p:cNvPr>
            <p:cNvSpPr/>
            <p:nvPr/>
          </p:nvSpPr>
          <p:spPr>
            <a:xfrm rot="16200000">
              <a:off x="4037888" y="1733410"/>
              <a:ext cx="215911" cy="3445052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90BD7F28-9C14-4408-B0F0-D211D98D20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38392" y="3455938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C25FCB48-15EE-4FFE-A111-45C1F383A9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356900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2220EE1B-76ED-4F29-9F91-9B48126A392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00696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9A2BD2CD-DC62-432F-9464-E59237FD506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359427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8616F8A8-4D38-4012-94CE-D38C015558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97909" y="345731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EEAA44E-3EEE-4FBD-BABA-12F97675EB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626906" y="3450366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2711AE27-45D7-4DC9-B6DD-2E6BC4DA3C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482188" y="3461507"/>
              <a:ext cx="2159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Connector: Elbow 460">
            <a:extLst>
              <a:ext uri="{FF2B5EF4-FFF2-40B4-BE49-F238E27FC236}">
                <a16:creationId xmlns:a16="http://schemas.microsoft.com/office/drawing/2014/main" id="{A2D05ABE-7021-4807-8FED-6AB5B5EE80CC}"/>
              </a:ext>
            </a:extLst>
          </p:cNvPr>
          <p:cNvCxnSpPr>
            <a:stCxn id="434" idx="1"/>
            <a:endCxn id="233" idx="0"/>
          </p:cNvCxnSpPr>
          <p:nvPr/>
        </p:nvCxnSpPr>
        <p:spPr>
          <a:xfrm rot="5400000">
            <a:off x="2456129" y="3183925"/>
            <a:ext cx="425776" cy="1734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294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564D06-2956-445E-85FF-F9A88469D129}"/>
              </a:ext>
            </a:extLst>
          </p:cNvPr>
          <p:cNvSpPr/>
          <p:nvPr/>
        </p:nvSpPr>
        <p:spPr>
          <a:xfrm>
            <a:off x="1137329" y="800040"/>
            <a:ext cx="3580971" cy="27152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2635FE-D42B-474A-B817-CCD54E62B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1975403"/>
                  </p:ext>
                </p:extLst>
              </p:nvPr>
            </p:nvGraphicFramePr>
            <p:xfrm>
              <a:off x="1571143" y="807448"/>
              <a:ext cx="3147161" cy="18083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12941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2434220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6958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(SVI)</a:t>
                          </a:r>
                        </a:p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2635FE-D42B-474A-B817-CCD54E62B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1975403"/>
                  </p:ext>
                </p:extLst>
              </p:nvPr>
            </p:nvGraphicFramePr>
            <p:xfrm>
              <a:off x="1571143" y="807448"/>
              <a:ext cx="3147161" cy="18083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12941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2434220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6958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(SVI)</a:t>
                          </a:r>
                        </a:p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55" t="-195082" r="-34444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55" t="-295082" r="-34444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55" t="-395082" r="-34444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833A1BF-A303-4969-86B9-0171EB7586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7917842"/>
                  </p:ext>
                </p:extLst>
              </p:nvPr>
            </p:nvGraphicFramePr>
            <p:xfrm>
              <a:off x="1555291" y="3145976"/>
              <a:ext cx="3163009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3368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439641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833A1BF-A303-4969-86B9-0171EB7586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7917842"/>
                  </p:ext>
                </p:extLst>
              </p:nvPr>
            </p:nvGraphicFramePr>
            <p:xfrm>
              <a:off x="1555291" y="3145976"/>
              <a:ext cx="3163009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3368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439641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0" t="-1639" r="-33865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E8FA0F-26E3-4BCB-A4A6-8865A3F38EBD}"/>
                  </a:ext>
                </a:extLst>
              </p:cNvPr>
              <p:cNvSpPr txBox="1"/>
              <p:nvPr/>
            </p:nvSpPr>
            <p:spPr>
              <a:xfrm>
                <a:off x="1134613" y="1414615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E8FA0F-26E3-4BCB-A4A6-8865A3F38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613" y="1414615"/>
                <a:ext cx="4059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1A4696-F87B-4C9E-8376-5435866689A9}"/>
                  </a:ext>
                </a:extLst>
              </p:cNvPr>
              <p:cNvSpPr txBox="1"/>
              <p:nvPr/>
            </p:nvSpPr>
            <p:spPr>
              <a:xfrm>
                <a:off x="1132378" y="1840774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1A4696-F87B-4C9E-8376-543586668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378" y="1840774"/>
                <a:ext cx="4059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7AE49F-5E0D-4DFE-A643-1660CCB2F2D7}"/>
                  </a:ext>
                </a:extLst>
              </p:cNvPr>
              <p:cNvSpPr txBox="1"/>
              <p:nvPr/>
            </p:nvSpPr>
            <p:spPr>
              <a:xfrm>
                <a:off x="1139084" y="2266933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7AE49F-5E0D-4DFE-A643-1660CCB2F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084" y="2266933"/>
                <a:ext cx="405994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FD9CF94-E375-487E-9451-E20D63A2CB53}"/>
              </a:ext>
            </a:extLst>
          </p:cNvPr>
          <p:cNvSpPr txBox="1"/>
          <p:nvPr/>
        </p:nvSpPr>
        <p:spPr>
          <a:xfrm>
            <a:off x="1208505" y="2293658"/>
            <a:ext cx="33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724572-DBC4-490F-B110-AAFEB9A2AA11}"/>
                  </a:ext>
                </a:extLst>
              </p:cNvPr>
              <p:cNvSpPr txBox="1"/>
              <p:nvPr/>
            </p:nvSpPr>
            <p:spPr>
              <a:xfrm>
                <a:off x="1132378" y="3145976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724572-DBC4-490F-B110-AAFEB9A2A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378" y="3145976"/>
                <a:ext cx="4059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B789B6-B8AC-4808-BAB2-F8A94B38CA02}"/>
              </a:ext>
            </a:extLst>
          </p:cNvPr>
          <p:cNvCxnSpPr>
            <a:cxnSpLocks/>
          </p:cNvCxnSpPr>
          <p:nvPr/>
        </p:nvCxnSpPr>
        <p:spPr>
          <a:xfrm flipH="1">
            <a:off x="1571144" y="2636265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FA60576-CBD4-4EFE-B247-C32D60074212}"/>
              </a:ext>
            </a:extLst>
          </p:cNvPr>
          <p:cNvSpPr txBox="1"/>
          <p:nvPr/>
        </p:nvSpPr>
        <p:spPr>
          <a:xfrm>
            <a:off x="2094750" y="448818"/>
            <a:ext cx="215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Look Up (LU)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F0832-82B6-4822-AAD3-A27359CFFDE3}"/>
              </a:ext>
            </a:extLst>
          </p:cNvPr>
          <p:cNvSpPr/>
          <p:nvPr/>
        </p:nvSpPr>
        <p:spPr>
          <a:xfrm>
            <a:off x="2314554" y="852075"/>
            <a:ext cx="24452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Critical Attack Probability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29E8A5-8DC7-4110-81C7-9FFAC4CC46F9}"/>
              </a:ext>
            </a:extLst>
          </p:cNvPr>
          <p:cNvCxnSpPr>
            <a:cxnSpLocks/>
          </p:cNvCxnSpPr>
          <p:nvPr/>
        </p:nvCxnSpPr>
        <p:spPr>
          <a:xfrm flipH="1">
            <a:off x="4718304" y="2638408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773840-3D94-4EC4-A693-99CF9DC67610}"/>
                  </a:ext>
                </a:extLst>
              </p:cNvPr>
              <p:cNvSpPr/>
              <p:nvPr/>
            </p:nvSpPr>
            <p:spPr>
              <a:xfrm>
                <a:off x="2425033" y="1125752"/>
                <a:ext cx="2334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 .  .  .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]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773840-3D94-4EC4-A693-99CF9DC67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033" y="1125752"/>
                <a:ext cx="2334806" cy="369332"/>
              </a:xfrm>
              <a:prstGeom prst="rect">
                <a:avLst/>
              </a:prstGeom>
              <a:blipFill>
                <a:blip r:embed="rId8"/>
                <a:stretch>
                  <a:fillRect l="-1044" t="-1166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8A8856-14F7-45E1-BFDD-67A7CF178C1D}"/>
              </a:ext>
            </a:extLst>
          </p:cNvPr>
          <p:cNvCxnSpPr>
            <a:cxnSpLocks/>
          </p:cNvCxnSpPr>
          <p:nvPr/>
        </p:nvCxnSpPr>
        <p:spPr>
          <a:xfrm flipH="1">
            <a:off x="2278699" y="2632183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E66D053-F0AD-4A71-BEE1-6DD0298BD1DF}"/>
              </a:ext>
            </a:extLst>
          </p:cNvPr>
          <p:cNvSpPr/>
          <p:nvPr/>
        </p:nvSpPr>
        <p:spPr>
          <a:xfrm>
            <a:off x="2425033" y="2683645"/>
            <a:ext cx="21515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  .   .   .   .   .   .   .   .   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C0CAA0-58BA-48EA-BFF0-91AF1D1103BE}"/>
              </a:ext>
            </a:extLst>
          </p:cNvPr>
          <p:cNvSpPr txBox="1"/>
          <p:nvPr/>
        </p:nvSpPr>
        <p:spPr>
          <a:xfrm>
            <a:off x="1756422" y="2206124"/>
            <a:ext cx="33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FD7F01-3EB9-4B87-A692-2FC0DC320DA5}"/>
              </a:ext>
            </a:extLst>
          </p:cNvPr>
          <p:cNvSpPr/>
          <p:nvPr/>
        </p:nvSpPr>
        <p:spPr>
          <a:xfrm>
            <a:off x="2416269" y="1487816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1, 0,  .  .  .  .  .  .  .  .  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6C599A-3D88-4722-9EF7-0658BC23D4B8}"/>
              </a:ext>
            </a:extLst>
          </p:cNvPr>
          <p:cNvSpPr/>
          <p:nvPr/>
        </p:nvSpPr>
        <p:spPr>
          <a:xfrm>
            <a:off x="2416269" y="1857148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[1, 1, 0,  .  .  .  .  .  .  .  .  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FAF378-F9A8-4BB9-A8BE-BE5F1D2ED157}"/>
              </a:ext>
            </a:extLst>
          </p:cNvPr>
          <p:cNvSpPr/>
          <p:nvPr/>
        </p:nvSpPr>
        <p:spPr>
          <a:xfrm>
            <a:off x="2416269" y="2233888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[1, 1, 1,  .  .  .  .  .  .  .  .  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4B3E-3782-4B8A-A5B8-4646A60795B2}"/>
              </a:ext>
            </a:extLst>
          </p:cNvPr>
          <p:cNvSpPr/>
          <p:nvPr/>
        </p:nvSpPr>
        <p:spPr>
          <a:xfrm>
            <a:off x="2425033" y="3120828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0, 0,  .  .  .  .  .  .  .  .  ]</a:t>
            </a:r>
          </a:p>
        </p:txBody>
      </p:sp>
    </p:spTree>
    <p:extLst>
      <p:ext uri="{BB962C8B-B14F-4D97-AF65-F5344CB8AC3E}">
        <p14:creationId xmlns:p14="http://schemas.microsoft.com/office/powerpoint/2010/main" val="295411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564D06-2956-445E-85FF-F9A88469D129}"/>
              </a:ext>
            </a:extLst>
          </p:cNvPr>
          <p:cNvSpPr/>
          <p:nvPr/>
        </p:nvSpPr>
        <p:spPr>
          <a:xfrm>
            <a:off x="1164490" y="712224"/>
            <a:ext cx="3580971" cy="27152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2635FE-D42B-474A-B817-CCD54E62B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570423"/>
                  </p:ext>
                </p:extLst>
              </p:nvPr>
            </p:nvGraphicFramePr>
            <p:xfrm>
              <a:off x="1598304" y="719632"/>
              <a:ext cx="3147161" cy="18083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12941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2434220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6958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(SVI)</a:t>
                          </a:r>
                        </a:p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2635FE-D42B-474A-B817-CCD54E62B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570423"/>
                  </p:ext>
                </p:extLst>
              </p:nvPr>
            </p:nvGraphicFramePr>
            <p:xfrm>
              <a:off x="1598304" y="719632"/>
              <a:ext cx="3147161" cy="18083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12941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2434220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6958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(SVI)</a:t>
                          </a:r>
                        </a:p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55" t="-193443" r="-34359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55" t="-293443" r="-3435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55" t="-393443" r="-34359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833A1BF-A303-4969-86B9-0171EB7586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374892"/>
                  </p:ext>
                </p:extLst>
              </p:nvPr>
            </p:nvGraphicFramePr>
            <p:xfrm>
              <a:off x="1582452" y="3058160"/>
              <a:ext cx="3163009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3368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439641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833A1BF-A303-4969-86B9-0171EB7586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374892"/>
                  </p:ext>
                </p:extLst>
              </p:nvPr>
            </p:nvGraphicFramePr>
            <p:xfrm>
              <a:off x="1582452" y="3058160"/>
              <a:ext cx="3163009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3368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439641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0" t="-1613" r="-33865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E8FA0F-26E3-4BCB-A4A6-8865A3F38EBD}"/>
                  </a:ext>
                </a:extLst>
              </p:cNvPr>
              <p:cNvSpPr txBox="1"/>
              <p:nvPr/>
            </p:nvSpPr>
            <p:spPr>
              <a:xfrm>
                <a:off x="1161774" y="1326799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E8FA0F-26E3-4BCB-A4A6-8865A3F38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774" y="1326799"/>
                <a:ext cx="405994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1A4696-F87B-4C9E-8376-5435866689A9}"/>
                  </a:ext>
                </a:extLst>
              </p:cNvPr>
              <p:cNvSpPr txBox="1"/>
              <p:nvPr/>
            </p:nvSpPr>
            <p:spPr>
              <a:xfrm>
                <a:off x="1159539" y="1752958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1A4696-F87B-4C9E-8376-543586668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39" y="1752958"/>
                <a:ext cx="4059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7AE49F-5E0D-4DFE-A643-1660CCB2F2D7}"/>
                  </a:ext>
                </a:extLst>
              </p:cNvPr>
              <p:cNvSpPr txBox="1"/>
              <p:nvPr/>
            </p:nvSpPr>
            <p:spPr>
              <a:xfrm>
                <a:off x="1166245" y="2179117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7AE49F-5E0D-4DFE-A643-1660CCB2F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245" y="2179117"/>
                <a:ext cx="4059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FD9CF94-E375-487E-9451-E20D63A2CB53}"/>
              </a:ext>
            </a:extLst>
          </p:cNvPr>
          <p:cNvSpPr txBox="1"/>
          <p:nvPr/>
        </p:nvSpPr>
        <p:spPr>
          <a:xfrm>
            <a:off x="1235666" y="2205842"/>
            <a:ext cx="33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724572-DBC4-490F-B110-AAFEB9A2AA11}"/>
                  </a:ext>
                </a:extLst>
              </p:cNvPr>
              <p:cNvSpPr txBox="1"/>
              <p:nvPr/>
            </p:nvSpPr>
            <p:spPr>
              <a:xfrm>
                <a:off x="1159539" y="3058160"/>
                <a:ext cx="4059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724572-DBC4-490F-B110-AAFEB9A2A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39" y="3058160"/>
                <a:ext cx="405994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B789B6-B8AC-4808-BAB2-F8A94B38CA02}"/>
              </a:ext>
            </a:extLst>
          </p:cNvPr>
          <p:cNvCxnSpPr>
            <a:cxnSpLocks/>
          </p:cNvCxnSpPr>
          <p:nvPr/>
        </p:nvCxnSpPr>
        <p:spPr>
          <a:xfrm flipH="1">
            <a:off x="1598305" y="2548449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FA60576-CBD4-4EFE-B247-C32D60074212}"/>
              </a:ext>
            </a:extLst>
          </p:cNvPr>
          <p:cNvSpPr txBox="1"/>
          <p:nvPr/>
        </p:nvSpPr>
        <p:spPr>
          <a:xfrm>
            <a:off x="2121911" y="361002"/>
            <a:ext cx="215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Look Up (LU)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F0832-82B6-4822-AAD3-A27359CFFDE3}"/>
              </a:ext>
            </a:extLst>
          </p:cNvPr>
          <p:cNvSpPr/>
          <p:nvPr/>
        </p:nvSpPr>
        <p:spPr>
          <a:xfrm>
            <a:off x="2341715" y="764259"/>
            <a:ext cx="24452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Critical Attack Probability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29E8A5-8DC7-4110-81C7-9FFAC4CC46F9}"/>
              </a:ext>
            </a:extLst>
          </p:cNvPr>
          <p:cNvCxnSpPr>
            <a:cxnSpLocks/>
          </p:cNvCxnSpPr>
          <p:nvPr/>
        </p:nvCxnSpPr>
        <p:spPr>
          <a:xfrm flipH="1">
            <a:off x="4745465" y="2550592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773840-3D94-4EC4-A693-99CF9DC67610}"/>
                  </a:ext>
                </a:extLst>
              </p:cNvPr>
              <p:cNvSpPr/>
              <p:nvPr/>
            </p:nvSpPr>
            <p:spPr>
              <a:xfrm>
                <a:off x="2452194" y="1037936"/>
                <a:ext cx="2334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 .  .  .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]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773840-3D94-4EC4-A693-99CF9DC67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194" y="1037936"/>
                <a:ext cx="2334806" cy="369332"/>
              </a:xfrm>
              <a:prstGeom prst="rect">
                <a:avLst/>
              </a:prstGeom>
              <a:blipFill>
                <a:blip r:embed="rId8"/>
                <a:stretch>
                  <a:fillRect l="-783"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8A8856-14F7-45E1-BFDD-67A7CF178C1D}"/>
              </a:ext>
            </a:extLst>
          </p:cNvPr>
          <p:cNvCxnSpPr>
            <a:cxnSpLocks/>
          </p:cNvCxnSpPr>
          <p:nvPr/>
        </p:nvCxnSpPr>
        <p:spPr>
          <a:xfrm flipH="1">
            <a:off x="2305860" y="2544367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E66D053-F0AD-4A71-BEE1-6DD0298BD1DF}"/>
              </a:ext>
            </a:extLst>
          </p:cNvPr>
          <p:cNvSpPr/>
          <p:nvPr/>
        </p:nvSpPr>
        <p:spPr>
          <a:xfrm>
            <a:off x="2452194" y="2595829"/>
            <a:ext cx="21515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  .   .   .   .   .   .   .   .   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C0CAA0-58BA-48EA-BFF0-91AF1D1103BE}"/>
              </a:ext>
            </a:extLst>
          </p:cNvPr>
          <p:cNvSpPr txBox="1"/>
          <p:nvPr/>
        </p:nvSpPr>
        <p:spPr>
          <a:xfrm>
            <a:off x="1783583" y="2118308"/>
            <a:ext cx="33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FD7F01-3EB9-4B87-A692-2FC0DC320DA5}"/>
              </a:ext>
            </a:extLst>
          </p:cNvPr>
          <p:cNvSpPr/>
          <p:nvPr/>
        </p:nvSpPr>
        <p:spPr>
          <a:xfrm>
            <a:off x="2443430" y="1400000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1, 0,  .  .  .  .  .  .  .  .  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6C599A-3D88-4722-9EF7-0658BC23D4B8}"/>
              </a:ext>
            </a:extLst>
          </p:cNvPr>
          <p:cNvSpPr/>
          <p:nvPr/>
        </p:nvSpPr>
        <p:spPr>
          <a:xfrm>
            <a:off x="2443430" y="1769332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[1, 1, 0,  .  .  .  .  .  .  .  .  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FAF378-F9A8-4BB9-A8BE-BE5F1D2ED157}"/>
              </a:ext>
            </a:extLst>
          </p:cNvPr>
          <p:cNvSpPr/>
          <p:nvPr/>
        </p:nvSpPr>
        <p:spPr>
          <a:xfrm>
            <a:off x="2443430" y="2146072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[1, 1, 1,  .  .  .  .  .  .  .  .  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4B3E-3782-4B8A-A5B8-4646A60795B2}"/>
              </a:ext>
            </a:extLst>
          </p:cNvPr>
          <p:cNvSpPr/>
          <p:nvPr/>
        </p:nvSpPr>
        <p:spPr>
          <a:xfrm>
            <a:off x="2452194" y="3033012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0, 0,  .  .  .  .  .  .  .  .  ]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11B663-E39B-4361-94F6-5973AAF4E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130947"/>
              </p:ext>
            </p:extLst>
          </p:nvPr>
        </p:nvGraphicFramePr>
        <p:xfrm>
          <a:off x="4902249" y="510578"/>
          <a:ext cx="2524984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246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631246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631246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  <a:gridCol w="631246">
                  <a:extLst>
                    <a:ext uri="{9D8B030D-6E8A-4147-A177-3AD203B41FA5}">
                      <a16:colId xmlns:a16="http://schemas.microsoft.com/office/drawing/2014/main" val="285618325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WCET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  <a:tr h="19788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987815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464003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94560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66667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97611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973561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1678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63212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5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1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564D06-2956-445E-85FF-F9A88469D129}"/>
              </a:ext>
            </a:extLst>
          </p:cNvPr>
          <p:cNvSpPr/>
          <p:nvPr/>
        </p:nvSpPr>
        <p:spPr>
          <a:xfrm>
            <a:off x="4879819" y="1367613"/>
            <a:ext cx="4001630" cy="32949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2635FE-D42B-474A-B817-CCD54E62B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895714"/>
                  </p:ext>
                </p:extLst>
              </p:nvPr>
            </p:nvGraphicFramePr>
            <p:xfrm>
              <a:off x="5097796" y="1694188"/>
              <a:ext cx="3585926" cy="1935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302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62302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226132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6958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IN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algn="ctr"/>
                          <a:endParaRPr lang="en-IN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(SVI)</a:t>
                          </a:r>
                        </a:p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2635FE-D42B-474A-B817-CCD54E62B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895714"/>
                  </p:ext>
                </p:extLst>
              </p:nvPr>
            </p:nvGraphicFramePr>
            <p:xfrm>
              <a:off x="5097796" y="1694188"/>
              <a:ext cx="3585926" cy="1935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302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62302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226132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7" t="-735" r="-442202" b="-1360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(SVI)</a:t>
                          </a:r>
                        </a:p>
                        <a:p>
                          <a:pPr algn="ctr"/>
                          <a:r>
                            <a:rPr lang="en-IN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7" t="-224590" r="-442202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917" t="-224590" r="-342202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7" t="-324590" r="-44220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917" t="-324590" r="-34220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7" t="-424590" r="-44220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917" t="-424590" r="-34220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833A1BF-A303-4969-86B9-0171EB7586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1435791"/>
                  </p:ext>
                </p:extLst>
              </p:nvPr>
            </p:nvGraphicFramePr>
            <p:xfrm>
              <a:off x="5097796" y="4109454"/>
              <a:ext cx="358592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1154">
                      <a:extLst>
                        <a:ext uri="{9D8B030D-6E8A-4147-A177-3AD203B41FA5}">
                          <a16:colId xmlns:a16="http://schemas.microsoft.com/office/drawing/2014/main" val="4077319343"/>
                        </a:ext>
                      </a:extLst>
                    </a:gridCol>
                    <a:gridCol w="688063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246709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833A1BF-A303-4969-86B9-0171EB7586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1435791"/>
                  </p:ext>
                </p:extLst>
              </p:nvPr>
            </p:nvGraphicFramePr>
            <p:xfrm>
              <a:off x="5097796" y="4109454"/>
              <a:ext cx="3585926" cy="370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1154">
                      <a:extLst>
                        <a:ext uri="{9D8B030D-6E8A-4147-A177-3AD203B41FA5}">
                          <a16:colId xmlns:a16="http://schemas.microsoft.com/office/drawing/2014/main" val="4077319343"/>
                        </a:ext>
                      </a:extLst>
                    </a:gridCol>
                    <a:gridCol w="688063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246709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35" t="-1639" r="-452336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5575" t="-1639" r="-32831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FD9CF94-E375-487E-9451-E20D63A2CB53}"/>
              </a:ext>
            </a:extLst>
          </p:cNvPr>
          <p:cNvSpPr txBox="1"/>
          <p:nvPr/>
        </p:nvSpPr>
        <p:spPr>
          <a:xfrm>
            <a:off x="5952735" y="3209129"/>
            <a:ext cx="33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B789B6-B8AC-4808-BAB2-F8A94B38CA02}"/>
              </a:ext>
            </a:extLst>
          </p:cNvPr>
          <p:cNvCxnSpPr>
            <a:cxnSpLocks/>
          </p:cNvCxnSpPr>
          <p:nvPr/>
        </p:nvCxnSpPr>
        <p:spPr>
          <a:xfrm flipH="1">
            <a:off x="5110360" y="3614488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FA60576-CBD4-4EFE-B247-C32D60074212}"/>
              </a:ext>
            </a:extLst>
          </p:cNvPr>
          <p:cNvSpPr txBox="1"/>
          <p:nvPr/>
        </p:nvSpPr>
        <p:spPr>
          <a:xfrm>
            <a:off x="5952735" y="1352771"/>
            <a:ext cx="2409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Look Up Table (LUT)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F0832-82B6-4822-AAD3-A27359CFFDE3}"/>
              </a:ext>
            </a:extLst>
          </p:cNvPr>
          <p:cNvSpPr/>
          <p:nvPr/>
        </p:nvSpPr>
        <p:spPr>
          <a:xfrm>
            <a:off x="6508773" y="1702443"/>
            <a:ext cx="21575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Critical Attack Probability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29E8A5-8DC7-4110-81C7-9FFAC4CC46F9}"/>
              </a:ext>
            </a:extLst>
          </p:cNvPr>
          <p:cNvCxnSpPr>
            <a:cxnSpLocks/>
          </p:cNvCxnSpPr>
          <p:nvPr/>
        </p:nvCxnSpPr>
        <p:spPr>
          <a:xfrm flipH="1">
            <a:off x="8675050" y="3614488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773840-3D94-4EC4-A693-99CF9DC67610}"/>
                  </a:ext>
                </a:extLst>
              </p:cNvPr>
              <p:cNvSpPr/>
              <p:nvPr/>
            </p:nvSpPr>
            <p:spPr>
              <a:xfrm>
                <a:off x="6409906" y="2056758"/>
                <a:ext cx="2334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[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 .  .  .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]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773840-3D94-4EC4-A693-99CF9DC67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906" y="2056758"/>
                <a:ext cx="2334806" cy="369332"/>
              </a:xfrm>
              <a:prstGeom prst="rect">
                <a:avLst/>
              </a:prstGeom>
              <a:blipFill>
                <a:blip r:embed="rId4"/>
                <a:stretch>
                  <a:fillRect l="-781"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8A8856-14F7-45E1-BFDD-67A7CF178C1D}"/>
              </a:ext>
            </a:extLst>
          </p:cNvPr>
          <p:cNvCxnSpPr>
            <a:cxnSpLocks/>
          </p:cNvCxnSpPr>
          <p:nvPr/>
        </p:nvCxnSpPr>
        <p:spPr>
          <a:xfrm flipH="1">
            <a:off x="6430720" y="3614488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E66D053-F0AD-4A71-BEE1-6DD0298BD1DF}"/>
              </a:ext>
            </a:extLst>
          </p:cNvPr>
          <p:cNvSpPr/>
          <p:nvPr/>
        </p:nvSpPr>
        <p:spPr>
          <a:xfrm>
            <a:off x="6542954" y="3599305"/>
            <a:ext cx="21515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   .   .   .   .   .   .   .   .   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FD7F01-3EB9-4B87-A692-2FC0DC320DA5}"/>
              </a:ext>
            </a:extLst>
          </p:cNvPr>
          <p:cNvSpPr/>
          <p:nvPr/>
        </p:nvSpPr>
        <p:spPr>
          <a:xfrm>
            <a:off x="6399123" y="2455503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1, 0,  .  .  .  .  .  .  .  .  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6C599A-3D88-4722-9EF7-0658BC23D4B8}"/>
              </a:ext>
            </a:extLst>
          </p:cNvPr>
          <p:cNvSpPr/>
          <p:nvPr/>
        </p:nvSpPr>
        <p:spPr>
          <a:xfrm>
            <a:off x="6390451" y="2862327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[1, 1, 0,  .  .  .  .  .  .  .  .  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FAF378-F9A8-4BB9-A8BE-BE5F1D2ED157}"/>
              </a:ext>
            </a:extLst>
          </p:cNvPr>
          <p:cNvSpPr/>
          <p:nvPr/>
        </p:nvSpPr>
        <p:spPr>
          <a:xfrm>
            <a:off x="6381687" y="3209129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[1, 1, 1,  .  .  .  .  .  .  .  .  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4B3E-3782-4B8A-A5B8-4646A60795B2}"/>
              </a:ext>
            </a:extLst>
          </p:cNvPr>
          <p:cNvSpPr/>
          <p:nvPr/>
        </p:nvSpPr>
        <p:spPr>
          <a:xfrm>
            <a:off x="6435009" y="4079091"/>
            <a:ext cx="2284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0, 0,  .  .  .  .  .  .  .  .  ]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11B663-E39B-4361-94F6-5973AAF4E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246283"/>
              </p:ext>
            </p:extLst>
          </p:nvPr>
        </p:nvGraphicFramePr>
        <p:xfrm>
          <a:off x="2558009" y="1352771"/>
          <a:ext cx="2285923" cy="356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5510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88475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633743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  <a:gridCol w="588195">
                  <a:extLst>
                    <a:ext uri="{9D8B030D-6E8A-4147-A177-3AD203B41FA5}">
                      <a16:colId xmlns:a16="http://schemas.microsoft.com/office/drawing/2014/main" val="285618325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ID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Start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End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WCET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  <a:tr h="19788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2987815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0464003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094560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7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366667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7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697611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0973561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51678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7163212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195189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21F37A2-C416-49E2-8C10-06DD42FAE42D}"/>
              </a:ext>
            </a:extLst>
          </p:cNvPr>
          <p:cNvSpPr txBox="1"/>
          <p:nvPr/>
        </p:nvSpPr>
        <p:spPr>
          <a:xfrm>
            <a:off x="5299116" y="3509204"/>
            <a:ext cx="338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5659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F59A66-5E2B-4969-B770-84478E852882}"/>
              </a:ext>
            </a:extLst>
          </p:cNvPr>
          <p:cNvGrpSpPr/>
          <p:nvPr/>
        </p:nvGrpSpPr>
        <p:grpSpPr>
          <a:xfrm>
            <a:off x="1538850" y="690779"/>
            <a:ext cx="9475477" cy="3502788"/>
            <a:chOff x="1742706" y="1663206"/>
            <a:chExt cx="9475477" cy="350278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8E0E03D-5FDC-44E9-A6C8-82C74C4E8030}"/>
                </a:ext>
              </a:extLst>
            </p:cNvPr>
            <p:cNvSpPr/>
            <p:nvPr/>
          </p:nvSpPr>
          <p:spPr>
            <a:xfrm>
              <a:off x="4211587" y="1663206"/>
              <a:ext cx="6994296" cy="2158116"/>
            </a:xfrm>
            <a:prstGeom prst="roundRect">
              <a:avLst>
                <a:gd name="adj" fmla="val 684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F9D44F4-9E01-48B0-8AA5-D0166F63D276}"/>
                </a:ext>
              </a:extLst>
            </p:cNvPr>
            <p:cNvSpPr/>
            <p:nvPr/>
          </p:nvSpPr>
          <p:spPr>
            <a:xfrm>
              <a:off x="1742706" y="1663206"/>
              <a:ext cx="2326729" cy="3427799"/>
            </a:xfrm>
            <a:prstGeom prst="roundRect">
              <a:avLst>
                <a:gd name="adj" fmla="val 551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327751-4032-49A0-B511-CA9BBF5F5394}"/>
                </a:ext>
              </a:extLst>
            </p:cNvPr>
            <p:cNvSpPr txBox="1"/>
            <p:nvPr/>
          </p:nvSpPr>
          <p:spPr>
            <a:xfrm rot="16200000">
              <a:off x="10138888" y="2396791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0FE730-0B27-49D6-AA4D-5CAA151AEBB3}"/>
                </a:ext>
              </a:extLst>
            </p:cNvPr>
            <p:cNvSpPr txBox="1"/>
            <p:nvPr/>
          </p:nvSpPr>
          <p:spPr>
            <a:xfrm>
              <a:off x="1907254" y="1715415"/>
              <a:ext cx="2036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32917F-0858-4980-BC3F-E312E4C52128}"/>
                </a:ext>
              </a:extLst>
            </p:cNvPr>
            <p:cNvGrpSpPr/>
            <p:nvPr/>
          </p:nvGrpSpPr>
          <p:grpSpPr>
            <a:xfrm>
              <a:off x="5837252" y="1724598"/>
              <a:ext cx="2515136" cy="2011624"/>
              <a:chOff x="8198904" y="3315231"/>
              <a:chExt cx="2336201" cy="2011624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4743A0EB-99E5-49DE-8D9A-0386FBE14E51}"/>
                  </a:ext>
                </a:extLst>
              </p:cNvPr>
              <p:cNvSpPr/>
              <p:nvPr/>
            </p:nvSpPr>
            <p:spPr>
              <a:xfrm>
                <a:off x="8198904" y="3347165"/>
                <a:ext cx="2326728" cy="1979690"/>
              </a:xfrm>
              <a:prstGeom prst="roundRect">
                <a:avLst>
                  <a:gd name="adj" fmla="val 488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658473-CC5F-4CD9-B69E-7D02EFBA8CA5}"/>
                  </a:ext>
                </a:extLst>
              </p:cNvPr>
              <p:cNvSpPr txBox="1"/>
              <p:nvPr/>
            </p:nvSpPr>
            <p:spPr>
              <a:xfrm>
                <a:off x="8208376" y="3315231"/>
                <a:ext cx="2326729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 algn="l"/>
                <a:r>
                  <a:rPr lang="en-IN" sz="1300" dirty="0"/>
                  <a:t>1. Choose coprime periodicities from switchable periodicities of each control task.</a:t>
                </a:r>
              </a:p>
              <a:p>
                <a:pPr algn="l"/>
                <a:endParaRPr lang="en-IN" sz="1300" dirty="0"/>
              </a:p>
              <a:p>
                <a:pPr algn="l"/>
                <a:r>
                  <a:rPr lang="en-IN" sz="1300" dirty="0"/>
                  <a:t>2. Derive valid fixed-priority schedules for chosen set of  co-prime periodicities.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F65CB89-5B67-4C69-8DB1-3234FDB8427A}"/>
                  </a:ext>
                </a:extLst>
              </p:cNvPr>
              <p:cNvGrpSpPr/>
              <p:nvPr/>
            </p:nvGrpSpPr>
            <p:grpSpPr>
              <a:xfrm>
                <a:off x="8447471" y="4787829"/>
                <a:ext cx="1829591" cy="435507"/>
                <a:chOff x="7244294" y="5219392"/>
                <a:chExt cx="1829591" cy="435507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AA638F7-79BD-4438-9A7B-5547E348D5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76BF1E8-CCD5-4728-BD68-1BAC66296D2D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5C41246-61B7-4330-A5A1-5FC9FD8F3C90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F13B416-BE4F-4D44-B91A-8B8B11F39B96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BE100747-EED3-44C4-84FE-66F5B8DCD334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1D8CF516-2621-4841-A92F-23C9C4CB55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C358460F-619A-476D-B121-EAC38B7457FD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B465D84-CA25-449E-B61A-14E7F9B3BDF9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8336006-DDC0-4A61-AF70-291874912714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DF0A6F1-0AA4-42E7-AF88-07CA71FDD4C6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70BB539-2DEB-44A1-A751-BD0008DF3283}"/>
                </a:ext>
              </a:extLst>
            </p:cNvPr>
            <p:cNvSpPr/>
            <p:nvPr/>
          </p:nvSpPr>
          <p:spPr>
            <a:xfrm>
              <a:off x="8516246" y="3017990"/>
              <a:ext cx="2224817" cy="702515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8CE467-313A-4B0A-AF07-476FB7F706E8}"/>
                </a:ext>
              </a:extLst>
            </p:cNvPr>
            <p:cNvSpPr txBox="1"/>
            <p:nvPr/>
          </p:nvSpPr>
          <p:spPr>
            <a:xfrm>
              <a:off x="8628639" y="3109065"/>
              <a:ext cx="2018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Attack-Aware Schedule Pool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03E503-E71A-4C30-A36A-453CA19070D6}"/>
                </a:ext>
              </a:extLst>
            </p:cNvPr>
            <p:cNvGrpSpPr/>
            <p:nvPr/>
          </p:nvGrpSpPr>
          <p:grpSpPr>
            <a:xfrm>
              <a:off x="1836130" y="2586773"/>
              <a:ext cx="2201946" cy="2437386"/>
              <a:chOff x="1875833" y="1630394"/>
              <a:chExt cx="2201946" cy="243738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25CB4D1-7210-4DA2-96AB-EA7B192A93D6}"/>
                  </a:ext>
                </a:extLst>
              </p:cNvPr>
              <p:cNvGrpSpPr/>
              <p:nvPr/>
            </p:nvGrpSpPr>
            <p:grpSpPr>
              <a:xfrm>
                <a:off x="1875833" y="1630394"/>
                <a:ext cx="2201946" cy="2437386"/>
                <a:chOff x="2050372" y="3517393"/>
                <a:chExt cx="2648708" cy="3558159"/>
              </a:xfrm>
            </p:grpSpPr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6438F019-4CD7-494F-A09D-4D108916DD59}"/>
                    </a:ext>
                  </a:extLst>
                </p:cNvPr>
                <p:cNvSpPr/>
                <p:nvPr/>
              </p:nvSpPr>
              <p:spPr>
                <a:xfrm>
                  <a:off x="2050372" y="3517393"/>
                  <a:ext cx="2605133" cy="2187969"/>
                </a:xfrm>
                <a:prstGeom prst="roundRect">
                  <a:avLst>
                    <a:gd name="adj" fmla="val 1589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Rectangle: Rounded Corners 37">
                      <a:extLst>
                        <a:ext uri="{FF2B5EF4-FFF2-40B4-BE49-F238E27FC236}">
                          <a16:creationId xmlns:a16="http://schemas.microsoft.com/office/drawing/2014/main" id="{BA5E461E-7428-40B2-9BD5-C2724CA9B8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10974" y="3682846"/>
                      <a:ext cx="1911057" cy="796106"/>
                    </a:xfrm>
                    <a:prstGeom prst="roundRect">
                      <a:avLst/>
                    </a:prstGeom>
                    <a:ln/>
                  </p:spPr>
                  <p:style>
                    <a:lnRef idx="1">
                      <a:schemeClr val="accent6"/>
                    </a:lnRef>
                    <a:fillRef idx="2">
                      <a:schemeClr val="accent6"/>
                    </a:fillRef>
                    <a:effectRef idx="1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endParaRPr>
                    </a:p>
                    <a:p>
                      <a:pPr algn="ctr"/>
                      <a:r>
                        <a:rPr lang="en-IN" sz="110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a:t>Task m</a:t>
                      </a:r>
                      <a14:m>
                        <m:oMath xmlns:m="http://schemas.openxmlformats.org/officeDocument/2006/math">
                          <m:r>
                            <a:rPr lang="en-IN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IN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endParaRPr>
                    </a:p>
                    <a:p>
                      <a:pPr algn="ctr"/>
                      <a:r>
                        <a:rPr lang="en-IN" sz="1100" dirty="0">
                          <a:ea typeface="Cambria Math" panose="02040503050406030204" pitchFamily="18" charset="0"/>
                        </a:rPr>
                        <a:t>             </a:t>
                      </a:r>
                      <a:endParaRPr lang="en-IN" sz="1100" dirty="0">
                        <a:solidFill>
                          <a:schemeClr val="bg1"/>
                        </a:solidFill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: Rounded Corners 58">
                      <a:extLst>
                        <a:ext uri="{FF2B5EF4-FFF2-40B4-BE49-F238E27FC236}">
                          <a16:creationId xmlns:a16="http://schemas.microsoft.com/office/drawing/2014/main" id="{5A2D183B-8FF5-43A9-A643-4B76D96652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0974" y="3682846"/>
                      <a:ext cx="1911057" cy="796106"/>
                    </a:xfrm>
                    <a:prstGeom prst="round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5950CF0-1348-4246-918C-C23A37E9201D}"/>
                    </a:ext>
                  </a:extLst>
                </p:cNvPr>
                <p:cNvSpPr txBox="1"/>
                <p:nvPr/>
              </p:nvSpPr>
              <p:spPr>
                <a:xfrm rot="16200000">
                  <a:off x="1797239" y="4398630"/>
                  <a:ext cx="1121647" cy="5553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dirty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</a:t>
                  </a:r>
                </a:p>
                <a:p>
                  <a:pPr algn="ctr"/>
                  <a:r>
                    <a:rPr lang="en-IN" sz="1200" dirty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Task Set</a:t>
                  </a: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DED2BB5D-B113-41A3-A246-30D83AD83C0A}"/>
                    </a:ext>
                  </a:extLst>
                </p:cNvPr>
                <p:cNvSpPr/>
                <p:nvPr/>
              </p:nvSpPr>
              <p:spPr>
                <a:xfrm>
                  <a:off x="2086165" y="5864471"/>
                  <a:ext cx="2612915" cy="1189139"/>
                </a:xfrm>
                <a:prstGeom prst="roundRect">
                  <a:avLst>
                    <a:gd name="adj" fmla="val 19061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: Rounded Corners 40">
                      <a:extLst>
                        <a:ext uri="{FF2B5EF4-FFF2-40B4-BE49-F238E27FC236}">
                          <a16:creationId xmlns:a16="http://schemas.microsoft.com/office/drawing/2014/main" id="{F1A26F76-AA5A-4FBE-805D-52A72056DE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661" y="6177950"/>
                      <a:ext cx="1985417" cy="562245"/>
                    </a:xfrm>
                    <a:prstGeom prst="round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100" dirty="0">
                          <a:ea typeface="Cambria Math" panose="02040503050406030204" pitchFamily="18" charset="0"/>
                        </a:rPr>
                        <a:t>Task n</a:t>
                      </a:r>
                      <a14:m>
                        <m:oMath xmlns:m="http://schemas.openxmlformats.org/officeDocument/2006/math"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IN" sz="1100" dirty="0"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: Rounded Corners 61">
                      <a:extLst>
                        <a:ext uri="{FF2B5EF4-FFF2-40B4-BE49-F238E27FC236}">
                          <a16:creationId xmlns:a16="http://schemas.microsoft.com/office/drawing/2014/main" id="{14E7D5FB-45A8-4D85-ACEB-FA96AE14EA9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97661" y="6177950"/>
                      <a:ext cx="1985417" cy="562245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308A963-CB19-45CC-8860-A175B389BC4A}"/>
                    </a:ext>
                  </a:extLst>
                </p:cNvPr>
                <p:cNvSpPr txBox="1"/>
                <p:nvPr/>
              </p:nvSpPr>
              <p:spPr>
                <a:xfrm rot="16200000">
                  <a:off x="1788315" y="6210856"/>
                  <a:ext cx="1211080" cy="5183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20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100" dirty="0">
                      <a:solidFill>
                        <a:srgbClr val="FF0000"/>
                      </a:solidFill>
                    </a:rPr>
                    <a:t>Untrusted </a:t>
                  </a:r>
                </a:p>
                <a:p>
                  <a:r>
                    <a:rPr lang="en-IN" sz="1100" dirty="0">
                      <a:solidFill>
                        <a:srgbClr val="FF0000"/>
                      </a:solidFill>
                    </a:rPr>
                    <a:t>Tasks</a:t>
                  </a:r>
                </a:p>
              </p:txBody>
            </p:sp>
          </p:grp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7713AC1-F40B-412F-9D79-52C370DB7D1F}"/>
                  </a:ext>
                </a:extLst>
              </p:cNvPr>
              <p:cNvSpPr/>
              <p:nvPr/>
            </p:nvSpPr>
            <p:spPr>
              <a:xfrm>
                <a:off x="2324066" y="2358132"/>
                <a:ext cx="1595423" cy="652753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1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11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System Specification corresponding to trusted control tasks</a:t>
                </a:r>
              </a:p>
              <a:p>
                <a:pPr algn="ctr"/>
                <a:r>
                  <a:rPr lang="en-IN" sz="1100" dirty="0">
                    <a:ea typeface="Cambria Math" panose="02040503050406030204" pitchFamily="18" charset="0"/>
                  </a:rPr>
                  <a:t>             </a:t>
                </a:r>
                <a:endParaRPr lang="en-IN" sz="11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46C428D-1CAA-4E51-8115-2794C476133D}"/>
                </a:ext>
              </a:extLst>
            </p:cNvPr>
            <p:cNvGrpSpPr/>
            <p:nvPr/>
          </p:nvGrpSpPr>
          <p:grpSpPr>
            <a:xfrm>
              <a:off x="4174629" y="1798950"/>
              <a:ext cx="1548154" cy="1983476"/>
              <a:chOff x="4174629" y="1798950"/>
              <a:chExt cx="1548154" cy="2047392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DF508AC-3417-458E-B807-664573432A11}"/>
                  </a:ext>
                </a:extLst>
              </p:cNvPr>
              <p:cNvSpPr/>
              <p:nvPr/>
            </p:nvSpPr>
            <p:spPr>
              <a:xfrm>
                <a:off x="4276768" y="1798950"/>
                <a:ext cx="1446015" cy="1983476"/>
              </a:xfrm>
              <a:prstGeom prst="roundRect">
                <a:avLst>
                  <a:gd name="adj" fmla="val 1673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6ADAFC4-0FEE-473D-A88F-E998DC8826D8}"/>
                      </a:ext>
                    </a:extLst>
                  </p:cNvPr>
                  <p:cNvSpPr txBox="1"/>
                  <p:nvPr/>
                </p:nvSpPr>
                <p:spPr>
                  <a:xfrm>
                    <a:off x="4174629" y="1837587"/>
                    <a:ext cx="1547060" cy="2008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1400" dirty="0"/>
                      <a:t>Deriving set of switchable periodicities for control tasks to maintain system stability </a:t>
                    </a:r>
                  </a:p>
                  <a:p>
                    <a:endParaRPr lang="en-IN" sz="1400" b="0" dirty="0"/>
                  </a:p>
                  <a:p>
                    <a:r>
                      <a:rPr lang="en-IN" sz="1200" b="0" i="1" dirty="0"/>
                      <a:t>Task m</a:t>
                    </a:r>
                    <a14:m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IN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..)</m:t>
                        </m:r>
                      </m:oMath>
                    </a14:m>
                    <a:endParaRPr lang="en-IN" sz="1200" b="0" i="1" dirty="0"/>
                  </a:p>
                  <a:p>
                    <a:endParaRPr lang="en-IN" sz="14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06956C45-99E2-4DF1-9378-6DFD8496F8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4629" y="1837587"/>
                    <a:ext cx="1547060" cy="200875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94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55876E-6F10-4285-932B-33305CF51B75}"/>
                </a:ext>
              </a:extLst>
            </p:cNvPr>
            <p:cNvGrpSpPr/>
            <p:nvPr/>
          </p:nvGrpSpPr>
          <p:grpSpPr>
            <a:xfrm>
              <a:off x="8444627" y="1766640"/>
              <a:ext cx="2262551" cy="1126599"/>
              <a:chOff x="8479260" y="630894"/>
              <a:chExt cx="2262551" cy="1126599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C219021-2132-47EA-87D8-5F3BF8D97DA7}"/>
                  </a:ext>
                </a:extLst>
              </p:cNvPr>
              <p:cNvSpPr/>
              <p:nvPr/>
            </p:nvSpPr>
            <p:spPr>
              <a:xfrm>
                <a:off x="8479260" y="630894"/>
                <a:ext cx="2224817" cy="1126599"/>
              </a:xfrm>
              <a:prstGeom prst="roundRect">
                <a:avLst>
                  <a:gd name="adj" fmla="val 809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39A44B-436B-48D6-B7B7-E0C64994D8B1}"/>
                  </a:ext>
                </a:extLst>
              </p:cNvPr>
              <p:cNvSpPr txBox="1"/>
              <p:nvPr/>
            </p:nvSpPr>
            <p:spPr>
              <a:xfrm>
                <a:off x="8484622" y="688069"/>
                <a:ext cx="225718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Analyse attack success probability corresponding to each victim task given a valid schedule</a:t>
                </a: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C1F1FA0-A1D9-4F2B-8BF6-AEA4B0C07552}"/>
                </a:ext>
              </a:extLst>
            </p:cNvPr>
            <p:cNvSpPr/>
            <p:nvPr/>
          </p:nvSpPr>
          <p:spPr>
            <a:xfrm>
              <a:off x="4211587" y="3888634"/>
              <a:ext cx="6994296" cy="1202372"/>
            </a:xfrm>
            <a:prstGeom prst="roundRect">
              <a:avLst>
                <a:gd name="adj" fmla="val 14815"/>
              </a:avLst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9F869CB-0E15-4ABA-943E-55601F533017}"/>
                </a:ext>
              </a:extLst>
            </p:cNvPr>
            <p:cNvSpPr/>
            <p:nvPr/>
          </p:nvSpPr>
          <p:spPr>
            <a:xfrm>
              <a:off x="4333242" y="3991241"/>
              <a:ext cx="1871663" cy="1046399"/>
            </a:xfrm>
            <a:prstGeom prst="roundRect">
              <a:avLst>
                <a:gd name="adj" fmla="val 1673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738CFF-E7BB-4347-A2B0-A6AA4C8E39F9}"/>
                </a:ext>
              </a:extLst>
            </p:cNvPr>
            <p:cNvSpPr txBox="1"/>
            <p:nvPr/>
          </p:nvSpPr>
          <p:spPr>
            <a:xfrm rot="16200000">
              <a:off x="10400648" y="4348459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1A6DBF-567F-46C9-B1AD-6AC5F2B06BBA}"/>
                </a:ext>
              </a:extLst>
            </p:cNvPr>
            <p:cNvSpPr txBox="1"/>
            <p:nvPr/>
          </p:nvSpPr>
          <p:spPr>
            <a:xfrm>
              <a:off x="4448709" y="4058993"/>
              <a:ext cx="14895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Change in Plant Residue Mean &gt; Threshold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6F1DAD5-35C6-46AF-864E-F8EBD22FFE6C}"/>
                </a:ext>
              </a:extLst>
            </p:cNvPr>
            <p:cNvGrpSpPr/>
            <p:nvPr/>
          </p:nvGrpSpPr>
          <p:grpSpPr>
            <a:xfrm>
              <a:off x="7142561" y="3949033"/>
              <a:ext cx="3770160" cy="677113"/>
              <a:chOff x="6686830" y="3974738"/>
              <a:chExt cx="1993810" cy="931917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BC462A7-7443-4D6B-B139-C5DADCE1312D}"/>
                  </a:ext>
                </a:extLst>
              </p:cNvPr>
              <p:cNvSpPr/>
              <p:nvPr/>
            </p:nvSpPr>
            <p:spPr>
              <a:xfrm>
                <a:off x="6686830" y="3974738"/>
                <a:ext cx="1935530" cy="931917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F5D37F-C8F8-4AD8-88B1-549D8911ECCF}"/>
                  </a:ext>
                </a:extLst>
              </p:cNvPr>
              <p:cNvSpPr txBox="1"/>
              <p:nvPr/>
            </p:nvSpPr>
            <p:spPr>
              <a:xfrm>
                <a:off x="6697838" y="4137090"/>
                <a:ext cx="198280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Deploy Schedule Selection Algorithm after each hyperperiod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6CF209-634E-4B6B-A8B4-85B45E3E3B43}"/>
                </a:ext>
              </a:extLst>
            </p:cNvPr>
            <p:cNvSpPr txBox="1"/>
            <p:nvPr/>
          </p:nvSpPr>
          <p:spPr>
            <a:xfrm>
              <a:off x="5525999" y="3849172"/>
              <a:ext cx="1982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Yes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F6CB752D-94F0-4F4F-93C7-6C22AF4F489F}"/>
                </a:ext>
              </a:extLst>
            </p:cNvPr>
            <p:cNvSpPr/>
            <p:nvPr/>
          </p:nvSpPr>
          <p:spPr>
            <a:xfrm>
              <a:off x="3966775" y="2700110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61F7F5E8-92FC-4E5D-B61C-6B59E6D75398}"/>
                </a:ext>
              </a:extLst>
            </p:cNvPr>
            <p:cNvSpPr/>
            <p:nvPr/>
          </p:nvSpPr>
          <p:spPr>
            <a:xfrm>
              <a:off x="5659616" y="2324648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60870F2-447D-40C5-BBFD-6861F9D8B38D}"/>
                </a:ext>
              </a:extLst>
            </p:cNvPr>
            <p:cNvSpPr/>
            <p:nvPr/>
          </p:nvSpPr>
          <p:spPr>
            <a:xfrm rot="5400000">
              <a:off x="9115344" y="2833480"/>
              <a:ext cx="323203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95F143D5-E7E1-46A1-A3F9-41F12810CA9F}"/>
                </a:ext>
              </a:extLst>
            </p:cNvPr>
            <p:cNvSpPr/>
            <p:nvPr/>
          </p:nvSpPr>
          <p:spPr>
            <a:xfrm>
              <a:off x="8187224" y="2166530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A9823F-8001-4829-93E9-71AE3E024AEC}"/>
                </a:ext>
              </a:extLst>
            </p:cNvPr>
            <p:cNvSpPr txBox="1"/>
            <p:nvPr/>
          </p:nvSpPr>
          <p:spPr>
            <a:xfrm>
              <a:off x="5572039" y="4585903"/>
              <a:ext cx="1982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No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36C829E-D36C-4B54-9A00-937AC963DADF}"/>
                </a:ext>
              </a:extLst>
            </p:cNvPr>
            <p:cNvGrpSpPr/>
            <p:nvPr/>
          </p:nvGrpSpPr>
          <p:grpSpPr>
            <a:xfrm>
              <a:off x="7150340" y="4708174"/>
              <a:ext cx="3762379" cy="329468"/>
              <a:chOff x="6587823" y="3970330"/>
              <a:chExt cx="1989695" cy="453449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F5FA5AB8-AFD6-47DF-9273-25943C5BDC1C}"/>
                  </a:ext>
                </a:extLst>
              </p:cNvPr>
              <p:cNvSpPr/>
              <p:nvPr/>
            </p:nvSpPr>
            <p:spPr>
              <a:xfrm>
                <a:off x="6587823" y="4000183"/>
                <a:ext cx="1935530" cy="423596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82B3DD-4FC8-43ED-BEA9-58C4AE33995D}"/>
                  </a:ext>
                </a:extLst>
              </p:cNvPr>
              <p:cNvSpPr txBox="1"/>
              <p:nvPr/>
            </p:nvSpPr>
            <p:spPr>
              <a:xfrm>
                <a:off x="6594716" y="3970330"/>
                <a:ext cx="1982802" cy="423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Execute in fixed-priority sampling period</a:t>
                </a:r>
              </a:p>
            </p:txBody>
          </p:sp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564C548C-0F6C-4837-8BE7-C8BEAFDB916C}"/>
                </a:ext>
              </a:extLst>
            </p:cNvPr>
            <p:cNvSpPr/>
            <p:nvPr/>
          </p:nvSpPr>
          <p:spPr>
            <a:xfrm>
              <a:off x="6162371" y="4790090"/>
              <a:ext cx="1141705" cy="22975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558BBA3-CFFF-40C3-A867-CF7A5AB50385}"/>
                </a:ext>
              </a:extLst>
            </p:cNvPr>
            <p:cNvSpPr/>
            <p:nvPr/>
          </p:nvSpPr>
          <p:spPr>
            <a:xfrm>
              <a:off x="6204905" y="4155369"/>
              <a:ext cx="943819" cy="184863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2723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54B391-080C-4A97-9355-636D04BE1CB9}"/>
              </a:ext>
            </a:extLst>
          </p:cNvPr>
          <p:cNvSpPr/>
          <p:nvPr/>
        </p:nvSpPr>
        <p:spPr>
          <a:xfrm>
            <a:off x="2138970" y="910555"/>
            <a:ext cx="2030816" cy="6984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D0C7E-B177-4A39-A341-8F64CD42298C}"/>
              </a:ext>
            </a:extLst>
          </p:cNvPr>
          <p:cNvSpPr/>
          <p:nvPr/>
        </p:nvSpPr>
        <p:spPr>
          <a:xfrm>
            <a:off x="5104205" y="1580430"/>
            <a:ext cx="2534047" cy="25157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F5C6BA-AA05-4158-922D-21B22E892DD1}"/>
              </a:ext>
            </a:extLst>
          </p:cNvPr>
          <p:cNvSpPr/>
          <p:nvPr/>
        </p:nvSpPr>
        <p:spPr>
          <a:xfrm>
            <a:off x="5104203" y="863320"/>
            <a:ext cx="2542217" cy="7104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99A52E-F789-4580-8747-636AE373D3CB}"/>
              </a:ext>
            </a:extLst>
          </p:cNvPr>
          <p:cNvSpPr/>
          <p:nvPr/>
        </p:nvSpPr>
        <p:spPr>
          <a:xfrm>
            <a:off x="4069263" y="1354252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F3F001-2B83-41A8-9CC5-492047E492D0}"/>
              </a:ext>
            </a:extLst>
          </p:cNvPr>
          <p:cNvCxnSpPr>
            <a:cxnSpLocks/>
          </p:cNvCxnSpPr>
          <p:nvPr/>
        </p:nvCxnSpPr>
        <p:spPr>
          <a:xfrm>
            <a:off x="4069261" y="1095621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5DCE6E-750D-4066-877E-E547EFB91008}"/>
              </a:ext>
            </a:extLst>
          </p:cNvPr>
          <p:cNvSpPr/>
          <p:nvPr/>
        </p:nvSpPr>
        <p:spPr>
          <a:xfrm>
            <a:off x="3274563" y="1202327"/>
            <a:ext cx="1572065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30DA2C-6398-4BFD-84C8-BD437A29B729}"/>
              </a:ext>
            </a:extLst>
          </p:cNvPr>
          <p:cNvCxnSpPr>
            <a:cxnSpLocks/>
          </p:cNvCxnSpPr>
          <p:nvPr/>
        </p:nvCxnSpPr>
        <p:spPr>
          <a:xfrm>
            <a:off x="4069261" y="1445192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3B607DE-D935-488F-A9B5-14418AA53923}"/>
              </a:ext>
            </a:extLst>
          </p:cNvPr>
          <p:cNvSpPr txBox="1"/>
          <p:nvPr/>
        </p:nvSpPr>
        <p:spPr>
          <a:xfrm>
            <a:off x="2946922" y="1071002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0D8F9-340A-427B-A0ED-02C184BBA329}"/>
              </a:ext>
            </a:extLst>
          </p:cNvPr>
          <p:cNvSpPr txBox="1"/>
          <p:nvPr/>
        </p:nvSpPr>
        <p:spPr>
          <a:xfrm>
            <a:off x="2939864" y="1401709"/>
            <a:ext cx="398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F1463D-E38B-4F8F-9043-3412798958D8}"/>
              </a:ext>
            </a:extLst>
          </p:cNvPr>
          <p:cNvCxnSpPr>
            <a:cxnSpLocks/>
          </p:cNvCxnSpPr>
          <p:nvPr/>
        </p:nvCxnSpPr>
        <p:spPr>
          <a:xfrm>
            <a:off x="4850793" y="860058"/>
            <a:ext cx="0" cy="2401099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F9CE9B-7D6F-46E4-B5B4-E0E62931BDA7}"/>
              </a:ext>
            </a:extLst>
          </p:cNvPr>
          <p:cNvCxnSpPr>
            <a:cxnSpLocks/>
          </p:cNvCxnSpPr>
          <p:nvPr/>
        </p:nvCxnSpPr>
        <p:spPr>
          <a:xfrm>
            <a:off x="3282988" y="860058"/>
            <a:ext cx="0" cy="237034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C9AEFC-2B28-401C-B93B-927BE0683FCC}"/>
              </a:ext>
            </a:extLst>
          </p:cNvPr>
          <p:cNvGrpSpPr/>
          <p:nvPr/>
        </p:nvGrpSpPr>
        <p:grpSpPr>
          <a:xfrm>
            <a:off x="2813913" y="5974220"/>
            <a:ext cx="1572554" cy="218967"/>
            <a:chOff x="716351" y="4360590"/>
            <a:chExt cx="791487" cy="13982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4A30DEE-BD87-449E-9B4D-5757931BB6B2}"/>
                </a:ext>
              </a:extLst>
            </p:cNvPr>
            <p:cNvSpPr/>
            <p:nvPr/>
          </p:nvSpPr>
          <p:spPr>
            <a:xfrm>
              <a:off x="716351" y="4360590"/>
              <a:ext cx="791486" cy="13982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0F11AE9-A1A2-45FC-BF01-2720462FED32}"/>
                </a:ext>
              </a:extLst>
            </p:cNvPr>
            <p:cNvCxnSpPr>
              <a:cxnSpLocks/>
              <a:stCxn id="62" idx="0"/>
              <a:endCxn id="62" idx="2"/>
            </p:cNvCxnSpPr>
            <p:nvPr/>
          </p:nvCxnSpPr>
          <p:spPr>
            <a:xfrm>
              <a:off x="1112094" y="4360590"/>
              <a:ext cx="0" cy="139826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0913419-DEA2-4B3A-BF87-37AC70F44ECF}"/>
                </a:ext>
              </a:extLst>
            </p:cNvPr>
            <p:cNvSpPr/>
            <p:nvPr/>
          </p:nvSpPr>
          <p:spPr>
            <a:xfrm>
              <a:off x="1110163" y="4360591"/>
              <a:ext cx="397675" cy="139826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E8E5F-AC97-460E-96A0-3A4921D525BF}"/>
              </a:ext>
            </a:extLst>
          </p:cNvPr>
          <p:cNvSpPr/>
          <p:nvPr/>
        </p:nvSpPr>
        <p:spPr>
          <a:xfrm>
            <a:off x="6863989" y="1357514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F76799-2260-4D94-9309-585F88B2E969}"/>
              </a:ext>
            </a:extLst>
          </p:cNvPr>
          <p:cNvCxnSpPr>
            <a:cxnSpLocks/>
          </p:cNvCxnSpPr>
          <p:nvPr/>
        </p:nvCxnSpPr>
        <p:spPr>
          <a:xfrm>
            <a:off x="6863987" y="1098882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705C7-E3F9-4A7C-849C-45D4DCF7A5DB}"/>
              </a:ext>
            </a:extLst>
          </p:cNvPr>
          <p:cNvSpPr/>
          <p:nvPr/>
        </p:nvSpPr>
        <p:spPr>
          <a:xfrm>
            <a:off x="6077713" y="1205589"/>
            <a:ext cx="1572552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4ED2AD-0616-44F0-BB0E-087F4BBD78EF}"/>
              </a:ext>
            </a:extLst>
          </p:cNvPr>
          <p:cNvCxnSpPr>
            <a:cxnSpLocks/>
          </p:cNvCxnSpPr>
          <p:nvPr/>
        </p:nvCxnSpPr>
        <p:spPr>
          <a:xfrm>
            <a:off x="6863987" y="1448454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22D5A2-8808-4027-89B4-600802D54289}"/>
              </a:ext>
            </a:extLst>
          </p:cNvPr>
          <p:cNvSpPr txBox="1"/>
          <p:nvPr/>
        </p:nvSpPr>
        <p:spPr>
          <a:xfrm>
            <a:off x="5378401" y="1009459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777509-782B-4731-A839-5B61933B9039}"/>
              </a:ext>
            </a:extLst>
          </p:cNvPr>
          <p:cNvSpPr txBox="1"/>
          <p:nvPr/>
        </p:nvSpPr>
        <p:spPr>
          <a:xfrm>
            <a:off x="5400226" y="1341286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03A37B-93DB-415F-BDA5-C33E859E5601}"/>
              </a:ext>
            </a:extLst>
          </p:cNvPr>
          <p:cNvCxnSpPr>
            <a:cxnSpLocks/>
          </p:cNvCxnSpPr>
          <p:nvPr/>
        </p:nvCxnSpPr>
        <p:spPr>
          <a:xfrm flipH="1">
            <a:off x="7643897" y="863320"/>
            <a:ext cx="8168" cy="342032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EA294C-B017-4B34-A1E8-BC9B7DABF8CC}"/>
              </a:ext>
            </a:extLst>
          </p:cNvPr>
          <p:cNvCxnSpPr>
            <a:cxnSpLocks/>
          </p:cNvCxnSpPr>
          <p:nvPr/>
        </p:nvCxnSpPr>
        <p:spPr>
          <a:xfrm flipH="1">
            <a:off x="6060297" y="832162"/>
            <a:ext cx="13761" cy="342032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EBDA72-F38A-4B2F-BEB1-CEB76257B3E7}"/>
              </a:ext>
            </a:extLst>
          </p:cNvPr>
          <p:cNvGrpSpPr/>
          <p:nvPr/>
        </p:nvGrpSpPr>
        <p:grpSpPr>
          <a:xfrm>
            <a:off x="6067806" y="4544755"/>
            <a:ext cx="1572554" cy="218967"/>
            <a:chOff x="716351" y="4360590"/>
            <a:chExt cx="791487" cy="13982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921CDF4-5C16-4128-8724-A0592CE84DE0}"/>
                </a:ext>
              </a:extLst>
            </p:cNvPr>
            <p:cNvSpPr/>
            <p:nvPr/>
          </p:nvSpPr>
          <p:spPr>
            <a:xfrm>
              <a:off x="716351" y="4360590"/>
              <a:ext cx="791486" cy="13982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D85FC70-653F-459D-9B3D-2B24B4E54E01}"/>
                </a:ext>
              </a:extLst>
            </p:cNvPr>
            <p:cNvCxnSpPr>
              <a:cxnSpLocks/>
              <a:stCxn id="59" idx="0"/>
              <a:endCxn id="59" idx="2"/>
            </p:cNvCxnSpPr>
            <p:nvPr/>
          </p:nvCxnSpPr>
          <p:spPr>
            <a:xfrm>
              <a:off x="1112094" y="4360590"/>
              <a:ext cx="0" cy="139826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DCD69F9-8FB3-4C09-B5D1-37F7C6FAC478}"/>
                </a:ext>
              </a:extLst>
            </p:cNvPr>
            <p:cNvSpPr/>
            <p:nvPr/>
          </p:nvSpPr>
          <p:spPr>
            <a:xfrm>
              <a:off x="1110163" y="4360591"/>
              <a:ext cx="397675" cy="139826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A8528F6-E7D3-4DA9-BAE7-EF2AC39DF5B6}"/>
              </a:ext>
            </a:extLst>
          </p:cNvPr>
          <p:cNvSpPr/>
          <p:nvPr/>
        </p:nvSpPr>
        <p:spPr>
          <a:xfrm>
            <a:off x="6077711" y="1565442"/>
            <a:ext cx="1572552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BC901A-6787-4CE3-B839-6EE5C809FBE0}"/>
              </a:ext>
            </a:extLst>
          </p:cNvPr>
          <p:cNvCxnSpPr>
            <a:cxnSpLocks/>
          </p:cNvCxnSpPr>
          <p:nvPr/>
        </p:nvCxnSpPr>
        <p:spPr>
          <a:xfrm>
            <a:off x="6865070" y="1818156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C6ABCD2-9792-48BF-9B5A-2BD544D69565}"/>
              </a:ext>
            </a:extLst>
          </p:cNvPr>
          <p:cNvSpPr/>
          <p:nvPr/>
        </p:nvSpPr>
        <p:spPr>
          <a:xfrm>
            <a:off x="6065712" y="1927088"/>
            <a:ext cx="1577583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E3BE2F-F338-448B-93EC-CC305212CEBF}"/>
              </a:ext>
            </a:extLst>
          </p:cNvPr>
          <p:cNvCxnSpPr>
            <a:cxnSpLocks/>
          </p:cNvCxnSpPr>
          <p:nvPr/>
        </p:nvCxnSpPr>
        <p:spPr>
          <a:xfrm>
            <a:off x="6863983" y="2169954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FF968EC-2071-43D3-BE33-3A33F5E10179}"/>
              </a:ext>
            </a:extLst>
          </p:cNvPr>
          <p:cNvSpPr/>
          <p:nvPr/>
        </p:nvSpPr>
        <p:spPr>
          <a:xfrm>
            <a:off x="6070765" y="2290104"/>
            <a:ext cx="1572530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5AC086-673A-4487-9287-1CA123EF004B}"/>
              </a:ext>
            </a:extLst>
          </p:cNvPr>
          <p:cNvCxnSpPr>
            <a:cxnSpLocks/>
          </p:cNvCxnSpPr>
          <p:nvPr/>
        </p:nvCxnSpPr>
        <p:spPr>
          <a:xfrm>
            <a:off x="6860148" y="2532969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2438C1D-26C0-43F6-80DC-7109F29A85FB}"/>
              </a:ext>
            </a:extLst>
          </p:cNvPr>
          <p:cNvSpPr/>
          <p:nvPr/>
        </p:nvSpPr>
        <p:spPr>
          <a:xfrm>
            <a:off x="6066953" y="2651750"/>
            <a:ext cx="1573745" cy="3542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997CA2-E882-4D31-AF3A-D4E6B4BAF891}"/>
              </a:ext>
            </a:extLst>
          </p:cNvPr>
          <p:cNvCxnSpPr>
            <a:cxnSpLocks/>
          </p:cNvCxnSpPr>
          <p:nvPr/>
        </p:nvCxnSpPr>
        <p:spPr>
          <a:xfrm>
            <a:off x="6860148" y="2897952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985796C-FCE8-46C9-B2A6-76F1BDDFCB47}"/>
              </a:ext>
            </a:extLst>
          </p:cNvPr>
          <p:cNvSpPr/>
          <p:nvPr/>
        </p:nvSpPr>
        <p:spPr>
          <a:xfrm>
            <a:off x="6070765" y="3013371"/>
            <a:ext cx="1567488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C9069D-8559-440B-904D-FF8E48C26F5C}"/>
              </a:ext>
            </a:extLst>
          </p:cNvPr>
          <p:cNvCxnSpPr>
            <a:cxnSpLocks/>
          </p:cNvCxnSpPr>
          <p:nvPr/>
        </p:nvCxnSpPr>
        <p:spPr>
          <a:xfrm>
            <a:off x="6851988" y="3264494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Left Brace 39">
            <a:extLst>
              <a:ext uri="{FF2B5EF4-FFF2-40B4-BE49-F238E27FC236}">
                <a16:creationId xmlns:a16="http://schemas.microsoft.com/office/drawing/2014/main" id="{B501A686-7E02-4897-9CA8-76CF72115B51}"/>
              </a:ext>
            </a:extLst>
          </p:cNvPr>
          <p:cNvSpPr/>
          <p:nvPr/>
        </p:nvSpPr>
        <p:spPr>
          <a:xfrm>
            <a:off x="5715954" y="864541"/>
            <a:ext cx="311482" cy="702122"/>
          </a:xfrm>
          <a:prstGeom prst="leftBrace">
            <a:avLst>
              <a:gd name="adj1" fmla="val 27243"/>
              <a:gd name="adj2" fmla="val 539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57408A0-25F8-4352-A934-EC1948347017}"/>
              </a:ext>
            </a:extLst>
          </p:cNvPr>
          <p:cNvSpPr/>
          <p:nvPr/>
        </p:nvSpPr>
        <p:spPr>
          <a:xfrm>
            <a:off x="5715952" y="1599648"/>
            <a:ext cx="311482" cy="2481143"/>
          </a:xfrm>
          <a:prstGeom prst="leftBrace">
            <a:avLst>
              <a:gd name="adj1" fmla="val 27243"/>
              <a:gd name="adj2" fmla="val 539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FA0D1F-EA6B-448A-91DD-F105A13ABAE0}"/>
              </a:ext>
            </a:extLst>
          </p:cNvPr>
          <p:cNvSpPr/>
          <p:nvPr/>
        </p:nvSpPr>
        <p:spPr>
          <a:xfrm>
            <a:off x="6059695" y="3375128"/>
            <a:ext cx="1578567" cy="36162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2C364D-894E-4BA3-8027-AE9258947DAA}"/>
              </a:ext>
            </a:extLst>
          </p:cNvPr>
          <p:cNvCxnSpPr>
            <a:cxnSpLocks/>
          </p:cNvCxnSpPr>
          <p:nvPr/>
        </p:nvCxnSpPr>
        <p:spPr>
          <a:xfrm>
            <a:off x="6850246" y="3625063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3EF0392-CEDB-43AE-A883-DDE7E6D02911}"/>
              </a:ext>
            </a:extLst>
          </p:cNvPr>
          <p:cNvSpPr txBox="1"/>
          <p:nvPr/>
        </p:nvSpPr>
        <p:spPr>
          <a:xfrm>
            <a:off x="5408183" y="1745151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404484-FC65-4315-A7C0-62EFB9170CAA}"/>
              </a:ext>
            </a:extLst>
          </p:cNvPr>
          <p:cNvSpPr txBox="1"/>
          <p:nvPr/>
        </p:nvSpPr>
        <p:spPr>
          <a:xfrm>
            <a:off x="5405398" y="2103294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51C464-BC4C-489B-9946-561BEA2A189D}"/>
              </a:ext>
            </a:extLst>
          </p:cNvPr>
          <p:cNvSpPr txBox="1"/>
          <p:nvPr/>
        </p:nvSpPr>
        <p:spPr>
          <a:xfrm>
            <a:off x="5413178" y="2504114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36EF2B-E5C8-4FEA-8925-492006DA0B2A}"/>
              </a:ext>
            </a:extLst>
          </p:cNvPr>
          <p:cNvSpPr txBox="1"/>
          <p:nvPr/>
        </p:nvSpPr>
        <p:spPr>
          <a:xfrm>
            <a:off x="5418926" y="2875463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29174E-5789-4031-836C-94370DE31842}"/>
              </a:ext>
            </a:extLst>
          </p:cNvPr>
          <p:cNvSpPr txBox="1"/>
          <p:nvPr/>
        </p:nvSpPr>
        <p:spPr>
          <a:xfrm>
            <a:off x="5414690" y="3206302"/>
            <a:ext cx="728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ACE14C-5D74-4190-85CF-565834706EE7}"/>
              </a:ext>
            </a:extLst>
          </p:cNvPr>
          <p:cNvSpPr txBox="1"/>
          <p:nvPr/>
        </p:nvSpPr>
        <p:spPr>
          <a:xfrm rot="16200000">
            <a:off x="4630579" y="742757"/>
            <a:ext cx="1282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 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AEB08D-7BA7-4531-A59D-289D007FEC7A}"/>
              </a:ext>
            </a:extLst>
          </p:cNvPr>
          <p:cNvSpPr txBox="1"/>
          <p:nvPr/>
        </p:nvSpPr>
        <p:spPr>
          <a:xfrm rot="16200000">
            <a:off x="4605030" y="2595609"/>
            <a:ext cx="1282897" cy="26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B674B1-09B2-4E26-8F4F-7BAD1AC3F487}"/>
              </a:ext>
            </a:extLst>
          </p:cNvPr>
          <p:cNvSpPr txBox="1"/>
          <p:nvPr/>
        </p:nvSpPr>
        <p:spPr>
          <a:xfrm>
            <a:off x="5405398" y="3543684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A56679-650F-4DAD-8848-86E53C83AEE6}"/>
              </a:ext>
            </a:extLst>
          </p:cNvPr>
          <p:cNvSpPr/>
          <p:nvPr/>
        </p:nvSpPr>
        <p:spPr>
          <a:xfrm>
            <a:off x="6074660" y="2078043"/>
            <a:ext cx="787762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B0BFC7-5F59-4DF7-9BC9-ABE7AAEC64A2}"/>
              </a:ext>
            </a:extLst>
          </p:cNvPr>
          <p:cNvSpPr/>
          <p:nvPr/>
        </p:nvSpPr>
        <p:spPr>
          <a:xfrm>
            <a:off x="6054060" y="3734590"/>
            <a:ext cx="1584192" cy="3616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6176A9-AF27-4079-BE15-B0FD4852DBBE}"/>
              </a:ext>
            </a:extLst>
          </p:cNvPr>
          <p:cNvCxnSpPr>
            <a:cxnSpLocks/>
          </p:cNvCxnSpPr>
          <p:nvPr/>
        </p:nvCxnSpPr>
        <p:spPr>
          <a:xfrm>
            <a:off x="6850246" y="3989505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7C95AB1-BB96-46AD-9B85-4CE5ABE117BC}"/>
              </a:ext>
            </a:extLst>
          </p:cNvPr>
          <p:cNvSpPr txBox="1"/>
          <p:nvPr/>
        </p:nvSpPr>
        <p:spPr>
          <a:xfrm>
            <a:off x="5413178" y="3843416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05FE4B-7320-4C20-AC0F-59E0737780C9}"/>
              </a:ext>
            </a:extLst>
          </p:cNvPr>
          <p:cNvSpPr/>
          <p:nvPr/>
        </p:nvSpPr>
        <p:spPr>
          <a:xfrm>
            <a:off x="6858086" y="2438078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A448E5-4F38-455D-A98B-85AFE31FB7E1}"/>
              </a:ext>
            </a:extLst>
          </p:cNvPr>
          <p:cNvSpPr/>
          <p:nvPr/>
        </p:nvSpPr>
        <p:spPr>
          <a:xfrm>
            <a:off x="6067804" y="3523169"/>
            <a:ext cx="778595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7B9BE3-65E9-4E05-96D6-97628662CA88}"/>
              </a:ext>
            </a:extLst>
          </p:cNvPr>
          <p:cNvSpPr txBox="1"/>
          <p:nvPr/>
        </p:nvSpPr>
        <p:spPr>
          <a:xfrm>
            <a:off x="7875930" y="2947968"/>
            <a:ext cx="1712042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02742-F92C-4781-A028-EF40FBD92092}"/>
              </a:ext>
            </a:extLst>
          </p:cNvPr>
          <p:cNvSpPr txBox="1"/>
          <p:nvPr/>
        </p:nvSpPr>
        <p:spPr>
          <a:xfrm>
            <a:off x="2954474" y="143392"/>
            <a:ext cx="1561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1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is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C8F69-0BC8-42FF-B30D-B7AA86D2386E}"/>
              </a:ext>
            </a:extLst>
          </p:cNvPr>
          <p:cNvSpPr txBox="1"/>
          <p:nvPr/>
        </p:nvSpPr>
        <p:spPr>
          <a:xfrm>
            <a:off x="5097503" y="469255"/>
            <a:ext cx="2668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1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a hyperperiod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E8684-F091-42E3-895F-D95AE01E0CFF}"/>
              </a:ext>
            </a:extLst>
          </p:cNvPr>
          <p:cNvSpPr/>
          <p:nvPr/>
        </p:nvSpPr>
        <p:spPr>
          <a:xfrm>
            <a:off x="6066953" y="4543202"/>
            <a:ext cx="790115" cy="218965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8ADCD8-E881-456A-9524-895F16D29FC7}"/>
              </a:ext>
            </a:extLst>
          </p:cNvPr>
          <p:cNvSpPr txBox="1"/>
          <p:nvPr/>
        </p:nvSpPr>
        <p:spPr>
          <a:xfrm>
            <a:off x="9524469" y="2600756"/>
            <a:ext cx="213573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Observations: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Attacker uses finds out that victim periodically arrives at first slot (</a:t>
            </a:r>
            <a:r>
              <a:rPr lang="en-US" sz="1500" i="1" dirty="0">
                <a:latin typeface="Cambria" panose="02040503050406030204" pitchFamily="18" charset="0"/>
                <a:ea typeface="Cambria" panose="02040503050406030204" pitchFamily="18" charset="0"/>
              </a:rPr>
              <a:t>since attacker does not execute there even once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Since the attacker task executes at both the columns, it confuses the attacker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98E35-58F1-47C8-A6A4-ECA6D0DD68DE}"/>
              </a:ext>
            </a:extLst>
          </p:cNvPr>
          <p:cNvSpPr txBox="1"/>
          <p:nvPr/>
        </p:nvSpPr>
        <p:spPr>
          <a:xfrm>
            <a:off x="2879450" y="6294571"/>
            <a:ext cx="1712042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B9F277-CDAA-4E31-BC6A-D7943E297261}"/>
              </a:ext>
            </a:extLst>
          </p:cNvPr>
          <p:cNvSpPr/>
          <p:nvPr/>
        </p:nvSpPr>
        <p:spPr>
          <a:xfrm>
            <a:off x="4070039" y="2051429"/>
            <a:ext cx="772927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55BDF6D-34E1-4FB3-AB43-F828C9A72FF8}"/>
              </a:ext>
            </a:extLst>
          </p:cNvPr>
          <p:cNvCxnSpPr>
            <a:cxnSpLocks/>
          </p:cNvCxnSpPr>
          <p:nvPr/>
        </p:nvCxnSpPr>
        <p:spPr>
          <a:xfrm>
            <a:off x="4070037" y="1792798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97D0CCB7-7673-4287-8F32-6264D5F07C78}"/>
              </a:ext>
            </a:extLst>
          </p:cNvPr>
          <p:cNvSpPr/>
          <p:nvPr/>
        </p:nvSpPr>
        <p:spPr>
          <a:xfrm>
            <a:off x="3283763" y="1899504"/>
            <a:ext cx="1565677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BF2C1A-D42C-404E-83F8-5D97C13B3368}"/>
              </a:ext>
            </a:extLst>
          </p:cNvPr>
          <p:cNvSpPr/>
          <p:nvPr/>
        </p:nvSpPr>
        <p:spPr>
          <a:xfrm>
            <a:off x="4064188" y="2728398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D6D7A56-A6BC-4BF8-B1D9-B5FCE0780728}"/>
              </a:ext>
            </a:extLst>
          </p:cNvPr>
          <p:cNvCxnSpPr>
            <a:cxnSpLocks/>
          </p:cNvCxnSpPr>
          <p:nvPr/>
        </p:nvCxnSpPr>
        <p:spPr>
          <a:xfrm>
            <a:off x="4064186" y="2474791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9EB7624E-B05F-4745-8462-FAF3ECDB4FD9}"/>
              </a:ext>
            </a:extLst>
          </p:cNvPr>
          <p:cNvSpPr/>
          <p:nvPr/>
        </p:nvSpPr>
        <p:spPr>
          <a:xfrm>
            <a:off x="3275844" y="2581497"/>
            <a:ext cx="1572551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6FBF90-63FF-40D7-B579-900D8E282A26}"/>
              </a:ext>
            </a:extLst>
          </p:cNvPr>
          <p:cNvSpPr txBox="1"/>
          <p:nvPr/>
        </p:nvSpPr>
        <p:spPr>
          <a:xfrm>
            <a:off x="2937137" y="1732403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E1E38A-3689-4BA3-AEFB-F3A9DDF46D67}"/>
              </a:ext>
            </a:extLst>
          </p:cNvPr>
          <p:cNvSpPr txBox="1"/>
          <p:nvPr/>
        </p:nvSpPr>
        <p:spPr>
          <a:xfrm>
            <a:off x="2938040" y="2103294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DF53FF-19D3-47E0-831B-085C142BCEC9}"/>
              </a:ext>
            </a:extLst>
          </p:cNvPr>
          <p:cNvSpPr txBox="1"/>
          <p:nvPr/>
        </p:nvSpPr>
        <p:spPr>
          <a:xfrm>
            <a:off x="2927858" y="2449690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734BCC-E184-4DB8-B865-744532214B81}"/>
              </a:ext>
            </a:extLst>
          </p:cNvPr>
          <p:cNvSpPr txBox="1"/>
          <p:nvPr/>
        </p:nvSpPr>
        <p:spPr>
          <a:xfrm>
            <a:off x="2859504" y="2796692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</p:spTree>
    <p:extLst>
      <p:ext uri="{BB962C8B-B14F-4D97-AF65-F5344CB8AC3E}">
        <p14:creationId xmlns:p14="http://schemas.microsoft.com/office/powerpoint/2010/main" val="61280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A03C3D6-33E1-46D6-A540-D7771850BF5F}"/>
              </a:ext>
            </a:extLst>
          </p:cNvPr>
          <p:cNvSpPr/>
          <p:nvPr/>
        </p:nvSpPr>
        <p:spPr>
          <a:xfrm>
            <a:off x="1571946" y="595431"/>
            <a:ext cx="8137132" cy="4895507"/>
          </a:xfrm>
          <a:prstGeom prst="roundRect">
            <a:avLst>
              <a:gd name="adj" fmla="val 5375"/>
            </a:avLst>
          </a:prstGeom>
          <a:solidFill>
            <a:srgbClr val="FAF7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7D74EE74-6E3D-4C67-BB8F-D6B496D1D367}"/>
              </a:ext>
            </a:extLst>
          </p:cNvPr>
          <p:cNvSpPr/>
          <p:nvPr/>
        </p:nvSpPr>
        <p:spPr>
          <a:xfrm flipH="1">
            <a:off x="1772127" y="2948482"/>
            <a:ext cx="3819094" cy="8498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7A10EF7-EF93-4CC8-B4A2-1757ABE7ECF4}"/>
              </a:ext>
            </a:extLst>
          </p:cNvPr>
          <p:cNvSpPr/>
          <p:nvPr/>
        </p:nvSpPr>
        <p:spPr>
          <a:xfrm flipH="1">
            <a:off x="1772129" y="2066651"/>
            <a:ext cx="3819093" cy="881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06689A9-D9AB-431A-9338-661B0791D2EB}"/>
              </a:ext>
            </a:extLst>
          </p:cNvPr>
          <p:cNvSpPr/>
          <p:nvPr/>
        </p:nvSpPr>
        <p:spPr>
          <a:xfrm flipH="1">
            <a:off x="1772132" y="1224875"/>
            <a:ext cx="3819093" cy="8520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DF86F2-FB6E-4124-A1E5-D34A7FE86692}"/>
              </a:ext>
            </a:extLst>
          </p:cNvPr>
          <p:cNvSpPr/>
          <p:nvPr/>
        </p:nvSpPr>
        <p:spPr>
          <a:xfrm>
            <a:off x="5781599" y="2066652"/>
            <a:ext cx="3760465" cy="25777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5BF52D8-1197-4882-9BD2-C4B700D36834}"/>
              </a:ext>
            </a:extLst>
          </p:cNvPr>
          <p:cNvSpPr/>
          <p:nvPr/>
        </p:nvSpPr>
        <p:spPr>
          <a:xfrm>
            <a:off x="5781600" y="1169654"/>
            <a:ext cx="3768967" cy="9066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7D47F8-80D4-4FD2-AA33-59C10C58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13502"/>
              </p:ext>
            </p:extLst>
          </p:nvPr>
        </p:nvGraphicFramePr>
        <p:xfrm>
          <a:off x="2771610" y="1216793"/>
          <a:ext cx="2824812" cy="301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80BAFA0D-D6FE-488F-A7E3-5DDA1CE6CB00}"/>
              </a:ext>
            </a:extLst>
          </p:cNvPr>
          <p:cNvSpPr txBox="1"/>
          <p:nvPr/>
        </p:nvSpPr>
        <p:spPr>
          <a:xfrm>
            <a:off x="2236520" y="1367062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26302D-1F7A-450A-831A-174E84B21EB2}"/>
              </a:ext>
            </a:extLst>
          </p:cNvPr>
          <p:cNvSpPr txBox="1"/>
          <p:nvPr/>
        </p:nvSpPr>
        <p:spPr>
          <a:xfrm rot="16200000">
            <a:off x="5605839" y="1353643"/>
            <a:ext cx="806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D8403D-08E2-47B3-930D-EF27FB172538}"/>
              </a:ext>
            </a:extLst>
          </p:cNvPr>
          <p:cNvSpPr txBox="1"/>
          <p:nvPr/>
        </p:nvSpPr>
        <p:spPr>
          <a:xfrm rot="16200000">
            <a:off x="1346128" y="1164333"/>
            <a:ext cx="12828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EC6DB11-3C68-40C7-9D5B-1A718D27F25D}"/>
              </a:ext>
            </a:extLst>
          </p:cNvPr>
          <p:cNvSpPr txBox="1"/>
          <p:nvPr/>
        </p:nvSpPr>
        <p:spPr>
          <a:xfrm>
            <a:off x="2794874" y="3855336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EC3D2D7-7D81-468C-BE66-9D643F4DB2B6}"/>
              </a:ext>
            </a:extLst>
          </p:cNvPr>
          <p:cNvSpPr txBox="1"/>
          <p:nvPr/>
        </p:nvSpPr>
        <p:spPr>
          <a:xfrm>
            <a:off x="3039002" y="624904"/>
            <a:ext cx="218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is 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96B0DEF-7E98-416C-858E-3523A4DE1125}"/>
              </a:ext>
            </a:extLst>
          </p:cNvPr>
          <p:cNvSpPr txBox="1"/>
          <p:nvPr/>
        </p:nvSpPr>
        <p:spPr>
          <a:xfrm>
            <a:off x="5892985" y="595431"/>
            <a:ext cx="384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one hyperperiod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7D2178-280A-4B6C-AC57-B1A4A121B5AD}"/>
              </a:ext>
            </a:extLst>
          </p:cNvPr>
          <p:cNvSpPr txBox="1"/>
          <p:nvPr/>
        </p:nvSpPr>
        <p:spPr>
          <a:xfrm>
            <a:off x="12367877" y="3465052"/>
            <a:ext cx="213573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Observations: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Attacker uses finds out that victim periodically arrives at first slot (</a:t>
            </a:r>
            <a:r>
              <a:rPr lang="en-US" sz="1500" i="1" dirty="0">
                <a:latin typeface="Cambria" panose="02040503050406030204" pitchFamily="18" charset="0"/>
                <a:ea typeface="Cambria" panose="02040503050406030204" pitchFamily="18" charset="0"/>
              </a:rPr>
              <a:t>since attacker does not execute there even once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Since the attacker task executes at both the columns, it confuses the attacker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0D7AB24F-82C4-4D58-B428-A3049F695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920719"/>
              </p:ext>
            </p:extLst>
          </p:nvPr>
        </p:nvGraphicFramePr>
        <p:xfrm>
          <a:off x="2763638" y="4193890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80F5F7C-4AF7-4737-9D35-7F9EBC52040B}"/>
              </a:ext>
            </a:extLst>
          </p:cNvPr>
          <p:cNvCxnSpPr>
            <a:cxnSpLocks/>
          </p:cNvCxnSpPr>
          <p:nvPr/>
        </p:nvCxnSpPr>
        <p:spPr>
          <a:xfrm>
            <a:off x="4180979" y="147099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C09265E-BAA8-4806-A3AF-6885637772F0}"/>
              </a:ext>
            </a:extLst>
          </p:cNvPr>
          <p:cNvCxnSpPr>
            <a:cxnSpLocks/>
          </p:cNvCxnSpPr>
          <p:nvPr/>
        </p:nvCxnSpPr>
        <p:spPr>
          <a:xfrm>
            <a:off x="4180979" y="190529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32B39D1-C8B7-4189-AE9A-775512E2ACDC}"/>
              </a:ext>
            </a:extLst>
          </p:cNvPr>
          <p:cNvCxnSpPr>
            <a:cxnSpLocks/>
          </p:cNvCxnSpPr>
          <p:nvPr/>
        </p:nvCxnSpPr>
        <p:spPr>
          <a:xfrm>
            <a:off x="4180979" y="2334227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9E42773-534D-4DC5-9FCC-C05A9A7C22AA}"/>
              </a:ext>
            </a:extLst>
          </p:cNvPr>
          <p:cNvCxnSpPr>
            <a:cxnSpLocks/>
          </p:cNvCxnSpPr>
          <p:nvPr/>
        </p:nvCxnSpPr>
        <p:spPr>
          <a:xfrm>
            <a:off x="4180979" y="277016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6C1BE2E-305E-4614-B8AB-12C96A0D8B48}"/>
              </a:ext>
            </a:extLst>
          </p:cNvPr>
          <p:cNvCxnSpPr>
            <a:cxnSpLocks/>
          </p:cNvCxnSpPr>
          <p:nvPr/>
        </p:nvCxnSpPr>
        <p:spPr>
          <a:xfrm>
            <a:off x="4180979" y="362285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094658A-848B-497A-A1B6-0DB4C9391355}"/>
              </a:ext>
            </a:extLst>
          </p:cNvPr>
          <p:cNvCxnSpPr>
            <a:cxnSpLocks/>
          </p:cNvCxnSpPr>
          <p:nvPr/>
        </p:nvCxnSpPr>
        <p:spPr>
          <a:xfrm>
            <a:off x="4180979" y="318983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10DAF12C-125C-4B66-92EA-352B982134DF}"/>
              </a:ext>
            </a:extLst>
          </p:cNvPr>
          <p:cNvSpPr txBox="1"/>
          <p:nvPr/>
        </p:nvSpPr>
        <p:spPr>
          <a:xfrm>
            <a:off x="2226240" y="177321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51FD609-90D0-4FEB-9F15-35CEEE966D26}"/>
              </a:ext>
            </a:extLst>
          </p:cNvPr>
          <p:cNvSpPr txBox="1"/>
          <p:nvPr/>
        </p:nvSpPr>
        <p:spPr>
          <a:xfrm>
            <a:off x="2212376" y="224446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D19A91F-2CE2-441C-AA0E-4FA314288C1D}"/>
              </a:ext>
            </a:extLst>
          </p:cNvPr>
          <p:cNvSpPr txBox="1"/>
          <p:nvPr/>
        </p:nvSpPr>
        <p:spPr>
          <a:xfrm>
            <a:off x="2223137" y="26530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9D5CE8A-FD19-4B56-8C5F-51ED5A5B98B4}"/>
              </a:ext>
            </a:extLst>
          </p:cNvPr>
          <p:cNvSpPr txBox="1"/>
          <p:nvPr/>
        </p:nvSpPr>
        <p:spPr>
          <a:xfrm>
            <a:off x="2207375" y="3118618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8C905D0-6102-4114-A142-2792A3A28051}"/>
              </a:ext>
            </a:extLst>
          </p:cNvPr>
          <p:cNvSpPr txBox="1"/>
          <p:nvPr/>
        </p:nvSpPr>
        <p:spPr>
          <a:xfrm>
            <a:off x="2174905" y="3491863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93290F-1A5A-4238-9602-B83243BB6732}"/>
              </a:ext>
            </a:extLst>
          </p:cNvPr>
          <p:cNvSpPr/>
          <p:nvPr/>
        </p:nvSpPr>
        <p:spPr>
          <a:xfrm>
            <a:off x="4188124" y="1776050"/>
            <a:ext cx="1407767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DD89016-A435-4353-BFF4-AF1E6CDA9CAF}"/>
              </a:ext>
            </a:extLst>
          </p:cNvPr>
          <p:cNvSpPr/>
          <p:nvPr/>
        </p:nvSpPr>
        <p:spPr>
          <a:xfrm>
            <a:off x="4167223" y="2637174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0851DB5-E546-4D50-9B66-A94D52B0FAD8}"/>
              </a:ext>
            </a:extLst>
          </p:cNvPr>
          <p:cNvSpPr/>
          <p:nvPr/>
        </p:nvSpPr>
        <p:spPr>
          <a:xfrm>
            <a:off x="4175783" y="3496450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3D21961-DB69-4398-A8C9-6A1E65A5A590}"/>
              </a:ext>
            </a:extLst>
          </p:cNvPr>
          <p:cNvSpPr/>
          <p:nvPr/>
        </p:nvSpPr>
        <p:spPr>
          <a:xfrm>
            <a:off x="4175639" y="4197221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6A18CCC5-BCE1-4191-A4D4-DE977438C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324196"/>
              </p:ext>
            </p:extLst>
          </p:nvPr>
        </p:nvGraphicFramePr>
        <p:xfrm>
          <a:off x="6717783" y="1209679"/>
          <a:ext cx="2824812" cy="3878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7246728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7769888"/>
                  </a:ext>
                </a:extLst>
              </a:tr>
            </a:tbl>
          </a:graphicData>
        </a:graphic>
      </p:graphicFrame>
      <p:sp>
        <p:nvSpPr>
          <p:cNvPr id="169" name="TextBox 168">
            <a:extLst>
              <a:ext uri="{FF2B5EF4-FFF2-40B4-BE49-F238E27FC236}">
                <a16:creationId xmlns:a16="http://schemas.microsoft.com/office/drawing/2014/main" id="{39F6BD5A-BBCC-4FE5-A78F-617C5896227D}"/>
              </a:ext>
            </a:extLst>
          </p:cNvPr>
          <p:cNvSpPr txBox="1"/>
          <p:nvPr/>
        </p:nvSpPr>
        <p:spPr>
          <a:xfrm>
            <a:off x="6138074" y="1335340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387B26E-3FB1-47FB-9360-020A3CC6F76C}"/>
              </a:ext>
            </a:extLst>
          </p:cNvPr>
          <p:cNvCxnSpPr>
            <a:cxnSpLocks/>
          </p:cNvCxnSpPr>
          <p:nvPr/>
        </p:nvCxnSpPr>
        <p:spPr>
          <a:xfrm>
            <a:off x="8127152" y="146387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E84187F-AD07-4E4A-99D8-86B6871F2941}"/>
              </a:ext>
            </a:extLst>
          </p:cNvPr>
          <p:cNvCxnSpPr>
            <a:cxnSpLocks/>
          </p:cNvCxnSpPr>
          <p:nvPr/>
        </p:nvCxnSpPr>
        <p:spPr>
          <a:xfrm>
            <a:off x="8127152" y="189817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33D3FAB-F3B7-4BBD-8AAF-BFDD535387FA}"/>
              </a:ext>
            </a:extLst>
          </p:cNvPr>
          <p:cNvCxnSpPr>
            <a:cxnSpLocks/>
          </p:cNvCxnSpPr>
          <p:nvPr/>
        </p:nvCxnSpPr>
        <p:spPr>
          <a:xfrm>
            <a:off x="8127152" y="2327113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3B3AABA-86D1-4724-8A4F-88505E2D1540}"/>
              </a:ext>
            </a:extLst>
          </p:cNvPr>
          <p:cNvCxnSpPr>
            <a:cxnSpLocks/>
          </p:cNvCxnSpPr>
          <p:nvPr/>
        </p:nvCxnSpPr>
        <p:spPr>
          <a:xfrm>
            <a:off x="8127152" y="276304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7F0B44A-ED94-4E96-8BEB-72BBCE7E90F0}"/>
              </a:ext>
            </a:extLst>
          </p:cNvPr>
          <p:cNvCxnSpPr>
            <a:cxnSpLocks/>
          </p:cNvCxnSpPr>
          <p:nvPr/>
        </p:nvCxnSpPr>
        <p:spPr>
          <a:xfrm>
            <a:off x="8127152" y="361574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2BE0CA4-C836-41D6-89D1-69C100F9C690}"/>
              </a:ext>
            </a:extLst>
          </p:cNvPr>
          <p:cNvCxnSpPr>
            <a:cxnSpLocks/>
          </p:cNvCxnSpPr>
          <p:nvPr/>
        </p:nvCxnSpPr>
        <p:spPr>
          <a:xfrm>
            <a:off x="8127152" y="318271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69B1FEA7-3BFE-4C4A-A9BC-20CF2B6BFCB0}"/>
              </a:ext>
            </a:extLst>
          </p:cNvPr>
          <p:cNvSpPr txBox="1"/>
          <p:nvPr/>
        </p:nvSpPr>
        <p:spPr>
          <a:xfrm>
            <a:off x="6128499" y="17851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ACC1D2-1680-4BAB-9150-3075A46A3A99}"/>
              </a:ext>
            </a:extLst>
          </p:cNvPr>
          <p:cNvSpPr txBox="1"/>
          <p:nvPr/>
        </p:nvSpPr>
        <p:spPr>
          <a:xfrm>
            <a:off x="6123606" y="2174703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734EA7E-D42C-49D2-A7AF-2E3392FB6EDC}"/>
              </a:ext>
            </a:extLst>
          </p:cNvPr>
          <p:cNvSpPr txBox="1"/>
          <p:nvPr/>
        </p:nvSpPr>
        <p:spPr>
          <a:xfrm>
            <a:off x="6137453" y="258524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AF90DC2-FF20-4630-A4A1-3D2E7739E26C}"/>
              </a:ext>
            </a:extLst>
          </p:cNvPr>
          <p:cNvSpPr txBox="1"/>
          <p:nvPr/>
        </p:nvSpPr>
        <p:spPr>
          <a:xfrm>
            <a:off x="6130975" y="3016576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4309A69-E4E0-43F3-81E7-82CC8D1316C2}"/>
              </a:ext>
            </a:extLst>
          </p:cNvPr>
          <p:cNvSpPr txBox="1"/>
          <p:nvPr/>
        </p:nvSpPr>
        <p:spPr>
          <a:xfrm>
            <a:off x="6127134" y="3480784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58FF7D9-4CB8-4EBA-AD2D-47CFB0FA5A62}"/>
              </a:ext>
            </a:extLst>
          </p:cNvPr>
          <p:cNvSpPr/>
          <p:nvPr/>
        </p:nvSpPr>
        <p:spPr>
          <a:xfrm>
            <a:off x="8130083" y="1768936"/>
            <a:ext cx="141198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6D5F8A9-F8F1-4E1B-973D-7E6A7745382A}"/>
              </a:ext>
            </a:extLst>
          </p:cNvPr>
          <p:cNvSpPr/>
          <p:nvPr/>
        </p:nvSpPr>
        <p:spPr>
          <a:xfrm>
            <a:off x="6717162" y="2630986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6FAB0FF-4661-4CD9-A54D-BA58271D4B50}"/>
              </a:ext>
            </a:extLst>
          </p:cNvPr>
          <p:cNvSpPr txBox="1"/>
          <p:nvPr/>
        </p:nvSpPr>
        <p:spPr>
          <a:xfrm>
            <a:off x="6127621" y="3918747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249CC8A-52E6-4B61-B17F-74C94CD07E70}"/>
              </a:ext>
            </a:extLst>
          </p:cNvPr>
          <p:cNvSpPr txBox="1"/>
          <p:nvPr/>
        </p:nvSpPr>
        <p:spPr>
          <a:xfrm>
            <a:off x="6074976" y="4337058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DAD925C-BB74-48A0-BFA9-A7144C80F9FC}"/>
              </a:ext>
            </a:extLst>
          </p:cNvPr>
          <p:cNvCxnSpPr>
            <a:cxnSpLocks/>
          </p:cNvCxnSpPr>
          <p:nvPr/>
        </p:nvCxnSpPr>
        <p:spPr>
          <a:xfrm>
            <a:off x="8125830" y="4059201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5A149D7-0D10-48BB-8B26-82F372F4D555}"/>
              </a:ext>
            </a:extLst>
          </p:cNvPr>
          <p:cNvCxnSpPr>
            <a:cxnSpLocks/>
          </p:cNvCxnSpPr>
          <p:nvPr/>
        </p:nvCxnSpPr>
        <p:spPr>
          <a:xfrm>
            <a:off x="8130082" y="447585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7F2714DD-1CE2-4511-A3F6-9A717F735185}"/>
              </a:ext>
            </a:extLst>
          </p:cNvPr>
          <p:cNvSpPr/>
          <p:nvPr/>
        </p:nvSpPr>
        <p:spPr>
          <a:xfrm>
            <a:off x="8118079" y="3065493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9F24EA-F2FA-4D67-8B91-B5C1BF7ADBB0}"/>
              </a:ext>
            </a:extLst>
          </p:cNvPr>
          <p:cNvSpPr/>
          <p:nvPr/>
        </p:nvSpPr>
        <p:spPr>
          <a:xfrm>
            <a:off x="6718160" y="4342519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3" name="Table 192">
            <a:extLst>
              <a:ext uri="{FF2B5EF4-FFF2-40B4-BE49-F238E27FC236}">
                <a16:creationId xmlns:a16="http://schemas.microsoft.com/office/drawing/2014/main" id="{1C370581-A496-447C-BD38-88F2E1F14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657301"/>
              </p:ext>
            </p:extLst>
          </p:nvPr>
        </p:nvGraphicFramePr>
        <p:xfrm>
          <a:off x="6717927" y="5029832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sp>
        <p:nvSpPr>
          <p:cNvPr id="194" name="Rectangle 193">
            <a:extLst>
              <a:ext uri="{FF2B5EF4-FFF2-40B4-BE49-F238E27FC236}">
                <a16:creationId xmlns:a16="http://schemas.microsoft.com/office/drawing/2014/main" id="{2BD525C3-049F-4758-82FC-FDB51DB3F969}"/>
              </a:ext>
            </a:extLst>
          </p:cNvPr>
          <p:cNvSpPr/>
          <p:nvPr/>
        </p:nvSpPr>
        <p:spPr>
          <a:xfrm>
            <a:off x="8129928" y="5033163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61990DC-9824-4005-8594-2A2CF7E01D39}"/>
              </a:ext>
            </a:extLst>
          </p:cNvPr>
          <p:cNvSpPr txBox="1"/>
          <p:nvPr/>
        </p:nvSpPr>
        <p:spPr>
          <a:xfrm rot="16200000">
            <a:off x="1644223" y="2259912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C6278EF-C23A-4B5C-B019-C1798652F646}"/>
              </a:ext>
            </a:extLst>
          </p:cNvPr>
          <p:cNvSpPr txBox="1"/>
          <p:nvPr/>
        </p:nvSpPr>
        <p:spPr>
          <a:xfrm rot="16200000">
            <a:off x="1690072" y="3164045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3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7E9F53-A568-4BAC-AAFF-72889EEE5E1D}"/>
              </a:ext>
            </a:extLst>
          </p:cNvPr>
          <p:cNvSpPr txBox="1"/>
          <p:nvPr/>
        </p:nvSpPr>
        <p:spPr>
          <a:xfrm>
            <a:off x="6792381" y="4661547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8A7986B-11E3-48A0-8A57-37064CB2E780}"/>
              </a:ext>
            </a:extLst>
          </p:cNvPr>
          <p:cNvSpPr/>
          <p:nvPr/>
        </p:nvSpPr>
        <p:spPr>
          <a:xfrm>
            <a:off x="3079443" y="4719623"/>
            <a:ext cx="47822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706780D-C166-4DAA-A684-A2542121B486}"/>
              </a:ext>
            </a:extLst>
          </p:cNvPr>
          <p:cNvCxnSpPr>
            <a:cxnSpLocks/>
          </p:cNvCxnSpPr>
          <p:nvPr/>
        </p:nvCxnSpPr>
        <p:spPr>
          <a:xfrm>
            <a:off x="3318554" y="1345958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DBE0D6C5-FCAD-44AB-96BE-393A6E7BBAFC}"/>
              </a:ext>
            </a:extLst>
          </p:cNvPr>
          <p:cNvCxnSpPr>
            <a:cxnSpLocks/>
          </p:cNvCxnSpPr>
          <p:nvPr/>
        </p:nvCxnSpPr>
        <p:spPr>
          <a:xfrm>
            <a:off x="3318554" y="2209195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0B7AFCF-1E7C-4C20-A78E-FBCF9FC150EB}"/>
              </a:ext>
            </a:extLst>
          </p:cNvPr>
          <p:cNvCxnSpPr>
            <a:cxnSpLocks/>
          </p:cNvCxnSpPr>
          <p:nvPr/>
        </p:nvCxnSpPr>
        <p:spPr>
          <a:xfrm>
            <a:off x="3318554" y="3071914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85CAB58-90E5-493D-9918-3BF9A083E63D}"/>
              </a:ext>
            </a:extLst>
          </p:cNvPr>
          <p:cNvCxnSpPr>
            <a:cxnSpLocks/>
          </p:cNvCxnSpPr>
          <p:nvPr/>
        </p:nvCxnSpPr>
        <p:spPr>
          <a:xfrm>
            <a:off x="4803018" y="476802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4A9AA43-AD38-439F-AE1A-9C5C8F230255}"/>
              </a:ext>
            </a:extLst>
          </p:cNvPr>
          <p:cNvCxnSpPr>
            <a:cxnSpLocks/>
          </p:cNvCxnSpPr>
          <p:nvPr/>
        </p:nvCxnSpPr>
        <p:spPr>
          <a:xfrm>
            <a:off x="7334037" y="136706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1A1064A-CD62-4395-AECC-CF847B20BBAD}"/>
              </a:ext>
            </a:extLst>
          </p:cNvPr>
          <p:cNvSpPr txBox="1"/>
          <p:nvPr/>
        </p:nvSpPr>
        <p:spPr>
          <a:xfrm rot="16200000">
            <a:off x="5364111" y="3088038"/>
            <a:ext cx="1231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ACCAB23-2A8A-45FD-9CFD-B43E07F7836D}"/>
              </a:ext>
            </a:extLst>
          </p:cNvPr>
          <p:cNvCxnSpPr>
            <a:cxnSpLocks/>
          </p:cNvCxnSpPr>
          <p:nvPr/>
        </p:nvCxnSpPr>
        <p:spPr>
          <a:xfrm>
            <a:off x="7388797" y="2216309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E28BD553-331A-4920-8B3E-B0DFD692C42F}"/>
              </a:ext>
            </a:extLst>
          </p:cNvPr>
          <p:cNvCxnSpPr>
            <a:cxnSpLocks/>
          </p:cNvCxnSpPr>
          <p:nvPr/>
        </p:nvCxnSpPr>
        <p:spPr>
          <a:xfrm>
            <a:off x="8815491" y="263098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0E4A3E3-26A1-4B93-AF8E-D1340AC90AC7}"/>
              </a:ext>
            </a:extLst>
          </p:cNvPr>
          <p:cNvCxnSpPr>
            <a:cxnSpLocks/>
          </p:cNvCxnSpPr>
          <p:nvPr/>
        </p:nvCxnSpPr>
        <p:spPr>
          <a:xfrm>
            <a:off x="7405298" y="3487950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CC89D7E7-D471-4A63-86DF-A53938786C65}"/>
              </a:ext>
            </a:extLst>
          </p:cNvPr>
          <p:cNvCxnSpPr>
            <a:cxnSpLocks/>
          </p:cNvCxnSpPr>
          <p:nvPr/>
        </p:nvCxnSpPr>
        <p:spPr>
          <a:xfrm>
            <a:off x="8836074" y="3909177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F24208E-1BC3-4848-A3ED-F9F0C78490B4}"/>
              </a:ext>
            </a:extLst>
          </p:cNvPr>
          <p:cNvSpPr txBox="1"/>
          <p:nvPr/>
        </p:nvSpPr>
        <p:spPr>
          <a:xfrm>
            <a:off x="2710293" y="5049718"/>
            <a:ext cx="1323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Attacker task execution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6767BF5-912A-46C8-9550-59B1D19E7471}"/>
              </a:ext>
            </a:extLst>
          </p:cNvPr>
          <p:cNvSpPr txBox="1"/>
          <p:nvPr/>
        </p:nvSpPr>
        <p:spPr>
          <a:xfrm>
            <a:off x="4126651" y="5049718"/>
            <a:ext cx="143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Arrival column of </a:t>
            </a:r>
          </a:p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victim task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519942A-91B0-48C8-BC01-8AF9E3158DB1}"/>
              </a:ext>
            </a:extLst>
          </p:cNvPr>
          <p:cNvSpPr/>
          <p:nvPr/>
        </p:nvSpPr>
        <p:spPr>
          <a:xfrm>
            <a:off x="6722680" y="5030202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E069A28-DB99-48E0-8E6B-34DF1DCAF412}"/>
              </a:ext>
            </a:extLst>
          </p:cNvPr>
          <p:cNvSpPr txBox="1"/>
          <p:nvPr/>
        </p:nvSpPr>
        <p:spPr>
          <a:xfrm>
            <a:off x="1784674" y="4614707"/>
            <a:ext cx="21881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Attacker never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arrives in 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column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01A50BE1-C299-43E5-A4F8-E40386ED55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60873" y="4344824"/>
            <a:ext cx="912154" cy="299562"/>
          </a:xfrm>
          <a:prstGeom prst="bentConnector3">
            <a:avLst>
              <a:gd name="adj1" fmla="val 10068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3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B5EEF7-5F37-4D67-8653-88A64658686F}"/>
              </a:ext>
            </a:extLst>
          </p:cNvPr>
          <p:cNvSpPr/>
          <p:nvPr/>
        </p:nvSpPr>
        <p:spPr>
          <a:xfrm>
            <a:off x="4803092" y="-26762"/>
            <a:ext cx="6994296" cy="844520"/>
          </a:xfrm>
          <a:prstGeom prst="roundRect">
            <a:avLst>
              <a:gd name="adj" fmla="val 684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D91C54C-1131-4249-8DDB-0C6F6CB1093D}"/>
              </a:ext>
            </a:extLst>
          </p:cNvPr>
          <p:cNvGrpSpPr/>
          <p:nvPr/>
        </p:nvGrpSpPr>
        <p:grpSpPr>
          <a:xfrm>
            <a:off x="1855722" y="1647939"/>
            <a:ext cx="8916195" cy="3457466"/>
            <a:chOff x="1855722" y="1647939"/>
            <a:chExt cx="8916195" cy="3457466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6BAB93D0-8DCE-484D-840D-5AC3B90C204B}"/>
                </a:ext>
              </a:extLst>
            </p:cNvPr>
            <p:cNvSpPr/>
            <p:nvPr/>
          </p:nvSpPr>
          <p:spPr>
            <a:xfrm>
              <a:off x="5795980" y="3595719"/>
              <a:ext cx="3009443" cy="1416854"/>
            </a:xfrm>
            <a:prstGeom prst="roundRect">
              <a:avLst>
                <a:gd name="adj" fmla="val 7097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7C2BA11-6FFF-4759-BD03-0EB72A522C23}"/>
                </a:ext>
              </a:extLst>
            </p:cNvPr>
            <p:cNvSpPr/>
            <p:nvPr/>
          </p:nvSpPr>
          <p:spPr>
            <a:xfrm>
              <a:off x="4278456" y="1757911"/>
              <a:ext cx="1379432" cy="1685432"/>
            </a:xfrm>
            <a:prstGeom prst="roundRect">
              <a:avLst>
                <a:gd name="adj" fmla="val 7729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E9F9D36-C884-4CE2-BC45-70883403F994}"/>
                </a:ext>
              </a:extLst>
            </p:cNvPr>
            <p:cNvSpPr/>
            <p:nvPr/>
          </p:nvSpPr>
          <p:spPr>
            <a:xfrm>
              <a:off x="1855722" y="1677606"/>
              <a:ext cx="2326729" cy="3427799"/>
            </a:xfrm>
            <a:prstGeom prst="roundRect">
              <a:avLst>
                <a:gd name="adj" fmla="val 551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CE4543-CFBB-408F-9370-63C746C6F598}"/>
                </a:ext>
              </a:extLst>
            </p:cNvPr>
            <p:cNvSpPr txBox="1"/>
            <p:nvPr/>
          </p:nvSpPr>
          <p:spPr>
            <a:xfrm rot="16200000">
              <a:off x="9757495" y="2448686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Design Time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4639C1-612C-400A-943B-221F4A11AEB2}"/>
                </a:ext>
              </a:extLst>
            </p:cNvPr>
            <p:cNvSpPr txBox="1"/>
            <p:nvPr/>
          </p:nvSpPr>
          <p:spPr>
            <a:xfrm>
              <a:off x="2000754" y="1647939"/>
              <a:ext cx="2036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47859EF-6B67-440C-9F88-8EB0FB993C7F}"/>
                </a:ext>
              </a:extLst>
            </p:cNvPr>
            <p:cNvSpPr/>
            <p:nvPr/>
          </p:nvSpPr>
          <p:spPr>
            <a:xfrm>
              <a:off x="7933990" y="2882887"/>
              <a:ext cx="2347744" cy="546113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569B0E-0CDB-40D1-BDE3-2C522914E311}"/>
                </a:ext>
              </a:extLst>
            </p:cNvPr>
            <p:cNvSpPr txBox="1"/>
            <p:nvPr/>
          </p:nvSpPr>
          <p:spPr>
            <a:xfrm>
              <a:off x="7910051" y="2865793"/>
              <a:ext cx="23935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b="0" dirty="0"/>
                <a:t>Store all Attack-Aware Schedules in a Look Up table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19DDC2B-412F-41C4-ADAB-07165F70D019}"/>
                </a:ext>
              </a:extLst>
            </p:cNvPr>
            <p:cNvSpPr/>
            <p:nvPr/>
          </p:nvSpPr>
          <p:spPr>
            <a:xfrm>
              <a:off x="1949144" y="2126842"/>
              <a:ext cx="2165720" cy="2140777"/>
            </a:xfrm>
            <a:prstGeom prst="roundRect">
              <a:avLst>
                <a:gd name="adj" fmla="val 5877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C3625E79-F29A-438D-B057-CA1DCD76D3A2}"/>
                    </a:ext>
                  </a:extLst>
                </p:cNvPr>
                <p:cNvSpPr/>
                <p:nvPr/>
              </p:nvSpPr>
              <p:spPr>
                <a:xfrm>
                  <a:off x="2286670" y="2189808"/>
                  <a:ext cx="1771622" cy="306789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4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IN" sz="14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        </a:t>
                  </a:r>
                  <a:endParaRPr lang="en-IN" sz="14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C3625E79-F29A-438D-B057-CA1DCD76D3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670" y="2189808"/>
                  <a:ext cx="1771622" cy="306789"/>
                </a:xfrm>
                <a:prstGeom prst="roundRect">
                  <a:avLst/>
                </a:prstGeom>
                <a:blipFill>
                  <a:blip r:embed="rId2"/>
                  <a:stretch>
                    <a:fillRect t="-5769" b="-13462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64F2F5A-C713-47B7-A5E8-F463ACE9DAA2}"/>
                    </a:ext>
                  </a:extLst>
                </p:cNvPr>
                <p:cNvSpPr txBox="1"/>
                <p:nvPr/>
              </p:nvSpPr>
              <p:spPr>
                <a:xfrm rot="16200000">
                  <a:off x="1137033" y="2937355"/>
                  <a:ext cx="192880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 Task Set </a:t>
                  </a:r>
                  <a14:m>
                    <m:oMath xmlns:m="http://schemas.openxmlformats.org/officeDocument/2006/math"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64F2F5A-C713-47B7-A5E8-F463ACE9D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37033" y="2937355"/>
                  <a:ext cx="1928801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3922" r="-1764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1E50FD0-FB0B-449C-8A76-8DBDC03CE04B}"/>
                </a:ext>
              </a:extLst>
            </p:cNvPr>
            <p:cNvGrpSpPr/>
            <p:nvPr/>
          </p:nvGrpSpPr>
          <p:grpSpPr>
            <a:xfrm>
              <a:off x="1962103" y="4297286"/>
              <a:ext cx="2174796" cy="715287"/>
              <a:chOff x="1664531" y="5400661"/>
              <a:chExt cx="2174796" cy="729474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2D50496F-A13A-4E61-A779-857973C66DA7}"/>
                  </a:ext>
                </a:extLst>
              </p:cNvPr>
              <p:cNvSpPr/>
              <p:nvPr/>
            </p:nvSpPr>
            <p:spPr>
              <a:xfrm>
                <a:off x="1664531" y="5400661"/>
                <a:ext cx="2168091" cy="729474"/>
              </a:xfrm>
              <a:prstGeom prst="roundRect">
                <a:avLst>
                  <a:gd name="adj" fmla="val 11084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A400A23C-E1DD-44F0-B31A-A423EEB28CC5}"/>
                      </a:ext>
                    </a:extLst>
                  </p:cNvPr>
                  <p:cNvSpPr/>
                  <p:nvPr/>
                </p:nvSpPr>
                <p:spPr>
                  <a:xfrm>
                    <a:off x="1923309" y="5708620"/>
                    <a:ext cx="1650533" cy="285005"/>
                  </a:xfrm>
                  <a:prstGeom prst="round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6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Task n</a:t>
                    </a:r>
                    <a14:m>
                      <m:oMath xmlns:m="http://schemas.openxmlformats.org/officeDocument/2006/math">
                        <m:r>
                          <a:rPr lang="en-IN" sz="16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16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16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16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A400A23C-E1DD-44F0-B31A-A423EEB28C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3309" y="5708620"/>
                    <a:ext cx="1650533" cy="285005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 t="-17021" b="-34043"/>
                    </a:stretch>
                  </a:blipFill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86A84C0-97C5-4B85-89CA-2A41A6298FD9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121" y="5416141"/>
                    <a:ext cx="1982206" cy="3138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1400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dirty="0">
                        <a:solidFill>
                          <a:srgbClr val="FF0000"/>
                        </a:solidFill>
                      </a:rPr>
                      <a:t>Untrusted Task Set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86A84C0-97C5-4B85-89CA-2A41A6298F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7121" y="5416141"/>
                    <a:ext cx="1982206" cy="31388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922"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1FAB461-A933-41FE-BA63-5FCAB1985C32}"/>
                </a:ext>
              </a:extLst>
            </p:cNvPr>
            <p:cNvSpPr/>
            <p:nvPr/>
          </p:nvSpPr>
          <p:spPr>
            <a:xfrm>
              <a:off x="2263099" y="2907639"/>
              <a:ext cx="1816845" cy="889187"/>
            </a:xfrm>
            <a:prstGeom prst="roundRect">
              <a:avLst>
                <a:gd name="adj" fmla="val 7785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System Specification corresponding to trusted control tasks</a:t>
              </a:r>
            </a:p>
            <a:p>
              <a:pPr algn="ctr"/>
              <a:r>
                <a:rPr lang="en-I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753095C-317A-442E-B52A-776638C83865}"/>
                    </a:ext>
                  </a:extLst>
                </p:cNvPr>
                <p:cNvSpPr txBox="1"/>
                <p:nvPr/>
              </p:nvSpPr>
              <p:spPr>
                <a:xfrm>
                  <a:off x="4320460" y="1787893"/>
                  <a:ext cx="1379432" cy="17015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3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Deriving set of switchable periodicities for control Tasks to maintain system stability </a:t>
                  </a:r>
                </a:p>
                <a:p>
                  <a:r>
                    <a:rPr lang="en-IN" sz="1300" b="0" i="1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P=</a:t>
                  </a:r>
                  <a14:m>
                    <m:oMath xmlns:m="http://schemas.openxmlformats.org/officeDocument/2006/math">
                      <m:r>
                        <a:rPr lang="en-IN" sz="13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3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IN" sz="13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r>
                        <a:rPr lang="en-IN" sz="1300" b="0" i="1" smtClean="0">
                          <a:latin typeface="Cambria Math" panose="02040503050406030204" pitchFamily="18" charset="0"/>
                        </a:rPr>
                        <m:t>..}</m:t>
                      </m:r>
                    </m:oMath>
                  </a14:m>
                  <a:endParaRPr lang="en-IN" sz="1300" b="0" i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endParaRPr lang="en-IN" sz="1300" b="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753095C-317A-442E-B52A-776638C8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460" y="1787893"/>
                  <a:ext cx="1379432" cy="1701556"/>
                </a:xfrm>
                <a:prstGeom prst="rect">
                  <a:avLst/>
                </a:prstGeom>
                <a:blipFill>
                  <a:blip r:embed="rId6"/>
                  <a:stretch>
                    <a:fillRect t="-358" r="-177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8223220-4BF4-4F67-86F6-95AB928F8D92}"/>
                </a:ext>
              </a:extLst>
            </p:cNvPr>
            <p:cNvGrpSpPr/>
            <p:nvPr/>
          </p:nvGrpSpPr>
          <p:grpSpPr>
            <a:xfrm>
              <a:off x="7867149" y="1757637"/>
              <a:ext cx="2414585" cy="1087889"/>
              <a:chOff x="373567" y="212595"/>
              <a:chExt cx="2414585" cy="898071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C6C17C7D-F913-4145-BCB2-E67C8949FCD6}"/>
                  </a:ext>
                </a:extLst>
              </p:cNvPr>
              <p:cNvSpPr/>
              <p:nvPr/>
            </p:nvSpPr>
            <p:spPr>
              <a:xfrm>
                <a:off x="394612" y="212595"/>
                <a:ext cx="2393540" cy="898071"/>
              </a:xfrm>
              <a:prstGeom prst="roundRect">
                <a:avLst>
                  <a:gd name="adj" fmla="val 809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AD7BB2A-44D5-4E02-89C0-EDF05E7688FD}"/>
                  </a:ext>
                </a:extLst>
              </p:cNvPr>
              <p:cNvSpPr txBox="1"/>
              <p:nvPr/>
            </p:nvSpPr>
            <p:spPr>
              <a:xfrm>
                <a:off x="373567" y="315378"/>
                <a:ext cx="2393540" cy="609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Analyse attack probability corresponding to each victim task in each schedule</a:t>
                </a: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2FEF683-4B2A-4A5F-9CD4-D9F4FF2992B0}"/>
                </a:ext>
              </a:extLst>
            </p:cNvPr>
            <p:cNvSpPr/>
            <p:nvPr/>
          </p:nvSpPr>
          <p:spPr>
            <a:xfrm>
              <a:off x="4235660" y="1684716"/>
              <a:ext cx="6536257" cy="1807114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1C4EC91-3C52-467E-9874-33A92817FA58}"/>
                </a:ext>
              </a:extLst>
            </p:cNvPr>
            <p:cNvSpPr/>
            <p:nvPr/>
          </p:nvSpPr>
          <p:spPr>
            <a:xfrm>
              <a:off x="4288832" y="3576279"/>
              <a:ext cx="1426568" cy="1500471"/>
            </a:xfrm>
            <a:prstGeom prst="roundRect">
              <a:avLst>
                <a:gd name="adj" fmla="val 881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09F928-3ACB-4DA6-AC71-261045DB00A3}"/>
                </a:ext>
              </a:extLst>
            </p:cNvPr>
            <p:cNvSpPr txBox="1"/>
            <p:nvPr/>
          </p:nvSpPr>
          <p:spPr>
            <a:xfrm rot="16200000">
              <a:off x="9918853" y="4076590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b="0" dirty="0"/>
                <a:t>Run Time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450197-7FBF-4473-ADB1-3BADC25EDC83}"/>
                </a:ext>
              </a:extLst>
            </p:cNvPr>
            <p:cNvSpPr txBox="1"/>
            <p:nvPr/>
          </p:nvSpPr>
          <p:spPr>
            <a:xfrm>
              <a:off x="4236575" y="3599434"/>
              <a:ext cx="14895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Change in Plant Residue Mean</a:t>
              </a:r>
            </a:p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&gt; Threshold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E072BF3-288B-46C0-9F77-0E81768FD839}"/>
                </a:ext>
              </a:extLst>
            </p:cNvPr>
            <p:cNvGrpSpPr/>
            <p:nvPr/>
          </p:nvGrpSpPr>
          <p:grpSpPr>
            <a:xfrm>
              <a:off x="8922018" y="3595719"/>
              <a:ext cx="1414253" cy="1406061"/>
              <a:chOff x="9016017" y="1396767"/>
              <a:chExt cx="656370" cy="1970311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BC09F5F-BDEA-48F8-A439-281BC59B360C}"/>
                  </a:ext>
                </a:extLst>
              </p:cNvPr>
              <p:cNvSpPr/>
              <p:nvPr/>
            </p:nvSpPr>
            <p:spPr>
              <a:xfrm>
                <a:off x="9016017" y="1396767"/>
                <a:ext cx="649465" cy="1970311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3DF7A7-22A1-4430-9D8C-EA9634D172E4}"/>
                  </a:ext>
                </a:extLst>
              </p:cNvPr>
              <p:cNvSpPr txBox="1"/>
              <p:nvPr/>
            </p:nvSpPr>
            <p:spPr>
              <a:xfrm>
                <a:off x="9022922" y="1420655"/>
                <a:ext cx="649465" cy="1940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Deploy Schedule Selection Algorithm after each hyperperiod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54A3B90-A5F1-43E1-AE3F-572B8B35EE12}"/>
                </a:ext>
              </a:extLst>
            </p:cNvPr>
            <p:cNvGrpSpPr/>
            <p:nvPr/>
          </p:nvGrpSpPr>
          <p:grpSpPr>
            <a:xfrm>
              <a:off x="4588304" y="4644079"/>
              <a:ext cx="885020" cy="329839"/>
              <a:chOff x="1159448" y="663869"/>
              <a:chExt cx="885020" cy="329839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FC1437D-2E76-4743-8523-D2F33092355C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D14FD2-CFEA-4903-8A10-8C5F362C95FD}"/>
                  </a:ext>
                </a:extLst>
              </p:cNvPr>
              <p:cNvSpPr txBox="1"/>
              <p:nvPr/>
            </p:nvSpPr>
            <p:spPr>
              <a:xfrm>
                <a:off x="1159448" y="663869"/>
                <a:ext cx="8850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Yes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4D4E57D-37E8-4CF0-9A1C-73FC53AE447B}"/>
                </a:ext>
              </a:extLst>
            </p:cNvPr>
            <p:cNvGrpSpPr/>
            <p:nvPr/>
          </p:nvGrpSpPr>
          <p:grpSpPr>
            <a:xfrm>
              <a:off x="5872031" y="3616337"/>
              <a:ext cx="2829906" cy="738664"/>
              <a:chOff x="-34459" y="577383"/>
              <a:chExt cx="1755056" cy="738664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E3E244A-99E7-40CE-A3B4-B3936934FB0D}"/>
                  </a:ext>
                </a:extLst>
              </p:cNvPr>
              <p:cNvSpPr/>
              <p:nvPr/>
            </p:nvSpPr>
            <p:spPr>
              <a:xfrm>
                <a:off x="-34459" y="619308"/>
                <a:ext cx="1755056" cy="674821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18DE4E-50D9-4DDF-8CAA-98A69EB165A1}"/>
                  </a:ext>
                </a:extLst>
              </p:cNvPr>
              <p:cNvSpPr txBox="1"/>
              <p:nvPr/>
            </p:nvSpPr>
            <p:spPr>
              <a:xfrm>
                <a:off x="13168" y="577383"/>
                <a:ext cx="163194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Select and execute schedules under critical schedule vulnerability Index</a:t>
                </a:r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645D2FD-35E9-4E41-ACE3-2B62A60CF9DE}"/>
                </a:ext>
              </a:extLst>
            </p:cNvPr>
            <p:cNvSpPr/>
            <p:nvPr/>
          </p:nvSpPr>
          <p:spPr>
            <a:xfrm>
              <a:off x="2251077" y="2539368"/>
              <a:ext cx="1821190" cy="306789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Task Criticality Level  </a:t>
              </a:r>
            </a:p>
            <a:p>
              <a:pPr algn="ctr"/>
              <a:r>
                <a:rPr lang="en-I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BC47C2C-4851-4A9C-9EF7-A9084F8A8D21}"/>
                </a:ext>
              </a:extLst>
            </p:cNvPr>
            <p:cNvGrpSpPr/>
            <p:nvPr/>
          </p:nvGrpSpPr>
          <p:grpSpPr>
            <a:xfrm>
              <a:off x="5787439" y="1757626"/>
              <a:ext cx="2115110" cy="695359"/>
              <a:chOff x="1780051" y="5320532"/>
              <a:chExt cx="1859471" cy="695359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36864C2D-1E1E-4E89-AD71-F227C030C34F}"/>
                  </a:ext>
                </a:extLst>
              </p:cNvPr>
              <p:cNvSpPr/>
              <p:nvPr/>
            </p:nvSpPr>
            <p:spPr>
              <a:xfrm>
                <a:off x="1780051" y="5320532"/>
                <a:ext cx="1754063" cy="690717"/>
              </a:xfrm>
              <a:prstGeom prst="roundRect">
                <a:avLst>
                  <a:gd name="adj" fmla="val 616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46DB15E-45FE-44B4-8073-412A9F6D88BF}"/>
                  </a:ext>
                </a:extLst>
              </p:cNvPr>
              <p:cNvSpPr/>
              <p:nvPr/>
            </p:nvSpPr>
            <p:spPr>
              <a:xfrm>
                <a:off x="1996904" y="5323394"/>
                <a:ext cx="1642618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Choose periodicities that obfuscate attacker’s analysis</a:t>
                </a:r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B525E7AC-6F03-4419-9ED0-7B8265A96C2E}"/>
                </a:ext>
              </a:extLst>
            </p:cNvPr>
            <p:cNvSpPr/>
            <p:nvPr/>
          </p:nvSpPr>
          <p:spPr>
            <a:xfrm>
              <a:off x="5575532" y="2020135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4D83CC2-87E8-48BE-99F9-6E678DDA8C2E}"/>
                </a:ext>
              </a:extLst>
            </p:cNvPr>
            <p:cNvGrpSpPr/>
            <p:nvPr/>
          </p:nvGrpSpPr>
          <p:grpSpPr>
            <a:xfrm>
              <a:off x="5706108" y="2570150"/>
              <a:ext cx="2129694" cy="886388"/>
              <a:chOff x="1376204" y="442904"/>
              <a:chExt cx="2129694" cy="88638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05A47427-6851-496A-89B7-1F50809FD5EF}"/>
                  </a:ext>
                </a:extLst>
              </p:cNvPr>
              <p:cNvSpPr/>
              <p:nvPr/>
            </p:nvSpPr>
            <p:spPr>
              <a:xfrm>
                <a:off x="1435119" y="444256"/>
                <a:ext cx="2033253" cy="885036"/>
              </a:xfrm>
              <a:prstGeom prst="roundRect">
                <a:avLst>
                  <a:gd name="adj" fmla="val 7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721239-71C7-413A-B58F-55AA74DCF932}"/>
                  </a:ext>
                </a:extLst>
              </p:cNvPr>
              <p:cNvSpPr txBox="1"/>
              <p:nvPr/>
            </p:nvSpPr>
            <p:spPr>
              <a:xfrm>
                <a:off x="1376204" y="442904"/>
                <a:ext cx="212969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300" b="0" dirty="0"/>
                  <a:t>Derive  all feasible schedules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4767DBAA-2AA3-40B6-B5FD-62CD4F621C95}"/>
                  </a:ext>
                </a:extLst>
              </p:cNvPr>
              <p:cNvGrpSpPr/>
              <p:nvPr/>
            </p:nvGrpSpPr>
            <p:grpSpPr>
              <a:xfrm>
                <a:off x="1747479" y="969244"/>
                <a:ext cx="1567532" cy="276271"/>
                <a:chOff x="7244294" y="5219392"/>
                <a:chExt cx="1829591" cy="435507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267ECB1-144E-425C-93B8-5183A0301F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6193978-2E34-43FC-9D06-4A4C170BD5B2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A2CEC4D1-1DCA-44B3-AADD-37402473F810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EC47BA8-56E2-4DDD-9E9B-07247EDAD4CC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0D95E75-869A-40A7-80CC-D2AD1225DDD1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34F8638-9E5A-4588-993B-0391F09DF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13CF5EF-5865-4AF0-AD82-23D64494744B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9B1E6E-6163-4FBF-95CE-E01BADC30682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BE596C7-1A84-467F-9003-718DD3F32C39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48CF53F-865C-4D9C-B858-CD0031016B42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9508B96-EE3C-4D71-B27D-1F437F30FF1B}"/>
                </a:ext>
              </a:extLst>
            </p:cNvPr>
            <p:cNvSpPr txBox="1"/>
            <p:nvPr/>
          </p:nvSpPr>
          <p:spPr>
            <a:xfrm>
              <a:off x="2251077" y="3860636"/>
              <a:ext cx="1749581" cy="359298"/>
            </a:xfrm>
            <a:prstGeom prst="roundRect">
              <a:avLst>
                <a:gd name="adj" fmla="val 25246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300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IN" sz="1400" dirty="0"/>
                <a:t>Detector Threshold</a:t>
              </a:r>
            </a:p>
          </p:txBody>
        </p: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00DF2DD-A192-4751-83C9-C663FC29CD6B}"/>
                </a:ext>
              </a:extLst>
            </p:cNvPr>
            <p:cNvSpPr/>
            <p:nvPr/>
          </p:nvSpPr>
          <p:spPr>
            <a:xfrm rot="5400000">
              <a:off x="6693597" y="2439642"/>
              <a:ext cx="198841" cy="18520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01E44695-005B-483B-AF8F-3F09429FC00F}"/>
                </a:ext>
              </a:extLst>
            </p:cNvPr>
            <p:cNvSpPr/>
            <p:nvPr/>
          </p:nvSpPr>
          <p:spPr>
            <a:xfrm>
              <a:off x="7704244" y="2600047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E767D7B-FE36-43E6-BD0A-A4B639436064}"/>
                </a:ext>
              </a:extLst>
            </p:cNvPr>
            <p:cNvGrpSpPr/>
            <p:nvPr/>
          </p:nvGrpSpPr>
          <p:grpSpPr>
            <a:xfrm>
              <a:off x="4572089" y="4284368"/>
              <a:ext cx="885020" cy="335874"/>
              <a:chOff x="1159448" y="657834"/>
              <a:chExt cx="885020" cy="335874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E5436BAD-2F9E-44D0-AD90-B87DA639AE75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8341137-1272-430D-A5A5-74537888D62C}"/>
                  </a:ext>
                </a:extLst>
              </p:cNvPr>
              <p:cNvSpPr txBox="1"/>
              <p:nvPr/>
            </p:nvSpPr>
            <p:spPr>
              <a:xfrm>
                <a:off x="1159448" y="657834"/>
                <a:ext cx="8850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No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CD5E4A3-550E-4496-B83C-290F004B862D}"/>
                </a:ext>
              </a:extLst>
            </p:cNvPr>
            <p:cNvGrpSpPr/>
            <p:nvPr/>
          </p:nvGrpSpPr>
          <p:grpSpPr>
            <a:xfrm>
              <a:off x="5803542" y="4401729"/>
              <a:ext cx="2950980" cy="541244"/>
              <a:chOff x="-69852" y="427519"/>
              <a:chExt cx="2950980" cy="541244"/>
            </a:xfrm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AC8B2FDF-93B4-462D-AA27-CE5D0B0F60A5}"/>
                  </a:ext>
                </a:extLst>
              </p:cNvPr>
              <p:cNvSpPr/>
              <p:nvPr/>
            </p:nvSpPr>
            <p:spPr>
              <a:xfrm>
                <a:off x="3603" y="427519"/>
                <a:ext cx="2824940" cy="541244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BED763F-1658-4DB3-A89C-1B7B0DA423FC}"/>
                  </a:ext>
                </a:extLst>
              </p:cNvPr>
              <p:cNvSpPr txBox="1"/>
              <p:nvPr/>
            </p:nvSpPr>
            <p:spPr>
              <a:xfrm>
                <a:off x="-69852" y="434758"/>
                <a:ext cx="29509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Select and execute schedules under critical attack probability of the task</a:t>
                </a:r>
              </a:p>
            </p:txBody>
          </p:sp>
        </p:grp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D04A52D5-F4E6-4035-A972-B1EA77142F3F}"/>
                </a:ext>
              </a:extLst>
            </p:cNvPr>
            <p:cNvSpPr/>
            <p:nvPr/>
          </p:nvSpPr>
          <p:spPr>
            <a:xfrm>
              <a:off x="4252287" y="3543764"/>
              <a:ext cx="6519630" cy="1561641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D6696BD2-5F97-448B-AE59-0A1243D04E2A}"/>
                </a:ext>
              </a:extLst>
            </p:cNvPr>
            <p:cNvSpPr/>
            <p:nvPr/>
          </p:nvSpPr>
          <p:spPr>
            <a:xfrm>
              <a:off x="4037418" y="2907639"/>
              <a:ext cx="379380" cy="17520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3F55C2D8-5D44-4F01-8BDB-315DA1BF32F9}"/>
                </a:ext>
              </a:extLst>
            </p:cNvPr>
            <p:cNvSpPr/>
            <p:nvPr/>
          </p:nvSpPr>
          <p:spPr>
            <a:xfrm>
              <a:off x="4045947" y="3869013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5" name="Arrow: Right 84">
              <a:extLst>
                <a:ext uri="{FF2B5EF4-FFF2-40B4-BE49-F238E27FC236}">
                  <a16:creationId xmlns:a16="http://schemas.microsoft.com/office/drawing/2014/main" id="{09B81835-2C75-423B-9BAE-68D83A7E4056}"/>
                </a:ext>
              </a:extLst>
            </p:cNvPr>
            <p:cNvSpPr/>
            <p:nvPr/>
          </p:nvSpPr>
          <p:spPr>
            <a:xfrm rot="5400000">
              <a:off x="8411006" y="3364740"/>
              <a:ext cx="258022" cy="329022"/>
            </a:xfrm>
            <a:prstGeom prst="rightArrow">
              <a:avLst>
                <a:gd name="adj1" fmla="val 50000"/>
                <a:gd name="adj2" fmla="val 53982"/>
              </a:avLst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B517B9E6-8592-4961-8C11-31A316C3328F}"/>
                </a:ext>
              </a:extLst>
            </p:cNvPr>
            <p:cNvSpPr/>
            <p:nvPr/>
          </p:nvSpPr>
          <p:spPr>
            <a:xfrm>
              <a:off x="8737467" y="4170771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39157191-89F6-499F-9CE8-E4D3C8802C17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 flipV="1">
              <a:off x="5193982" y="4694858"/>
              <a:ext cx="609560" cy="51936"/>
            </a:xfrm>
            <a:prstGeom prst="bentConnector3">
              <a:avLst/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DEF0A971-0784-4B66-AB54-65D3203F48F8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5284076" y="3985669"/>
              <a:ext cx="664750" cy="491375"/>
            </a:xfrm>
            <a:prstGeom prst="bentConnector3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825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8CF7C21-6852-4920-88E9-937251782D73}"/>
              </a:ext>
            </a:extLst>
          </p:cNvPr>
          <p:cNvSpPr/>
          <p:nvPr/>
        </p:nvSpPr>
        <p:spPr>
          <a:xfrm>
            <a:off x="1665459" y="331897"/>
            <a:ext cx="5565917" cy="2274495"/>
          </a:xfrm>
          <a:prstGeom prst="roundRect">
            <a:avLst>
              <a:gd name="adj" fmla="val 55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868C80-0AC3-4A0A-94D7-D003EAD4E990}"/>
              </a:ext>
            </a:extLst>
          </p:cNvPr>
          <p:cNvSpPr/>
          <p:nvPr/>
        </p:nvSpPr>
        <p:spPr>
          <a:xfrm>
            <a:off x="1665458" y="2678153"/>
            <a:ext cx="5565911" cy="2394888"/>
          </a:xfrm>
          <a:prstGeom prst="roundRect">
            <a:avLst>
              <a:gd name="adj" fmla="val 47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25B5BA-E9B3-428D-AB29-E38585C565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216092"/>
                  </p:ext>
                </p:extLst>
              </p:nvPr>
            </p:nvGraphicFramePr>
            <p:xfrm>
              <a:off x="4055440" y="755375"/>
              <a:ext cx="3046046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227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Task ID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WCET 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Array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[N]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1336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3, 6, 7, 8, 12, . . .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1336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[1, 6, 12, 17, 19, 22,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2227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5, 9, 11, 13, 14  . . . . 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25B5BA-E9B3-428D-AB29-E38585C565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216092"/>
                  </p:ext>
                </p:extLst>
              </p:nvPr>
            </p:nvGraphicFramePr>
            <p:xfrm>
              <a:off x="4055440" y="755375"/>
              <a:ext cx="3046046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Task ID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WCET 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831" t="-1333" r="-1017" b="-1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7" t="-165217" r="-446739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301" t="-165217" r="-263717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3, 6, 7, 8, 12, . . .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7" t="-271111" r="-446739" b="-1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301" t="-271111" r="-263717" b="-1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[1, 6, 12, 17, 19, 22,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7" t="-371111" r="-446739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301" t="-371111" r="-263717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5, 9, 11, 13, 14  . . . . 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943C739-227E-4C4A-BE9F-2E9F7955DE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333777"/>
                  </p:ext>
                </p:extLst>
              </p:nvPr>
            </p:nvGraphicFramePr>
            <p:xfrm>
              <a:off x="4892757" y="5842000"/>
              <a:ext cx="3585926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1154">
                      <a:extLst>
                        <a:ext uri="{9D8B030D-6E8A-4147-A177-3AD203B41FA5}">
                          <a16:colId xmlns:a16="http://schemas.microsoft.com/office/drawing/2014/main" val="4077319343"/>
                        </a:ext>
                      </a:extLst>
                    </a:gridCol>
                    <a:gridCol w="688063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246709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12646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943C739-227E-4C4A-BE9F-2E9F7955DE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333777"/>
                  </p:ext>
                </p:extLst>
              </p:nvPr>
            </p:nvGraphicFramePr>
            <p:xfrm>
              <a:off x="4892757" y="5842000"/>
              <a:ext cx="3585926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1154">
                      <a:extLst>
                        <a:ext uri="{9D8B030D-6E8A-4147-A177-3AD203B41FA5}">
                          <a16:colId xmlns:a16="http://schemas.microsoft.com/office/drawing/2014/main" val="4077319343"/>
                        </a:ext>
                      </a:extLst>
                    </a:gridCol>
                    <a:gridCol w="688063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246709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35" t="-1639" r="-45233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5575" t="-1639" r="-3283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8B2D0C-F5FF-4F2B-9BA9-6D141A62089D}"/>
              </a:ext>
            </a:extLst>
          </p:cNvPr>
          <p:cNvCxnSpPr>
            <a:cxnSpLocks/>
          </p:cNvCxnSpPr>
          <p:nvPr/>
        </p:nvCxnSpPr>
        <p:spPr>
          <a:xfrm flipH="1">
            <a:off x="3411294" y="3755153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03CCBA3-FEB1-4FFD-957F-0260F1388E0E}"/>
              </a:ext>
            </a:extLst>
          </p:cNvPr>
          <p:cNvSpPr/>
          <p:nvPr/>
        </p:nvSpPr>
        <p:spPr>
          <a:xfrm>
            <a:off x="2776147" y="4652092"/>
            <a:ext cx="42332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Increasing schedule vulnerability index 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506840-D009-40EE-8E49-17812434D637}"/>
              </a:ext>
            </a:extLst>
          </p:cNvPr>
          <p:cNvCxnSpPr>
            <a:cxnSpLocks/>
          </p:cNvCxnSpPr>
          <p:nvPr/>
        </p:nvCxnSpPr>
        <p:spPr>
          <a:xfrm flipH="1">
            <a:off x="7098526" y="1937984"/>
            <a:ext cx="1" cy="48924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503FD-CA06-4F30-A55F-D70BCC05A216}"/>
              </a:ext>
            </a:extLst>
          </p:cNvPr>
          <p:cNvSpPr/>
          <p:nvPr/>
        </p:nvSpPr>
        <p:spPr>
          <a:xfrm>
            <a:off x="4987921" y="306234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656DD-23D5-487E-94C3-F8C0EA976B86}"/>
              </a:ext>
            </a:extLst>
          </p:cNvPr>
          <p:cNvSpPr/>
          <p:nvPr/>
        </p:nvSpPr>
        <p:spPr>
          <a:xfrm>
            <a:off x="2095570" y="3826258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D740D8-512B-4815-9A56-72152A4E627C}"/>
              </a:ext>
            </a:extLst>
          </p:cNvPr>
          <p:cNvSpPr/>
          <p:nvPr/>
        </p:nvSpPr>
        <p:spPr>
          <a:xfrm>
            <a:off x="4374226" y="6333505"/>
            <a:ext cx="2332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5, 3,  .  .  .  .  .  .  .  .  ]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8AEEC54-0EA8-48ED-BA06-BEA811646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525115"/>
              </p:ext>
            </p:extLst>
          </p:nvPr>
        </p:nvGraphicFramePr>
        <p:xfrm>
          <a:off x="7883082" y="2952011"/>
          <a:ext cx="1697728" cy="356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5510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88475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633743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  <a:tr h="19788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87815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464003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94560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366667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97611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73561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1678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163212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5189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66DFFF1-A8AB-4A33-969A-11DBB37787CE}"/>
              </a:ext>
            </a:extLst>
          </p:cNvPr>
          <p:cNvSpPr txBox="1"/>
          <p:nvPr/>
        </p:nvSpPr>
        <p:spPr>
          <a:xfrm>
            <a:off x="4833274" y="391143"/>
            <a:ext cx="1459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Look Up Table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E2E11-69DD-439A-8687-88752C00489B}"/>
              </a:ext>
            </a:extLst>
          </p:cNvPr>
          <p:cNvSpPr/>
          <p:nvPr/>
        </p:nvSpPr>
        <p:spPr>
          <a:xfrm>
            <a:off x="4633824" y="1898680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05B4B8F-FFCD-4D92-AD8B-64C775C35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64015"/>
              </p:ext>
            </p:extLst>
          </p:nvPr>
        </p:nvGraphicFramePr>
        <p:xfrm>
          <a:off x="1884494" y="3132772"/>
          <a:ext cx="152998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527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329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1124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8D94769-83DB-4722-95F1-2809EA584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743580"/>
              </p:ext>
            </p:extLst>
          </p:nvPr>
        </p:nvGraphicFramePr>
        <p:xfrm>
          <a:off x="1884982" y="4230052"/>
          <a:ext cx="1529491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160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0942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75CFE3-7B06-47A4-8143-750E70AFB49F}"/>
              </a:ext>
            </a:extLst>
          </p:cNvPr>
          <p:cNvCxnSpPr>
            <a:cxnSpLocks/>
          </p:cNvCxnSpPr>
          <p:nvPr/>
        </p:nvCxnSpPr>
        <p:spPr>
          <a:xfrm flipH="1">
            <a:off x="1884005" y="3829712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0B4CCDB-6900-47C4-8354-EE90013EDECC}"/>
              </a:ext>
            </a:extLst>
          </p:cNvPr>
          <p:cNvSpPr txBox="1"/>
          <p:nvPr/>
        </p:nvSpPr>
        <p:spPr>
          <a:xfrm>
            <a:off x="2058652" y="2791814"/>
            <a:ext cx="1253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Schedule S[0]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D49EBF-3FF3-4EF5-BD30-78094C3338A1}"/>
              </a:ext>
            </a:extLst>
          </p:cNvPr>
          <p:cNvCxnSpPr>
            <a:cxnSpLocks/>
          </p:cNvCxnSpPr>
          <p:nvPr/>
        </p:nvCxnSpPr>
        <p:spPr>
          <a:xfrm flipH="1">
            <a:off x="4987921" y="3753504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D23A2AA-51F0-4211-B44C-22D680374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6791"/>
              </p:ext>
            </p:extLst>
          </p:nvPr>
        </p:nvGraphicFramePr>
        <p:xfrm>
          <a:off x="3461121" y="3131123"/>
          <a:ext cx="152998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527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329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1124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7AB90E1-EB1E-4C2B-99B1-E59D9BB4A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02408"/>
              </p:ext>
            </p:extLst>
          </p:nvPr>
        </p:nvGraphicFramePr>
        <p:xfrm>
          <a:off x="3461609" y="4228403"/>
          <a:ext cx="1529491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160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0942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D4F1FB-486B-49B8-957E-5BEF8FAA8C75}"/>
              </a:ext>
            </a:extLst>
          </p:cNvPr>
          <p:cNvCxnSpPr>
            <a:cxnSpLocks/>
          </p:cNvCxnSpPr>
          <p:nvPr/>
        </p:nvCxnSpPr>
        <p:spPr>
          <a:xfrm flipH="1">
            <a:off x="3460632" y="3828063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2548E4F-A59D-48FA-901C-FCE5F03EB35C}"/>
              </a:ext>
            </a:extLst>
          </p:cNvPr>
          <p:cNvSpPr txBox="1"/>
          <p:nvPr/>
        </p:nvSpPr>
        <p:spPr>
          <a:xfrm>
            <a:off x="3626931" y="2788319"/>
            <a:ext cx="1253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Schedule S[1]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B6F3E3-CD50-46ED-BAAE-E2340910CD67}"/>
              </a:ext>
            </a:extLst>
          </p:cNvPr>
          <p:cNvCxnSpPr>
            <a:cxnSpLocks/>
          </p:cNvCxnSpPr>
          <p:nvPr/>
        </p:nvCxnSpPr>
        <p:spPr>
          <a:xfrm flipH="1">
            <a:off x="6954147" y="3754340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9FE866C-E762-4FBC-8651-24BD3642E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281768"/>
              </p:ext>
            </p:extLst>
          </p:nvPr>
        </p:nvGraphicFramePr>
        <p:xfrm>
          <a:off x="5427347" y="3131959"/>
          <a:ext cx="152998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527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329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1124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5199246-F38B-488A-80FB-A75E9CFB8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736216"/>
              </p:ext>
            </p:extLst>
          </p:nvPr>
        </p:nvGraphicFramePr>
        <p:xfrm>
          <a:off x="5427835" y="4229239"/>
          <a:ext cx="1529491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160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0942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87E2D0-5886-41A4-9A7C-25628E47903B}"/>
              </a:ext>
            </a:extLst>
          </p:cNvPr>
          <p:cNvCxnSpPr>
            <a:cxnSpLocks/>
          </p:cNvCxnSpPr>
          <p:nvPr/>
        </p:nvCxnSpPr>
        <p:spPr>
          <a:xfrm flipH="1">
            <a:off x="5426858" y="3828899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1868675-E7D2-4429-97E2-735FC457C94C}"/>
              </a:ext>
            </a:extLst>
          </p:cNvPr>
          <p:cNvSpPr txBox="1"/>
          <p:nvPr/>
        </p:nvSpPr>
        <p:spPr>
          <a:xfrm>
            <a:off x="5410400" y="2793771"/>
            <a:ext cx="166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Schedule S[N-1]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8EA4D3-AB6A-47E6-882B-CABFC2C6767A}"/>
              </a:ext>
            </a:extLst>
          </p:cNvPr>
          <p:cNvSpPr/>
          <p:nvPr/>
        </p:nvSpPr>
        <p:spPr>
          <a:xfrm>
            <a:off x="4999885" y="33300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594829-0336-4F6C-869F-20A52478B3BC}"/>
              </a:ext>
            </a:extLst>
          </p:cNvPr>
          <p:cNvSpPr/>
          <p:nvPr/>
        </p:nvSpPr>
        <p:spPr>
          <a:xfrm>
            <a:off x="5007913" y="364708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10E317-D463-4553-8B76-96F77BC38D88}"/>
              </a:ext>
            </a:extLst>
          </p:cNvPr>
          <p:cNvSpPr/>
          <p:nvPr/>
        </p:nvSpPr>
        <p:spPr>
          <a:xfrm>
            <a:off x="4986692" y="416588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B5DA6E-D852-405D-9541-9953B7B0EE93}"/>
              </a:ext>
            </a:extLst>
          </p:cNvPr>
          <p:cNvSpPr/>
          <p:nvPr/>
        </p:nvSpPr>
        <p:spPr>
          <a:xfrm>
            <a:off x="3645128" y="3826258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576413-66FD-4E15-B9D1-A9A1084C3CE9}"/>
              </a:ext>
            </a:extLst>
          </p:cNvPr>
          <p:cNvSpPr/>
          <p:nvPr/>
        </p:nvSpPr>
        <p:spPr>
          <a:xfrm>
            <a:off x="5639441" y="3845284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1A6443-C0FA-4917-84D7-993E112E5D9F}"/>
              </a:ext>
            </a:extLst>
          </p:cNvPr>
          <p:cNvCxnSpPr>
            <a:cxnSpLocks/>
          </p:cNvCxnSpPr>
          <p:nvPr/>
        </p:nvCxnSpPr>
        <p:spPr>
          <a:xfrm>
            <a:off x="2011701" y="4626806"/>
            <a:ext cx="481588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03F32AA3-384E-4ADE-94B2-A617C54210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7356774"/>
                  </p:ext>
                </p:extLst>
              </p:nvPr>
            </p:nvGraphicFramePr>
            <p:xfrm>
              <a:off x="4052481" y="2252848"/>
              <a:ext cx="3046046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227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6, 15, 17, 30, 43  . . . . 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03F32AA3-384E-4ADE-94B2-A617C54210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7356774"/>
                  </p:ext>
                </p:extLst>
              </p:nvPr>
            </p:nvGraphicFramePr>
            <p:xfrm>
              <a:off x="4052481" y="2252848"/>
              <a:ext cx="3046046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75" r="-440860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3929" r="-266071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6, 15, 17, 30, 43  . . . . 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84E7E7A-5053-488E-8BE9-79582CBC0CF8}"/>
              </a:ext>
            </a:extLst>
          </p:cNvPr>
          <p:cNvCxnSpPr>
            <a:cxnSpLocks/>
          </p:cNvCxnSpPr>
          <p:nvPr/>
        </p:nvCxnSpPr>
        <p:spPr>
          <a:xfrm flipH="1">
            <a:off x="4056014" y="1887145"/>
            <a:ext cx="1" cy="48924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Table 54">
                <a:extLst>
                  <a:ext uri="{FF2B5EF4-FFF2-40B4-BE49-F238E27FC236}">
                    <a16:creationId xmlns:a16="http://schemas.microsoft.com/office/drawing/2014/main" id="{0AE3429F-E7F0-4325-BEA0-410E4B28B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55694"/>
                  </p:ext>
                </p:extLst>
              </p:nvPr>
            </p:nvGraphicFramePr>
            <p:xfrm>
              <a:off x="2125316" y="485964"/>
              <a:ext cx="1772162" cy="10977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6081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886081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81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Array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258251"/>
                      </a:ext>
                    </a:extLst>
                  </a:tr>
                  <a:tr h="1961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Index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IN" sz="12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197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S[0]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S[1]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435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Table 54">
                <a:extLst>
                  <a:ext uri="{FF2B5EF4-FFF2-40B4-BE49-F238E27FC236}">
                    <a16:creationId xmlns:a16="http://schemas.microsoft.com/office/drawing/2014/main" id="{0AE3429F-E7F0-4325-BEA0-410E4B28B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55694"/>
                  </p:ext>
                </p:extLst>
              </p:nvPr>
            </p:nvGraphicFramePr>
            <p:xfrm>
              <a:off x="2125316" y="485964"/>
              <a:ext cx="1772162" cy="10977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6081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886081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81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Array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25825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85" t="-100000" r="-101370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197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S[0]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S[1]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435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ED8EEEB2-C90D-4588-A0A6-7FB719C906D9}"/>
              </a:ext>
            </a:extLst>
          </p:cNvPr>
          <p:cNvSpPr/>
          <p:nvPr/>
        </p:nvSpPr>
        <p:spPr>
          <a:xfrm>
            <a:off x="2126744" y="1443666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BAAC458-356E-4A23-81A3-8876B9D3B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52574"/>
              </p:ext>
            </p:extLst>
          </p:nvPr>
        </p:nvGraphicFramePr>
        <p:xfrm>
          <a:off x="2127672" y="2222367"/>
          <a:ext cx="1766388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194">
                  <a:extLst>
                    <a:ext uri="{9D8B030D-6E8A-4147-A177-3AD203B41FA5}">
                      <a16:colId xmlns:a16="http://schemas.microsoft.com/office/drawing/2014/main" val="3514931863"/>
                    </a:ext>
                  </a:extLst>
                </a:gridCol>
                <a:gridCol w="883194">
                  <a:extLst>
                    <a:ext uri="{9D8B030D-6E8A-4147-A177-3AD203B41FA5}">
                      <a16:colId xmlns:a16="http://schemas.microsoft.com/office/drawing/2014/main" val="2441393797"/>
                    </a:ext>
                  </a:extLst>
                </a:gridCol>
              </a:tblGrid>
              <a:tr h="14639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0940775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6D8F89A3-8FA3-404C-BC29-21B859115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45387"/>
              </p:ext>
            </p:extLst>
          </p:nvPr>
        </p:nvGraphicFramePr>
        <p:xfrm>
          <a:off x="2126569" y="1802339"/>
          <a:ext cx="17626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310">
                  <a:extLst>
                    <a:ext uri="{9D8B030D-6E8A-4147-A177-3AD203B41FA5}">
                      <a16:colId xmlns:a16="http://schemas.microsoft.com/office/drawing/2014/main" val="3514931863"/>
                    </a:ext>
                  </a:extLst>
                </a:gridCol>
                <a:gridCol w="881310">
                  <a:extLst>
                    <a:ext uri="{9D8B030D-6E8A-4147-A177-3AD203B41FA5}">
                      <a16:colId xmlns:a16="http://schemas.microsoft.com/office/drawing/2014/main" val="2441393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S[K]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940775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B8ED3BED-CF88-4E0F-BBEA-46DF26F6FB31}"/>
              </a:ext>
            </a:extLst>
          </p:cNvPr>
          <p:cNvSpPr/>
          <p:nvPr/>
        </p:nvSpPr>
        <p:spPr>
          <a:xfrm>
            <a:off x="2144613" y="1918532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59BB9F-A199-47EA-A18D-581E72C1F22F}"/>
              </a:ext>
            </a:extLst>
          </p:cNvPr>
          <p:cNvCxnSpPr>
            <a:cxnSpLocks/>
          </p:cNvCxnSpPr>
          <p:nvPr/>
        </p:nvCxnSpPr>
        <p:spPr>
          <a:xfrm flipH="1">
            <a:off x="2123303" y="1576889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3F1201-958F-40E0-9AD8-4FFBB3EE51C0}"/>
              </a:ext>
            </a:extLst>
          </p:cNvPr>
          <p:cNvCxnSpPr>
            <a:cxnSpLocks/>
          </p:cNvCxnSpPr>
          <p:nvPr/>
        </p:nvCxnSpPr>
        <p:spPr>
          <a:xfrm flipH="1">
            <a:off x="3894037" y="1508391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933BCE3A-DF13-481F-A1DC-422F48C5F66F}"/>
              </a:ext>
            </a:extLst>
          </p:cNvPr>
          <p:cNvCxnSpPr>
            <a:cxnSpLocks/>
            <a:endCxn id="24" idx="1"/>
          </p:cNvCxnSpPr>
          <p:nvPr/>
        </p:nvCxnSpPr>
        <p:spPr>
          <a:xfrm rot="5400000">
            <a:off x="1163438" y="2034783"/>
            <a:ext cx="1806135" cy="15705"/>
          </a:xfrm>
          <a:prstGeom prst="bentConnector4">
            <a:avLst>
              <a:gd name="adj1" fmla="val 305"/>
              <a:gd name="adj2" fmla="val 1555587"/>
            </a:avLst>
          </a:prstGeom>
          <a:ln w="28575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93AE183C-F8FF-4A38-92ED-24E134E52ECE}"/>
              </a:ext>
            </a:extLst>
          </p:cNvPr>
          <p:cNvCxnSpPr>
            <a:cxnSpLocks/>
          </p:cNvCxnSpPr>
          <p:nvPr/>
        </p:nvCxnSpPr>
        <p:spPr>
          <a:xfrm rot="10800000">
            <a:off x="2103271" y="1409205"/>
            <a:ext cx="1541859" cy="1456299"/>
          </a:xfrm>
          <a:prstGeom prst="bentConnector3">
            <a:avLst>
              <a:gd name="adj1" fmla="val 110065"/>
            </a:avLst>
          </a:prstGeom>
          <a:ln w="28575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254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B7AC76A-2231-453F-A429-9CDF3C66F890}"/>
              </a:ext>
            </a:extLst>
          </p:cNvPr>
          <p:cNvGrpSpPr/>
          <p:nvPr/>
        </p:nvGrpSpPr>
        <p:grpSpPr>
          <a:xfrm>
            <a:off x="1855699" y="2263991"/>
            <a:ext cx="6351780" cy="542941"/>
            <a:chOff x="1426918" y="3110329"/>
            <a:chExt cx="3420938" cy="639424"/>
          </a:xfrm>
        </p:grpSpPr>
        <p:sp>
          <p:nvSpPr>
            <p:cNvPr id="109" name="Left-Right Arrow 3">
              <a:extLst>
                <a:ext uri="{FF2B5EF4-FFF2-40B4-BE49-F238E27FC236}">
                  <a16:creationId xmlns:a16="http://schemas.microsoft.com/office/drawing/2014/main" id="{E3CEEB4F-546C-4636-9750-BDF9C3906757}"/>
                </a:ext>
              </a:extLst>
            </p:cNvPr>
            <p:cNvSpPr/>
            <p:nvPr/>
          </p:nvSpPr>
          <p:spPr>
            <a:xfrm>
              <a:off x="1426918" y="3110329"/>
              <a:ext cx="3420938" cy="639424"/>
            </a:xfrm>
            <a:prstGeom prst="leftRightArrow">
              <a:avLst>
                <a:gd name="adj1" fmla="val 50000"/>
                <a:gd name="adj2" fmla="val 5304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9A7B038-B007-43EF-A49A-80BB7CEFFD6B}"/>
                </a:ext>
              </a:extLst>
            </p:cNvPr>
            <p:cNvGrpSpPr/>
            <p:nvPr/>
          </p:nvGrpSpPr>
          <p:grpSpPr>
            <a:xfrm>
              <a:off x="1627938" y="3334857"/>
              <a:ext cx="2303100" cy="191132"/>
              <a:chOff x="2054599" y="3339121"/>
              <a:chExt cx="2303100" cy="191132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46295AC-4159-4366-85DE-2D8CACC32A30}"/>
                  </a:ext>
                </a:extLst>
              </p:cNvPr>
              <p:cNvSpPr/>
              <p:nvPr/>
            </p:nvSpPr>
            <p:spPr>
              <a:xfrm>
                <a:off x="2054599" y="3349857"/>
                <a:ext cx="210244" cy="17734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01B8CE11-50EE-48B9-8D54-D85BA002619C}"/>
                  </a:ext>
                </a:extLst>
              </p:cNvPr>
              <p:cNvSpPr/>
              <p:nvPr/>
            </p:nvSpPr>
            <p:spPr>
              <a:xfrm>
                <a:off x="2340343" y="3339121"/>
                <a:ext cx="223086" cy="1749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9CA9988-2481-431A-970C-D1839F775B85}"/>
                  </a:ext>
                </a:extLst>
              </p:cNvPr>
              <p:cNvSpPr/>
              <p:nvPr/>
            </p:nvSpPr>
            <p:spPr>
              <a:xfrm>
                <a:off x="3072889" y="3361978"/>
                <a:ext cx="189887" cy="16402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C006942D-8356-4885-9050-ADDD80A5AD13}"/>
                  </a:ext>
                </a:extLst>
              </p:cNvPr>
              <p:cNvSpPr/>
              <p:nvPr/>
            </p:nvSpPr>
            <p:spPr>
              <a:xfrm>
                <a:off x="4170809" y="3353955"/>
                <a:ext cx="186890" cy="17577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53FACE7-4705-4292-9441-7C32E99A0FE4}"/>
                  </a:ext>
                </a:extLst>
              </p:cNvPr>
              <p:cNvSpPr/>
              <p:nvPr/>
            </p:nvSpPr>
            <p:spPr>
              <a:xfrm>
                <a:off x="2866943" y="3358661"/>
                <a:ext cx="138369" cy="17052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23E490A4-3C64-4AEE-BA09-EF772C8E955A}"/>
                  </a:ext>
                </a:extLst>
              </p:cNvPr>
              <p:cNvSpPr/>
              <p:nvPr/>
            </p:nvSpPr>
            <p:spPr>
              <a:xfrm>
                <a:off x="2619901" y="3354089"/>
                <a:ext cx="182236" cy="1761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FA922D4E-9CDF-43F3-B5FD-DC89F1331D9D}"/>
              </a:ext>
            </a:extLst>
          </p:cNvPr>
          <p:cNvSpPr txBox="1"/>
          <p:nvPr/>
        </p:nvSpPr>
        <p:spPr>
          <a:xfrm>
            <a:off x="4430682" y="2391433"/>
            <a:ext cx="212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Communication Channel</a:t>
            </a:r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A5616CC-78F0-4CA4-9431-E4190E5E0EEC}"/>
              </a:ext>
            </a:extLst>
          </p:cNvPr>
          <p:cNvGrpSpPr/>
          <p:nvPr/>
        </p:nvGrpSpPr>
        <p:grpSpPr>
          <a:xfrm>
            <a:off x="2739892" y="973020"/>
            <a:ext cx="1669489" cy="1139970"/>
            <a:chOff x="2529871" y="304034"/>
            <a:chExt cx="1669489" cy="1139970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CC2A6FA-3E9C-4571-9F4B-1307EBA1F39C}"/>
                </a:ext>
              </a:extLst>
            </p:cNvPr>
            <p:cNvGrpSpPr/>
            <p:nvPr/>
          </p:nvGrpSpPr>
          <p:grpSpPr>
            <a:xfrm>
              <a:off x="2814447" y="328961"/>
              <a:ext cx="1384913" cy="767444"/>
              <a:chOff x="2465461" y="672748"/>
              <a:chExt cx="1384913" cy="767444"/>
            </a:xfrm>
          </p:grpSpPr>
          <p:sp>
            <p:nvSpPr>
              <p:cNvPr id="191" name="Rectangle: Rounded Corners 190">
                <a:extLst>
                  <a:ext uri="{FF2B5EF4-FFF2-40B4-BE49-F238E27FC236}">
                    <a16:creationId xmlns:a16="http://schemas.microsoft.com/office/drawing/2014/main" id="{4A4B58FC-A5D6-4060-A141-B15FBA75891E}"/>
                  </a:ext>
                </a:extLst>
              </p:cNvPr>
              <p:cNvSpPr/>
              <p:nvPr/>
            </p:nvSpPr>
            <p:spPr>
              <a:xfrm>
                <a:off x="2533473" y="672748"/>
                <a:ext cx="1237721" cy="767444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99F912DF-3FE9-4070-A730-CAC470022D67}"/>
                  </a:ext>
                </a:extLst>
              </p:cNvPr>
              <p:cNvSpPr txBox="1"/>
              <p:nvPr/>
            </p:nvSpPr>
            <p:spPr>
              <a:xfrm>
                <a:off x="2465461" y="700097"/>
                <a:ext cx="13849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Physical Plant</a:t>
                </a:r>
              </a:p>
            </p:txBody>
          </p:sp>
        </p:grpSp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F2D42FC1-0C66-4E92-A424-ABE1316A76F5}"/>
                </a:ext>
              </a:extLst>
            </p:cNvPr>
            <p:cNvSpPr/>
            <p:nvPr/>
          </p:nvSpPr>
          <p:spPr>
            <a:xfrm rot="16200000">
              <a:off x="2269750" y="564155"/>
              <a:ext cx="860253" cy="34001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Sensor</a:t>
              </a:r>
            </a:p>
          </p:txBody>
        </p: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C81489AA-D765-4B15-A0B5-9BB92A8EEB5C}"/>
                </a:ext>
              </a:extLst>
            </p:cNvPr>
            <p:cNvSpPr/>
            <p:nvPr/>
          </p:nvSpPr>
          <p:spPr>
            <a:xfrm>
              <a:off x="2983281" y="1103992"/>
              <a:ext cx="1014420" cy="34001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Actuator</a:t>
              </a:r>
            </a:p>
          </p:txBody>
        </p:sp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5014F342-4BEC-4BB3-851C-BE2A1B5811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093" b="32092"/>
            <a:stretch/>
          </p:blipFill>
          <p:spPr>
            <a:xfrm>
              <a:off x="2955841" y="618606"/>
              <a:ext cx="1144458" cy="409885"/>
            </a:xfrm>
            <a:prstGeom prst="rect">
              <a:avLst/>
            </a:prstGeom>
          </p:spPr>
        </p:pic>
      </p:grp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237E87F-0C7E-4469-A1FB-7894675FE1E7}"/>
              </a:ext>
            </a:extLst>
          </p:cNvPr>
          <p:cNvCxnSpPr>
            <a:cxnSpLocks/>
            <a:stCxn id="121" idx="0"/>
          </p:cNvCxnSpPr>
          <p:nvPr/>
        </p:nvCxnSpPr>
        <p:spPr>
          <a:xfrm flipV="1">
            <a:off x="3865706" y="2104644"/>
            <a:ext cx="0" cy="3665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702EC079-CDC6-4811-9CE8-8F6C242AD3FA}"/>
              </a:ext>
            </a:extLst>
          </p:cNvPr>
          <p:cNvCxnSpPr>
            <a:stCxn id="192" idx="0"/>
          </p:cNvCxnSpPr>
          <p:nvPr/>
        </p:nvCxnSpPr>
        <p:spPr>
          <a:xfrm rot="10800000" flipV="1">
            <a:off x="2431078" y="1403146"/>
            <a:ext cx="308815" cy="106139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99B22213-7653-444A-99DA-0C7954559898}"/>
              </a:ext>
            </a:extLst>
          </p:cNvPr>
          <p:cNvSpPr/>
          <p:nvPr/>
        </p:nvSpPr>
        <p:spPr>
          <a:xfrm>
            <a:off x="2186918" y="2731355"/>
            <a:ext cx="4213882" cy="1363371"/>
          </a:xfrm>
          <a:prstGeom prst="roundRect">
            <a:avLst>
              <a:gd name="adj" fmla="val 5123"/>
            </a:avLst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A62F2FA3-AF9F-48FE-BE36-1B98C3156504}"/>
              </a:ext>
            </a:extLst>
          </p:cNvPr>
          <p:cNvGrpSpPr/>
          <p:nvPr/>
        </p:nvGrpSpPr>
        <p:grpSpPr>
          <a:xfrm>
            <a:off x="4437514" y="1025296"/>
            <a:ext cx="1384913" cy="968446"/>
            <a:chOff x="5978523" y="524088"/>
            <a:chExt cx="1384913" cy="968446"/>
          </a:xfrm>
        </p:grpSpPr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B93860DB-0B98-4A12-899F-F1BF24D341EB}"/>
                </a:ext>
              </a:extLst>
            </p:cNvPr>
            <p:cNvSpPr/>
            <p:nvPr/>
          </p:nvSpPr>
          <p:spPr>
            <a:xfrm>
              <a:off x="5978523" y="524088"/>
              <a:ext cx="1384913" cy="968445"/>
            </a:xfrm>
            <a:prstGeom prst="roundRect">
              <a:avLst>
                <a:gd name="adj" fmla="val 7138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D6A68B65-0879-4085-B51F-609EC3438AA7}"/>
                </a:ext>
              </a:extLst>
            </p:cNvPr>
            <p:cNvCxnSpPr>
              <a:cxnSpLocks/>
            </p:cNvCxnSpPr>
            <p:nvPr/>
          </p:nvCxnSpPr>
          <p:spPr>
            <a:xfrm>
              <a:off x="6071537" y="1280652"/>
              <a:ext cx="1078923" cy="19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69">
              <a:extLst>
                <a:ext uri="{FF2B5EF4-FFF2-40B4-BE49-F238E27FC236}">
                  <a16:creationId xmlns:a16="http://schemas.microsoft.com/office/drawing/2014/main" id="{6A4D6D00-B103-4575-83F5-8E9C0884C61D}"/>
                </a:ext>
              </a:extLst>
            </p:cNvPr>
            <p:cNvSpPr txBox="1"/>
            <p:nvPr/>
          </p:nvSpPr>
          <p:spPr>
            <a:xfrm>
              <a:off x="6552810" y="709930"/>
              <a:ext cx="755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b="1" dirty="0"/>
                <a:t>Residue Statistics</a:t>
              </a:r>
              <a:endParaRPr lang="en-IN" sz="1000" b="1" dirty="0"/>
            </a:p>
          </p:txBody>
        </p: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F617A4A-C127-435F-B54D-B65CC053E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2304" y="731030"/>
              <a:ext cx="1223610" cy="3805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ADBD9BC4-C4D7-42AB-A9A2-E033DFEE9246}"/>
                </a:ext>
              </a:extLst>
            </p:cNvPr>
            <p:cNvSpPr/>
            <p:nvPr/>
          </p:nvSpPr>
          <p:spPr>
            <a:xfrm>
              <a:off x="6036395" y="823774"/>
              <a:ext cx="1223610" cy="385929"/>
            </a:xfrm>
            <a:custGeom>
              <a:avLst/>
              <a:gdLst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51151 w 7529885"/>
                <a:gd name="connsiteY39" fmla="*/ 119269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09302 w 7529885"/>
                <a:gd name="connsiteY39" fmla="*/ 156128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7529885" h="357808">
                  <a:moveTo>
                    <a:pt x="0" y="357808"/>
                  </a:moveTo>
                  <a:cubicBezTo>
                    <a:pt x="169956" y="323818"/>
                    <a:pt x="-69582" y="369316"/>
                    <a:pt x="405516" y="341906"/>
                  </a:cubicBezTo>
                  <a:cubicBezTo>
                    <a:pt x="422251" y="340941"/>
                    <a:pt x="453224" y="326003"/>
                    <a:pt x="453224" y="326003"/>
                  </a:cubicBezTo>
                  <a:cubicBezTo>
                    <a:pt x="459691" y="306601"/>
                    <a:pt x="461663" y="293709"/>
                    <a:pt x="477078" y="278295"/>
                  </a:cubicBezTo>
                  <a:cubicBezTo>
                    <a:pt x="483835" y="271538"/>
                    <a:pt x="492981" y="267694"/>
                    <a:pt x="500932" y="262393"/>
                  </a:cubicBezTo>
                  <a:cubicBezTo>
                    <a:pt x="518279" y="210350"/>
                    <a:pt x="494186" y="261427"/>
                    <a:pt x="532737" y="230587"/>
                  </a:cubicBezTo>
                  <a:cubicBezTo>
                    <a:pt x="540199" y="224617"/>
                    <a:pt x="542522" y="214075"/>
                    <a:pt x="548640" y="206734"/>
                  </a:cubicBezTo>
                  <a:cubicBezTo>
                    <a:pt x="571549" y="179244"/>
                    <a:pt x="566948" y="184729"/>
                    <a:pt x="596348" y="174928"/>
                  </a:cubicBezTo>
                  <a:cubicBezTo>
                    <a:pt x="625503" y="177579"/>
                    <a:pt x="655727" y="174620"/>
                    <a:pt x="683812" y="182880"/>
                  </a:cubicBezTo>
                  <a:cubicBezTo>
                    <a:pt x="702148" y="188273"/>
                    <a:pt x="713388" y="208641"/>
                    <a:pt x="731520" y="214685"/>
                  </a:cubicBezTo>
                  <a:lnTo>
                    <a:pt x="779228" y="230587"/>
                  </a:lnTo>
                  <a:cubicBezTo>
                    <a:pt x="800431" y="227937"/>
                    <a:pt x="821760" y="226149"/>
                    <a:pt x="842838" y="222636"/>
                  </a:cubicBezTo>
                  <a:cubicBezTo>
                    <a:pt x="853617" y="220840"/>
                    <a:pt x="864136" y="217687"/>
                    <a:pt x="874643" y="214685"/>
                  </a:cubicBezTo>
                  <a:cubicBezTo>
                    <a:pt x="882702" y="212383"/>
                    <a:pt x="890125" y="207133"/>
                    <a:pt x="898497" y="206734"/>
                  </a:cubicBezTo>
                  <a:cubicBezTo>
                    <a:pt x="1001781" y="201816"/>
                    <a:pt x="1105231" y="201433"/>
                    <a:pt x="1208598" y="198782"/>
                  </a:cubicBezTo>
                  <a:lnTo>
                    <a:pt x="1256306" y="182880"/>
                  </a:lnTo>
                  <a:cubicBezTo>
                    <a:pt x="1264257" y="180230"/>
                    <a:pt x="1271843" y="175968"/>
                    <a:pt x="1280160" y="174928"/>
                  </a:cubicBezTo>
                  <a:lnTo>
                    <a:pt x="1343770" y="166977"/>
                  </a:lnTo>
                  <a:lnTo>
                    <a:pt x="1478942" y="174928"/>
                  </a:lnTo>
                  <a:cubicBezTo>
                    <a:pt x="1505506" y="176896"/>
                    <a:pt x="1531818" y="182880"/>
                    <a:pt x="1558455" y="182880"/>
                  </a:cubicBezTo>
                  <a:cubicBezTo>
                    <a:pt x="1630066" y="182880"/>
                    <a:pt x="1701579" y="177579"/>
                    <a:pt x="1773141" y="174928"/>
                  </a:cubicBezTo>
                  <a:cubicBezTo>
                    <a:pt x="1783743" y="172278"/>
                    <a:pt x="1796413" y="173804"/>
                    <a:pt x="1804946" y="166977"/>
                  </a:cubicBezTo>
                  <a:cubicBezTo>
                    <a:pt x="1811491" y="161741"/>
                    <a:pt x="1806970" y="149050"/>
                    <a:pt x="1812897" y="143123"/>
                  </a:cubicBezTo>
                  <a:cubicBezTo>
                    <a:pt x="1818824" y="137196"/>
                    <a:pt x="1828800" y="137822"/>
                    <a:pt x="1836751" y="135172"/>
                  </a:cubicBezTo>
                  <a:cubicBezTo>
                    <a:pt x="1858897" y="113026"/>
                    <a:pt x="1898955" y="66731"/>
                    <a:pt x="1932167" y="55659"/>
                  </a:cubicBezTo>
                  <a:cubicBezTo>
                    <a:pt x="1940118" y="53008"/>
                    <a:pt x="1948694" y="51777"/>
                    <a:pt x="1956021" y="47707"/>
                  </a:cubicBezTo>
                  <a:cubicBezTo>
                    <a:pt x="1972728" y="38425"/>
                    <a:pt x="1985596" y="21946"/>
                    <a:pt x="2003728" y="15902"/>
                  </a:cubicBezTo>
                  <a:lnTo>
                    <a:pt x="2051436" y="0"/>
                  </a:lnTo>
                  <a:cubicBezTo>
                    <a:pt x="2069757" y="3053"/>
                    <a:pt x="2103425" y="6115"/>
                    <a:pt x="2122998" y="15902"/>
                  </a:cubicBezTo>
                  <a:cubicBezTo>
                    <a:pt x="2184653" y="46730"/>
                    <a:pt x="2110749" y="19771"/>
                    <a:pt x="2170706" y="39756"/>
                  </a:cubicBezTo>
                  <a:cubicBezTo>
                    <a:pt x="2197210" y="37106"/>
                    <a:pt x="2224265" y="37794"/>
                    <a:pt x="2250219" y="31805"/>
                  </a:cubicBezTo>
                  <a:cubicBezTo>
                    <a:pt x="2259531" y="29656"/>
                    <a:pt x="2265526" y="20176"/>
                    <a:pt x="2274073" y="15902"/>
                  </a:cubicBezTo>
                  <a:cubicBezTo>
                    <a:pt x="2281570" y="12154"/>
                    <a:pt x="2289976" y="10601"/>
                    <a:pt x="2297927" y="7951"/>
                  </a:cubicBezTo>
                  <a:cubicBezTo>
                    <a:pt x="2316480" y="10601"/>
                    <a:pt x="2336185" y="8942"/>
                    <a:pt x="2353586" y="15902"/>
                  </a:cubicBezTo>
                  <a:cubicBezTo>
                    <a:pt x="2413258" y="39771"/>
                    <a:pt x="2344492" y="40607"/>
                    <a:pt x="2401294" y="47707"/>
                  </a:cubicBezTo>
                  <a:cubicBezTo>
                    <a:pt x="2435585" y="51993"/>
                    <a:pt x="2470205" y="53008"/>
                    <a:pt x="2504661" y="55659"/>
                  </a:cubicBezTo>
                  <a:cubicBezTo>
                    <a:pt x="2512612" y="58309"/>
                    <a:pt x="2520296" y="61966"/>
                    <a:pt x="2528514" y="63610"/>
                  </a:cubicBezTo>
                  <a:cubicBezTo>
                    <a:pt x="2544572" y="66821"/>
                    <a:pt x="2587815" y="68284"/>
                    <a:pt x="2608028" y="79513"/>
                  </a:cubicBezTo>
                  <a:cubicBezTo>
                    <a:pt x="2690045" y="125079"/>
                    <a:pt x="2625616" y="101279"/>
                    <a:pt x="2679589" y="119269"/>
                  </a:cubicBezTo>
                  <a:cubicBezTo>
                    <a:pt x="2736363" y="100345"/>
                    <a:pt x="2671500" y="130928"/>
                    <a:pt x="2709302" y="156128"/>
                  </a:cubicBezTo>
                  <a:cubicBezTo>
                    <a:pt x="2728553" y="159744"/>
                    <a:pt x="2756104" y="161193"/>
                    <a:pt x="2767054" y="166977"/>
                  </a:cubicBezTo>
                  <a:cubicBezTo>
                    <a:pt x="2778005" y="172761"/>
                    <a:pt x="2767054" y="188181"/>
                    <a:pt x="2775005" y="190831"/>
                  </a:cubicBezTo>
                  <a:lnTo>
                    <a:pt x="2822713" y="206734"/>
                  </a:lnTo>
                  <a:cubicBezTo>
                    <a:pt x="2846173" y="241924"/>
                    <a:pt x="2827633" y="225703"/>
                    <a:pt x="2870421" y="238539"/>
                  </a:cubicBezTo>
                  <a:cubicBezTo>
                    <a:pt x="2886477" y="243356"/>
                    <a:pt x="2918128" y="254441"/>
                    <a:pt x="2918128" y="254441"/>
                  </a:cubicBezTo>
                  <a:cubicBezTo>
                    <a:pt x="2971137" y="251791"/>
                    <a:pt x="3024262" y="250897"/>
                    <a:pt x="3077154" y="246490"/>
                  </a:cubicBezTo>
                  <a:cubicBezTo>
                    <a:pt x="3088045" y="245582"/>
                    <a:pt x="3098032" y="238539"/>
                    <a:pt x="3108960" y="238539"/>
                  </a:cubicBezTo>
                  <a:cubicBezTo>
                    <a:pt x="3323661" y="238539"/>
                    <a:pt x="3538330" y="243840"/>
                    <a:pt x="3753015" y="246490"/>
                  </a:cubicBezTo>
                  <a:lnTo>
                    <a:pt x="3824577" y="270344"/>
                  </a:lnTo>
                  <a:lnTo>
                    <a:pt x="3848431" y="278295"/>
                  </a:lnTo>
                  <a:cubicBezTo>
                    <a:pt x="3856382" y="283596"/>
                    <a:pt x="3863501" y="290434"/>
                    <a:pt x="3872285" y="294198"/>
                  </a:cubicBezTo>
                  <a:cubicBezTo>
                    <a:pt x="3926031" y="317232"/>
                    <a:pt x="4056945" y="294669"/>
                    <a:pt x="4071068" y="294198"/>
                  </a:cubicBezTo>
                  <a:lnTo>
                    <a:pt x="4381168" y="286247"/>
                  </a:lnTo>
                  <a:cubicBezTo>
                    <a:pt x="4699182" y="180233"/>
                    <a:pt x="5179306" y="276480"/>
                    <a:pt x="5398935" y="278295"/>
                  </a:cubicBezTo>
                  <a:cubicBezTo>
                    <a:pt x="5547354" y="327772"/>
                    <a:pt x="5433080" y="292639"/>
                    <a:pt x="5820354" y="278295"/>
                  </a:cubicBezTo>
                  <a:cubicBezTo>
                    <a:pt x="5831587" y="277879"/>
                    <a:pt x="5863807" y="266462"/>
                    <a:pt x="5876014" y="262393"/>
                  </a:cubicBezTo>
                  <a:lnTo>
                    <a:pt x="6297433" y="270344"/>
                  </a:lnTo>
                  <a:cubicBezTo>
                    <a:pt x="6305809" y="270643"/>
                    <a:pt x="6313041" y="276796"/>
                    <a:pt x="6321287" y="278295"/>
                  </a:cubicBezTo>
                  <a:cubicBezTo>
                    <a:pt x="6342311" y="282118"/>
                    <a:pt x="6363819" y="282734"/>
                    <a:pt x="6384897" y="286247"/>
                  </a:cubicBezTo>
                  <a:cubicBezTo>
                    <a:pt x="6404866" y="289575"/>
                    <a:pt x="6421649" y="295847"/>
                    <a:pt x="6440556" y="302149"/>
                  </a:cubicBezTo>
                  <a:cubicBezTo>
                    <a:pt x="6498866" y="299499"/>
                    <a:pt x="6557447" y="300416"/>
                    <a:pt x="6615485" y="294198"/>
                  </a:cubicBezTo>
                  <a:cubicBezTo>
                    <a:pt x="6632153" y="292412"/>
                    <a:pt x="6646931" y="282360"/>
                    <a:pt x="6663193" y="278295"/>
                  </a:cubicBezTo>
                  <a:cubicBezTo>
                    <a:pt x="6697230" y="269786"/>
                    <a:pt x="6697736" y="269124"/>
                    <a:pt x="6734754" y="262393"/>
                  </a:cubicBezTo>
                  <a:cubicBezTo>
                    <a:pt x="6815629" y="247688"/>
                    <a:pt x="6798155" y="253518"/>
                    <a:pt x="6917634" y="246490"/>
                  </a:cubicBezTo>
                  <a:cubicBezTo>
                    <a:pt x="7038861" y="229173"/>
                    <a:pt x="6986047" y="233373"/>
                    <a:pt x="7195930" y="246490"/>
                  </a:cubicBezTo>
                  <a:cubicBezTo>
                    <a:pt x="7206837" y="247172"/>
                    <a:pt x="7216983" y="252486"/>
                    <a:pt x="7227735" y="254441"/>
                  </a:cubicBezTo>
                  <a:cubicBezTo>
                    <a:pt x="7246174" y="257794"/>
                    <a:pt x="7264841" y="259742"/>
                    <a:pt x="7283394" y="262393"/>
                  </a:cubicBezTo>
                  <a:cubicBezTo>
                    <a:pt x="7297062" y="266949"/>
                    <a:pt x="7325916" y="277244"/>
                    <a:pt x="7339054" y="278295"/>
                  </a:cubicBezTo>
                  <a:cubicBezTo>
                    <a:pt x="7443180" y="286625"/>
                    <a:pt x="7460411" y="286247"/>
                    <a:pt x="7529885" y="28624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101">
                  <a:extLst>
                    <a:ext uri="{FF2B5EF4-FFF2-40B4-BE49-F238E27FC236}">
                      <a16:creationId xmlns:a16="http://schemas.microsoft.com/office/drawing/2014/main" id="{FDCA14B0-1DC7-47AE-9D6E-703086D7D126}"/>
                    </a:ext>
                  </a:extLst>
                </p:cNvPr>
                <p:cNvSpPr txBox="1"/>
                <p:nvPr/>
              </p:nvSpPr>
              <p:spPr>
                <a:xfrm>
                  <a:off x="5997888" y="1261702"/>
                  <a:ext cx="123772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𝑻𝒉</m:t>
                      </m:r>
                    </m:oMath>
                  </a14:m>
                  <a:r>
                    <a:rPr lang="en-GB" sz="900" b="1" dirty="0">
                      <a:solidFill>
                        <a:srgbClr val="FF0000"/>
                      </a:solidFill>
                    </a:rPr>
                    <a:t> =&gt; Attack?</a:t>
                  </a:r>
                  <a:endParaRPr lang="en-IN" sz="9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TextBox 101">
                  <a:extLst>
                    <a:ext uri="{FF2B5EF4-FFF2-40B4-BE49-F238E27FC236}">
                      <a16:creationId xmlns:a16="http://schemas.microsoft.com/office/drawing/2014/main" id="{FDCA14B0-1DC7-47AE-9D6E-703086D7D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7888" y="1261702"/>
                  <a:ext cx="1237721" cy="230832"/>
                </a:xfrm>
                <a:prstGeom prst="rect">
                  <a:avLst/>
                </a:prstGeom>
                <a:blipFill>
                  <a:blip r:embed="rId4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0" name="TextBox 69">
              <a:extLst>
                <a:ext uri="{FF2B5EF4-FFF2-40B4-BE49-F238E27FC236}">
                  <a16:creationId xmlns:a16="http://schemas.microsoft.com/office/drawing/2014/main" id="{D4CD99F1-3597-4CAF-A323-5DDBC1D0611E}"/>
                </a:ext>
              </a:extLst>
            </p:cNvPr>
            <p:cNvSpPr txBox="1"/>
            <p:nvPr/>
          </p:nvSpPr>
          <p:spPr>
            <a:xfrm>
              <a:off x="6106218" y="524089"/>
              <a:ext cx="7551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b="1" dirty="0">
                  <a:solidFill>
                    <a:srgbClr val="FF0000"/>
                  </a:solidFill>
                </a:rPr>
                <a:t>Threshold</a:t>
              </a:r>
              <a:endParaRPr lang="en-IN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D64C3DF-FC13-414E-AA3E-D9E1AC945DCE}"/>
              </a:ext>
            </a:extLst>
          </p:cNvPr>
          <p:cNvSpPr/>
          <p:nvPr/>
        </p:nvSpPr>
        <p:spPr>
          <a:xfrm>
            <a:off x="2305011" y="3482238"/>
            <a:ext cx="261513" cy="430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C9D3B7D-D2F0-4E19-A8D0-B1F2E4F1CFC6}"/>
              </a:ext>
            </a:extLst>
          </p:cNvPr>
          <p:cNvSpPr/>
          <p:nvPr/>
        </p:nvSpPr>
        <p:spPr>
          <a:xfrm>
            <a:off x="2972091" y="3486185"/>
            <a:ext cx="306463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603491AF-FAAD-4493-94FE-08A2029DDA38}"/>
              </a:ext>
            </a:extLst>
          </p:cNvPr>
          <p:cNvSpPr/>
          <p:nvPr/>
        </p:nvSpPr>
        <p:spPr>
          <a:xfrm>
            <a:off x="2566524" y="3481876"/>
            <a:ext cx="405568" cy="42716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1C8DC16-9EE0-41E6-BE1E-869E60BAE6A9}"/>
              </a:ext>
            </a:extLst>
          </p:cNvPr>
          <p:cNvSpPr txBox="1"/>
          <p:nvPr/>
        </p:nvSpPr>
        <p:spPr>
          <a:xfrm>
            <a:off x="4633833" y="2702157"/>
            <a:ext cx="1255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Controller Unit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72904F-CD2B-4C2D-98DF-8763479A404A}"/>
              </a:ext>
            </a:extLst>
          </p:cNvPr>
          <p:cNvGrpSpPr/>
          <p:nvPr/>
        </p:nvGrpSpPr>
        <p:grpSpPr>
          <a:xfrm>
            <a:off x="2237138" y="2953283"/>
            <a:ext cx="4044215" cy="294713"/>
            <a:chOff x="2128808" y="5103362"/>
            <a:chExt cx="4044215" cy="156751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7B989A79-4B42-4297-A462-56CE54158CF0}"/>
                </a:ext>
              </a:extLst>
            </p:cNvPr>
            <p:cNvSpPr/>
            <p:nvPr/>
          </p:nvSpPr>
          <p:spPr>
            <a:xfrm rot="16200000">
              <a:off x="4074750" y="3159464"/>
              <a:ext cx="152332" cy="4044215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53C1BD1-A141-4269-8014-3FD66937EA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41330" y="5182547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0A45CB8-9C6A-4417-B74B-3BEE63D36F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678230" y="5182547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F7FE268-2000-4DCE-81EA-01709B08E9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96239" y="5183947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B2A0852-2637-4160-9A91-1EC30A050D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540471" y="5183732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65C3FA9-6238-4421-BAFA-98BEF633D12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12219" y="5179528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CD14657-40AC-4029-8FBA-21610D4B9D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34124" y="5180882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C58F5F2-4D19-4ADF-8671-41D99A38D68E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2424124" y="2614337"/>
            <a:ext cx="4247" cy="33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CE18370-EAB8-45EC-8AA3-7B6533E60267}"/>
              </a:ext>
            </a:extLst>
          </p:cNvPr>
          <p:cNvCxnSpPr>
            <a:cxnSpLocks/>
            <a:endCxn id="233" idx="0"/>
          </p:cNvCxnSpPr>
          <p:nvPr/>
        </p:nvCxnSpPr>
        <p:spPr>
          <a:xfrm flipH="1">
            <a:off x="2435768" y="3243538"/>
            <a:ext cx="806" cy="23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81C0E0F-D3F0-4B19-B81A-955EC6C6F37A}"/>
              </a:ext>
            </a:extLst>
          </p:cNvPr>
          <p:cNvCxnSpPr>
            <a:cxnSpLocks/>
          </p:cNvCxnSpPr>
          <p:nvPr/>
        </p:nvCxnSpPr>
        <p:spPr>
          <a:xfrm rot="16200000">
            <a:off x="4482467" y="3104721"/>
            <a:ext cx="2864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E6AA7A5A-3F6D-4D7E-A602-E387CB6E17D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83466" y="3271933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0C02EEEE-28FB-4082-8AEA-37EBA8C4E9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96115" y="3261966"/>
            <a:ext cx="242689" cy="213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BEFC015-341D-4FCB-94B6-34B3AF33DE52}"/>
              </a:ext>
            </a:extLst>
          </p:cNvPr>
          <p:cNvSpPr/>
          <p:nvPr/>
        </p:nvSpPr>
        <p:spPr>
          <a:xfrm>
            <a:off x="3475258" y="3494092"/>
            <a:ext cx="259903" cy="416610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bg1"/>
            </a:bgClr>
          </a:patt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90" name="Grafik 44" descr="Teufelsgesicht mit einfarbiger Füllung">
            <a:extLst>
              <a:ext uri="{FF2B5EF4-FFF2-40B4-BE49-F238E27FC236}">
                <a16:creationId xmlns:a16="http://schemas.microsoft.com/office/drawing/2014/main" id="{82CED946-E6F9-4E92-BEE8-4EBF32B14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6000" y="3487358"/>
            <a:ext cx="156663" cy="139342"/>
          </a:xfrm>
          <a:prstGeom prst="rect">
            <a:avLst/>
          </a:prstGeom>
        </p:spPr>
      </p:pic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8E2D2D47-3A4A-4BA3-A89D-4C6D4D1FE8D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93225" y="3281417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A6F758B3-A4F7-46A6-9300-0A76FA82D4E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360931" y="3262243"/>
            <a:ext cx="244426" cy="21112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C12664C-AB26-49B4-A1BF-E9BA5E026155}"/>
              </a:ext>
            </a:extLst>
          </p:cNvPr>
          <p:cNvSpPr/>
          <p:nvPr/>
        </p:nvSpPr>
        <p:spPr>
          <a:xfrm>
            <a:off x="3290830" y="3494092"/>
            <a:ext cx="177747" cy="413980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382A3CC-2903-413C-A115-A58DC8CB4305}"/>
              </a:ext>
            </a:extLst>
          </p:cNvPr>
          <p:cNvSpPr/>
          <p:nvPr/>
        </p:nvSpPr>
        <p:spPr>
          <a:xfrm>
            <a:off x="3748978" y="3495425"/>
            <a:ext cx="234015" cy="40225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7FA1E361-86E7-4DA4-A64C-F8A158FFB3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65208" y="3311091"/>
            <a:ext cx="250585" cy="9854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6A9B31DD-6884-4895-89B1-6D303C5874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88882" y="3306188"/>
            <a:ext cx="238229" cy="125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F8A07A42-3987-4D3E-A4E1-24A1E8099EEA}"/>
              </a:ext>
            </a:extLst>
          </p:cNvPr>
          <p:cNvCxnSpPr>
            <a:cxnSpLocks/>
          </p:cNvCxnSpPr>
          <p:nvPr/>
        </p:nvCxnSpPr>
        <p:spPr>
          <a:xfrm flipV="1">
            <a:off x="3880304" y="2610609"/>
            <a:ext cx="0" cy="3505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Rectangle 320">
            <a:extLst>
              <a:ext uri="{FF2B5EF4-FFF2-40B4-BE49-F238E27FC236}">
                <a16:creationId xmlns:a16="http://schemas.microsoft.com/office/drawing/2014/main" id="{3F372821-2C8D-485A-BEF0-E94A28290F9B}"/>
              </a:ext>
            </a:extLst>
          </p:cNvPr>
          <p:cNvSpPr/>
          <p:nvPr/>
        </p:nvSpPr>
        <p:spPr>
          <a:xfrm>
            <a:off x="4321040" y="3480961"/>
            <a:ext cx="261513" cy="430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D772074-A7C5-4D9F-A6E8-A3CCF85FC2E0}"/>
              </a:ext>
            </a:extLst>
          </p:cNvPr>
          <p:cNvSpPr/>
          <p:nvPr/>
        </p:nvSpPr>
        <p:spPr>
          <a:xfrm>
            <a:off x="4988120" y="3484908"/>
            <a:ext cx="306463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1C275A45-6885-4457-936C-FF1AD56CF389}"/>
              </a:ext>
            </a:extLst>
          </p:cNvPr>
          <p:cNvSpPr/>
          <p:nvPr/>
        </p:nvSpPr>
        <p:spPr>
          <a:xfrm>
            <a:off x="4582553" y="3480599"/>
            <a:ext cx="405568" cy="42716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4929E775-037B-49C7-8A07-A9FE2B808F3C}"/>
              </a:ext>
            </a:extLst>
          </p:cNvPr>
          <p:cNvCxnSpPr>
            <a:cxnSpLocks/>
            <a:endCxn id="321" idx="0"/>
          </p:cNvCxnSpPr>
          <p:nvPr/>
        </p:nvCxnSpPr>
        <p:spPr>
          <a:xfrm flipH="1">
            <a:off x="4451797" y="3242261"/>
            <a:ext cx="806" cy="23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D8AB1587-833A-45C5-ADD5-F11A8C4678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99495" y="3270656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: Elbow 327">
            <a:extLst>
              <a:ext uri="{FF2B5EF4-FFF2-40B4-BE49-F238E27FC236}">
                <a16:creationId xmlns:a16="http://schemas.microsoft.com/office/drawing/2014/main" id="{730A8F7C-8D66-4C97-98DF-76A63FAA84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12144" y="3260689"/>
            <a:ext cx="242689" cy="213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Rectangle 328">
            <a:extLst>
              <a:ext uri="{FF2B5EF4-FFF2-40B4-BE49-F238E27FC236}">
                <a16:creationId xmlns:a16="http://schemas.microsoft.com/office/drawing/2014/main" id="{21569E40-2565-4ECA-AE67-3C584905A025}"/>
              </a:ext>
            </a:extLst>
          </p:cNvPr>
          <p:cNvSpPr/>
          <p:nvPr/>
        </p:nvSpPr>
        <p:spPr>
          <a:xfrm>
            <a:off x="5491287" y="3492815"/>
            <a:ext cx="259903" cy="416610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bg1"/>
            </a:bgClr>
          </a:patt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330" name="Grafik 44" descr="Teufelsgesicht mit einfarbiger Füllung">
            <a:extLst>
              <a:ext uri="{FF2B5EF4-FFF2-40B4-BE49-F238E27FC236}">
                <a16:creationId xmlns:a16="http://schemas.microsoft.com/office/drawing/2014/main" id="{52CC97BB-FEBE-44DD-BDAB-CA37F88138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029" y="3486081"/>
            <a:ext cx="156663" cy="139342"/>
          </a:xfrm>
          <a:prstGeom prst="rect">
            <a:avLst/>
          </a:prstGeom>
        </p:spPr>
      </p:pic>
      <p:cxnSp>
        <p:nvCxnSpPr>
          <p:cNvPr id="331" name="Connector: Elbow 330">
            <a:extLst>
              <a:ext uri="{FF2B5EF4-FFF2-40B4-BE49-F238E27FC236}">
                <a16:creationId xmlns:a16="http://schemas.microsoft.com/office/drawing/2014/main" id="{49006EC7-BDD8-47A3-9ACF-503DCCBF54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09254" y="3280140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37E7C288-97E9-40AD-A109-7C0E1BBDBD1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76960" y="3260966"/>
            <a:ext cx="244426" cy="21112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4DA0AD5A-B33D-4C48-93D3-A1BD0309DDC1}"/>
              </a:ext>
            </a:extLst>
          </p:cNvPr>
          <p:cNvSpPr/>
          <p:nvPr/>
        </p:nvSpPr>
        <p:spPr>
          <a:xfrm>
            <a:off x="5306859" y="3492815"/>
            <a:ext cx="177747" cy="413980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E19E041-38A1-49BA-B397-F859B6483C38}"/>
              </a:ext>
            </a:extLst>
          </p:cNvPr>
          <p:cNvSpPr/>
          <p:nvPr/>
        </p:nvSpPr>
        <p:spPr>
          <a:xfrm>
            <a:off x="5765007" y="3494148"/>
            <a:ext cx="234015" cy="40225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9E4E1957-C4E6-4E04-A868-61C0D5855A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81237" y="3309814"/>
            <a:ext cx="250585" cy="9854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: Elbow 335">
            <a:extLst>
              <a:ext uri="{FF2B5EF4-FFF2-40B4-BE49-F238E27FC236}">
                <a16:creationId xmlns:a16="http://schemas.microsoft.com/office/drawing/2014/main" id="{96F66BC2-6E0D-4CF8-8A5F-AF8DCF5D33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04911" y="3304911"/>
            <a:ext cx="238229" cy="125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FECA00C3-3E95-4752-AF1B-8B6DE4F8C7B5}"/>
              </a:ext>
            </a:extLst>
          </p:cNvPr>
          <p:cNvSpPr/>
          <p:nvPr/>
        </p:nvSpPr>
        <p:spPr>
          <a:xfrm>
            <a:off x="4000034" y="3486081"/>
            <a:ext cx="306463" cy="425308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F93F850C-0A99-482C-A3F5-D0BCD79BE7C0}"/>
              </a:ext>
            </a:extLst>
          </p:cNvPr>
          <p:cNvSpPr/>
          <p:nvPr/>
        </p:nvSpPr>
        <p:spPr>
          <a:xfrm>
            <a:off x="6017691" y="3488815"/>
            <a:ext cx="206288" cy="413980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C924533D-6A6B-4E06-9389-95F6679BCF29}"/>
              </a:ext>
            </a:extLst>
          </p:cNvPr>
          <p:cNvCxnSpPr>
            <a:cxnSpLocks/>
          </p:cNvCxnSpPr>
          <p:nvPr/>
        </p:nvCxnSpPr>
        <p:spPr>
          <a:xfrm>
            <a:off x="4394933" y="2614337"/>
            <a:ext cx="4247" cy="33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F095EC77-341D-4F64-8F3C-E5660532D046}"/>
              </a:ext>
            </a:extLst>
          </p:cNvPr>
          <p:cNvCxnSpPr>
            <a:cxnSpLocks/>
          </p:cNvCxnSpPr>
          <p:nvPr/>
        </p:nvCxnSpPr>
        <p:spPr>
          <a:xfrm flipV="1">
            <a:off x="2239044" y="3912366"/>
            <a:ext cx="4070522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FBB7918-53C1-479D-80F7-F3B7845C425D}"/>
              </a:ext>
            </a:extLst>
          </p:cNvPr>
          <p:cNvGrpSpPr/>
          <p:nvPr/>
        </p:nvGrpSpPr>
        <p:grpSpPr>
          <a:xfrm>
            <a:off x="6422843" y="1029248"/>
            <a:ext cx="308884" cy="1246855"/>
            <a:chOff x="4478874" y="4056443"/>
            <a:chExt cx="308884" cy="1246855"/>
          </a:xfrm>
        </p:grpSpPr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6B045241-A099-41CF-91F8-CD8BF2C048E5}"/>
                </a:ext>
              </a:extLst>
            </p:cNvPr>
            <p:cNvSpPr/>
            <p:nvPr/>
          </p:nvSpPr>
          <p:spPr>
            <a:xfrm>
              <a:off x="4481295" y="4357104"/>
              <a:ext cx="306463" cy="190878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52701B95-726A-4C8D-9B22-1F5742D54B42}"/>
                </a:ext>
              </a:extLst>
            </p:cNvPr>
            <p:cNvSpPr/>
            <p:nvPr/>
          </p:nvSpPr>
          <p:spPr>
            <a:xfrm>
              <a:off x="4481294" y="4729974"/>
              <a:ext cx="306463" cy="144685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ADE154D8-8B64-4DE4-9285-E8A9A30A818B}"/>
                </a:ext>
              </a:extLst>
            </p:cNvPr>
            <p:cNvSpPr/>
            <p:nvPr/>
          </p:nvSpPr>
          <p:spPr>
            <a:xfrm>
              <a:off x="4479682" y="4945015"/>
              <a:ext cx="306463" cy="144685"/>
            </a:xfrm>
            <a:prstGeom prst="rect">
              <a:avLst/>
            </a:prstGeom>
            <a:pattFill prst="shingle">
              <a:fgClr>
                <a:srgbClr val="FF0000"/>
              </a:fgClr>
              <a:bgClr>
                <a:schemeClr val="bg1"/>
              </a:bgClr>
            </a:patt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B3C04259-0234-4FFE-9839-32FB1233D8D2}"/>
                </a:ext>
              </a:extLst>
            </p:cNvPr>
            <p:cNvSpPr/>
            <p:nvPr/>
          </p:nvSpPr>
          <p:spPr>
            <a:xfrm>
              <a:off x="4479682" y="5158613"/>
              <a:ext cx="306463" cy="144685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BE247AD7-17BB-456B-BDB1-896B716BDBE3}"/>
                </a:ext>
              </a:extLst>
            </p:cNvPr>
            <p:cNvSpPr/>
            <p:nvPr/>
          </p:nvSpPr>
          <p:spPr>
            <a:xfrm>
              <a:off x="4478874" y="4056443"/>
              <a:ext cx="306463" cy="142486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3F7AF3F-BE8C-4715-BA95-D71DF20C212D}"/>
                  </a:ext>
                </a:extLst>
              </p:cNvPr>
              <p:cNvSpPr txBox="1"/>
              <p:nvPr/>
            </p:nvSpPr>
            <p:spPr>
              <a:xfrm>
                <a:off x="6744049" y="921307"/>
                <a:ext cx="9470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task</a:t>
                </a:r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3F7AF3F-BE8C-4715-BA95-D71DF20C2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49" y="921307"/>
                <a:ext cx="947051" cy="307777"/>
              </a:xfrm>
              <a:prstGeom prst="rect">
                <a:avLst/>
              </a:prstGeom>
              <a:blipFill>
                <a:blip r:embed="rId7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TextBox 347">
            <a:extLst>
              <a:ext uri="{FF2B5EF4-FFF2-40B4-BE49-F238E27FC236}">
                <a16:creationId xmlns:a16="http://schemas.microsoft.com/office/drawing/2014/main" id="{48445F29-DF04-429E-A727-A34E1516C53B}"/>
              </a:ext>
            </a:extLst>
          </p:cNvPr>
          <p:cNvSpPr txBox="1"/>
          <p:nvPr/>
        </p:nvSpPr>
        <p:spPr>
          <a:xfrm>
            <a:off x="6728405" y="1172046"/>
            <a:ext cx="135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Control and Detector task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042DEB8D-C94A-4E9C-8984-A754ACC9EF33}"/>
              </a:ext>
            </a:extLst>
          </p:cNvPr>
          <p:cNvSpPr txBox="1"/>
          <p:nvPr/>
        </p:nvSpPr>
        <p:spPr>
          <a:xfrm>
            <a:off x="6729925" y="1622139"/>
            <a:ext cx="1074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Other tasks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7CAE334-202A-4FAC-A976-A5874C353A01}"/>
              </a:ext>
            </a:extLst>
          </p:cNvPr>
          <p:cNvSpPr txBox="1"/>
          <p:nvPr/>
        </p:nvSpPr>
        <p:spPr>
          <a:xfrm>
            <a:off x="6705376" y="1830071"/>
            <a:ext cx="1331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Attacker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A4C1956-3738-4EE9-8A9E-0E76EB584D0D}"/>
                  </a:ext>
                </a:extLst>
              </p:cNvPr>
              <p:cNvSpPr txBox="1"/>
              <p:nvPr/>
            </p:nvSpPr>
            <p:spPr>
              <a:xfrm>
                <a:off x="6754506" y="2040229"/>
                <a:ext cx="1357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task</a:t>
                </a:r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A4C1956-3738-4EE9-8A9E-0E76EB58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506" y="2040229"/>
                <a:ext cx="1357092" cy="307777"/>
              </a:xfrm>
              <a:prstGeom prst="rect">
                <a:avLst/>
              </a:prstGeom>
              <a:blipFill>
                <a:blip r:embed="rId8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TextBox 351">
            <a:extLst>
              <a:ext uri="{FF2B5EF4-FFF2-40B4-BE49-F238E27FC236}">
                <a16:creationId xmlns:a16="http://schemas.microsoft.com/office/drawing/2014/main" id="{9E5BC09F-50B8-4074-865B-89101DC8F736}"/>
              </a:ext>
            </a:extLst>
          </p:cNvPr>
          <p:cNvSpPr txBox="1"/>
          <p:nvPr/>
        </p:nvSpPr>
        <p:spPr>
          <a:xfrm>
            <a:off x="6631814" y="2359600"/>
            <a:ext cx="212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 .</a:t>
            </a:r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8E1AD36F-C86B-47F8-9973-3BEBB01DA29A}"/>
              </a:ext>
            </a:extLst>
          </p:cNvPr>
          <p:cNvCxnSpPr>
            <a:cxnSpLocks/>
          </p:cNvCxnSpPr>
          <p:nvPr/>
        </p:nvCxnSpPr>
        <p:spPr>
          <a:xfrm rot="16200000">
            <a:off x="4904424" y="3109901"/>
            <a:ext cx="2864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3ED0A604-8692-43FF-98FF-4F5963F62B86}"/>
              </a:ext>
            </a:extLst>
          </p:cNvPr>
          <p:cNvCxnSpPr>
            <a:cxnSpLocks/>
          </p:cNvCxnSpPr>
          <p:nvPr/>
        </p:nvCxnSpPr>
        <p:spPr>
          <a:xfrm rot="16200000">
            <a:off x="4626801" y="3096476"/>
            <a:ext cx="2864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27C7337-7E11-4E19-B961-5CF0ACC4062E}"/>
              </a:ext>
            </a:extLst>
          </p:cNvPr>
          <p:cNvGrpSpPr/>
          <p:nvPr/>
        </p:nvGrpSpPr>
        <p:grpSpPr>
          <a:xfrm>
            <a:off x="6442590" y="2709117"/>
            <a:ext cx="1582694" cy="287489"/>
            <a:chOff x="6982755" y="3129482"/>
            <a:chExt cx="1704253" cy="205456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ACF9E648-825B-4191-9E11-77C79DCEEBF4}"/>
                </a:ext>
              </a:extLst>
            </p:cNvPr>
            <p:cNvSpPr/>
            <p:nvPr/>
          </p:nvSpPr>
          <p:spPr>
            <a:xfrm>
              <a:off x="7192962" y="3135973"/>
              <a:ext cx="390368" cy="726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6374C7AC-B150-44FA-AB5C-06CE7C180198}"/>
                </a:ext>
              </a:extLst>
            </p:cNvPr>
            <p:cNvSpPr/>
            <p:nvPr/>
          </p:nvSpPr>
          <p:spPr>
            <a:xfrm>
              <a:off x="7983148" y="3129482"/>
              <a:ext cx="390368" cy="7268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40A43854-9758-4D6C-BA7F-293EF62854F3}"/>
                </a:ext>
              </a:extLst>
            </p:cNvPr>
            <p:cNvSpPr txBox="1"/>
            <p:nvPr/>
          </p:nvSpPr>
          <p:spPr>
            <a:xfrm>
              <a:off x="6982755" y="3180970"/>
              <a:ext cx="822676" cy="153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dirty="0">
                  <a:latin typeface="Cambria" panose="02040503050406030204" pitchFamily="18" charset="0"/>
                  <a:ea typeface="Cambria" panose="02040503050406030204" pitchFamily="18" charset="0"/>
                </a:rPr>
                <a:t>Sensor </a:t>
              </a:r>
              <a:r>
                <a:rPr lang="en-IN" sz="8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Msg</a:t>
              </a:r>
              <a:endParaRPr lang="en-IN" sz="8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1C78B89E-BB3B-4CFC-8EA9-FB58A4BF52AE}"/>
                </a:ext>
              </a:extLst>
            </p:cNvPr>
            <p:cNvSpPr txBox="1"/>
            <p:nvPr/>
          </p:nvSpPr>
          <p:spPr>
            <a:xfrm>
              <a:off x="7738030" y="3177599"/>
              <a:ext cx="948978" cy="153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dirty="0">
                  <a:latin typeface="Cambria" panose="02040503050406030204" pitchFamily="18" charset="0"/>
                  <a:ea typeface="Cambria" panose="02040503050406030204" pitchFamily="18" charset="0"/>
                </a:rPr>
                <a:t>Actuator  </a:t>
              </a:r>
              <a:r>
                <a:rPr lang="en-IN" sz="8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Msg</a:t>
              </a:r>
              <a:endParaRPr lang="en-IN" sz="8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CBB3693C-B385-4822-8BFD-7E97908C8909}"/>
              </a:ext>
            </a:extLst>
          </p:cNvPr>
          <p:cNvGrpSpPr/>
          <p:nvPr/>
        </p:nvGrpSpPr>
        <p:grpSpPr>
          <a:xfrm>
            <a:off x="6471277" y="2933577"/>
            <a:ext cx="1671516" cy="923008"/>
            <a:chOff x="4003448" y="4735664"/>
            <a:chExt cx="1671516" cy="923008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2505FE3C-8FCF-4516-85E3-51AAF61D6B4F}"/>
                </a:ext>
              </a:extLst>
            </p:cNvPr>
            <p:cNvSpPr/>
            <p:nvPr/>
          </p:nvSpPr>
          <p:spPr>
            <a:xfrm>
              <a:off x="4003448" y="4776394"/>
              <a:ext cx="1632741" cy="882277"/>
            </a:xfrm>
            <a:prstGeom prst="roundRect">
              <a:avLst>
                <a:gd name="adj" fmla="val 5103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5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5885846-5E45-4826-BFA5-2E12305A16B6}"/>
                </a:ext>
              </a:extLst>
            </p:cNvPr>
            <p:cNvSpPr txBox="1"/>
            <p:nvPr/>
          </p:nvSpPr>
          <p:spPr>
            <a:xfrm>
              <a:off x="4828918" y="4735664"/>
              <a:ext cx="8460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50" dirty="0">
                  <a:latin typeface="Cambria" panose="02040503050406030204" pitchFamily="18" charset="0"/>
                  <a:ea typeface="Cambria" panose="02040503050406030204" pitchFamily="18" charset="0"/>
                </a:rPr>
                <a:t>Control Task</a:t>
              </a:r>
            </a:p>
          </p:txBody>
        </p: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BFB6418B-B282-4AE8-B6ED-F93F37265A8A}"/>
                </a:ext>
              </a:extLst>
            </p:cNvPr>
            <p:cNvGrpSpPr/>
            <p:nvPr/>
          </p:nvGrpSpPr>
          <p:grpSpPr>
            <a:xfrm>
              <a:off x="4028715" y="4906382"/>
              <a:ext cx="1620538" cy="752290"/>
              <a:chOff x="4028715" y="4906382"/>
              <a:chExt cx="1620538" cy="75229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BA62051C-7E3F-4983-9CF6-A416FF8EA345}"/>
                  </a:ext>
                </a:extLst>
              </p:cNvPr>
              <p:cNvGrpSpPr/>
              <p:nvPr/>
            </p:nvGrpSpPr>
            <p:grpSpPr>
              <a:xfrm>
                <a:off x="4921232" y="4974398"/>
                <a:ext cx="714957" cy="246221"/>
                <a:chOff x="1445621" y="1291609"/>
                <a:chExt cx="855479" cy="300074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D0B95936-F1B1-4E43-B0DC-A193C6CAF805}"/>
                    </a:ext>
                  </a:extLst>
                </p:cNvPr>
                <p:cNvSpPr/>
                <p:nvPr/>
              </p:nvSpPr>
              <p:spPr>
                <a:xfrm>
                  <a:off x="1502629" y="1346511"/>
                  <a:ext cx="741463" cy="23701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950" dirty="0"/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41398B2C-98CB-458F-92EB-EE5C4CE40744}"/>
                    </a:ext>
                  </a:extLst>
                </p:cNvPr>
                <p:cNvSpPr txBox="1"/>
                <p:nvPr/>
              </p:nvSpPr>
              <p:spPr>
                <a:xfrm>
                  <a:off x="1445621" y="1291609"/>
                  <a:ext cx="855479" cy="3000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Controller</a:t>
                  </a:r>
                </a:p>
              </p:txBody>
            </p:sp>
          </p:grp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1256AE7-F441-42A4-89A3-5298E05F080C}"/>
                  </a:ext>
                </a:extLst>
              </p:cNvPr>
              <p:cNvSpPr/>
              <p:nvPr/>
            </p:nvSpPr>
            <p:spPr>
              <a:xfrm>
                <a:off x="4970512" y="5454121"/>
                <a:ext cx="631097" cy="15861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5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D0009F7-508D-4C2F-B6C0-96F99D754AED}"/>
                  </a:ext>
                </a:extLst>
              </p:cNvPr>
              <p:cNvSpPr txBox="1"/>
              <p:nvPr/>
            </p:nvSpPr>
            <p:spPr>
              <a:xfrm>
                <a:off x="4952592" y="5412451"/>
                <a:ext cx="6966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Estimator</a:t>
                </a: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9FD3C51-8572-4853-B02A-67064AD89B84}"/>
                  </a:ext>
                </a:extLst>
              </p:cNvPr>
              <p:cNvSpPr/>
              <p:nvPr/>
            </p:nvSpPr>
            <p:spPr>
              <a:xfrm>
                <a:off x="4028715" y="5437997"/>
                <a:ext cx="758563" cy="17474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50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47575C5C-7E63-4199-B9A5-419FB5E03C9B}"/>
                  </a:ext>
                </a:extLst>
              </p:cNvPr>
              <p:cNvSpPr txBox="1"/>
              <p:nvPr/>
            </p:nvSpPr>
            <p:spPr>
              <a:xfrm>
                <a:off x="4097470" y="5402913"/>
                <a:ext cx="65334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Detector</a:t>
                </a:r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A2654D34-9B6C-422B-8938-89F391601B49}"/>
                  </a:ext>
                </a:extLst>
              </p:cNvPr>
              <p:cNvGrpSpPr/>
              <p:nvPr/>
            </p:nvGrpSpPr>
            <p:grpSpPr>
              <a:xfrm>
                <a:off x="4426588" y="4906382"/>
                <a:ext cx="494624" cy="317177"/>
                <a:chOff x="1712903" y="1226536"/>
                <a:chExt cx="591840" cy="386550"/>
              </a:xfrm>
            </p:grpSpPr>
            <p:sp>
              <p:nvSpPr>
                <p:cNvPr id="144" name="Diamond 143">
                  <a:extLst>
                    <a:ext uri="{FF2B5EF4-FFF2-40B4-BE49-F238E27FC236}">
                      <a16:creationId xmlns:a16="http://schemas.microsoft.com/office/drawing/2014/main" id="{AFF753D6-B6AF-4A61-B5C1-DCCB8BB9C950}"/>
                    </a:ext>
                  </a:extLst>
                </p:cNvPr>
                <p:cNvSpPr/>
                <p:nvPr/>
              </p:nvSpPr>
              <p:spPr>
                <a:xfrm>
                  <a:off x="1759299" y="1226536"/>
                  <a:ext cx="372494" cy="386550"/>
                </a:xfrm>
                <a:prstGeom prst="diamond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950" dirty="0"/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812CBAB-A5E3-44B0-AA6F-AA7581BA6D67}"/>
                    </a:ext>
                  </a:extLst>
                </p:cNvPr>
                <p:cNvSpPr txBox="1"/>
                <p:nvPr/>
              </p:nvSpPr>
              <p:spPr>
                <a:xfrm>
                  <a:off x="1712903" y="1265172"/>
                  <a:ext cx="591840" cy="3000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&gt;Th</a:t>
                  </a:r>
                </a:p>
              </p:txBody>
            </p:sp>
          </p:grp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F62CE2A5-B254-4DE3-8542-6D2E7C1F7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4304" y="5213921"/>
                <a:ext cx="0" cy="2240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F23DF511-4A28-49CD-959C-CD54035D1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10440" y="5213922"/>
                <a:ext cx="0" cy="2401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889625D0-A20F-45DE-80B4-5B6C220BB37A}"/>
                  </a:ext>
                </a:extLst>
              </p:cNvPr>
              <p:cNvCxnSpPr>
                <a:cxnSpLocks/>
                <a:stCxn id="134" idx="1"/>
              </p:cNvCxnSpPr>
              <p:nvPr/>
            </p:nvCxnSpPr>
            <p:spPr>
              <a:xfrm flipH="1">
                <a:off x="4783067" y="5533431"/>
                <a:ext cx="18744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81753280-358A-400D-AC11-AF589A3BB2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3898" y="5064533"/>
                <a:ext cx="19630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B898355E-7250-499C-8BF3-E2B146D845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838" r="92576" b="51403"/>
              <a:stretch/>
            </p:blipFill>
            <p:spPr>
              <a:xfrm>
                <a:off x="4028715" y="4959222"/>
                <a:ext cx="197026" cy="203944"/>
              </a:xfrm>
              <a:prstGeom prst="rect">
                <a:avLst/>
              </a:prstGeom>
            </p:spPr>
          </p:pic>
          <p:cxnSp>
            <p:nvCxnSpPr>
              <p:cNvPr id="359" name="Straight Arrow Connector 358">
                <a:extLst>
                  <a:ext uri="{FF2B5EF4-FFF2-40B4-BE49-F238E27FC236}">
                    <a16:creationId xmlns:a16="http://schemas.microsoft.com/office/drawing/2014/main" id="{04AA32C0-35EC-4ECA-90B5-051E8BF533B7}"/>
                  </a:ext>
                </a:extLst>
              </p:cNvPr>
              <p:cNvCxnSpPr>
                <a:cxnSpLocks/>
                <a:endCxn id="144" idx="2"/>
              </p:cNvCxnSpPr>
              <p:nvPr/>
            </p:nvCxnSpPr>
            <p:spPr>
              <a:xfrm flipH="1" flipV="1">
                <a:off x="4621017" y="5223559"/>
                <a:ext cx="4652" cy="2039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63" name="Connector: Elbow 362">
            <a:extLst>
              <a:ext uri="{FF2B5EF4-FFF2-40B4-BE49-F238E27FC236}">
                <a16:creationId xmlns:a16="http://schemas.microsoft.com/office/drawing/2014/main" id="{51E79DD2-B642-478F-8F12-126F37BEAB4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95311" y="2654987"/>
            <a:ext cx="341452" cy="26443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AE90FAFE-5CA1-4B52-849A-720B996CA64E}"/>
              </a:ext>
            </a:extLst>
          </p:cNvPr>
          <p:cNvSpPr txBox="1"/>
          <p:nvPr/>
        </p:nvSpPr>
        <p:spPr>
          <a:xfrm>
            <a:off x="2378524" y="2711507"/>
            <a:ext cx="1104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I/O Buffer</a:t>
            </a:r>
          </a:p>
        </p:txBody>
      </p:sp>
      <p:cxnSp>
        <p:nvCxnSpPr>
          <p:cNvPr id="373" name="Connector: Elbow 372">
            <a:extLst>
              <a:ext uri="{FF2B5EF4-FFF2-40B4-BE49-F238E27FC236}">
                <a16:creationId xmlns:a16="http://schemas.microsoft.com/office/drawing/2014/main" id="{995FD624-E40D-4A68-8123-F80609D0D468}"/>
              </a:ext>
            </a:extLst>
          </p:cNvPr>
          <p:cNvCxnSpPr>
            <a:cxnSpLocks/>
            <a:stCxn id="322" idx="2"/>
            <a:endCxn id="130" idx="2"/>
          </p:cNvCxnSpPr>
          <p:nvPr/>
        </p:nvCxnSpPr>
        <p:spPr>
          <a:xfrm rot="5400000" flipH="1" flipV="1">
            <a:off x="6192033" y="2805903"/>
            <a:ext cx="44934" cy="2146296"/>
          </a:xfrm>
          <a:prstGeom prst="bentConnector3">
            <a:avLst>
              <a:gd name="adj1" fmla="val -274841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7" name="Connector: Elbow 376">
            <a:extLst>
              <a:ext uri="{FF2B5EF4-FFF2-40B4-BE49-F238E27FC236}">
                <a16:creationId xmlns:a16="http://schemas.microsoft.com/office/drawing/2014/main" id="{311246C6-952A-4140-AB01-805366474623}"/>
              </a:ext>
            </a:extLst>
          </p:cNvPr>
          <p:cNvCxnSpPr>
            <a:cxnSpLocks/>
            <a:stCxn id="192" idx="1"/>
            <a:endCxn id="114" idx="0"/>
          </p:cNvCxnSpPr>
          <p:nvPr/>
        </p:nvCxnSpPr>
        <p:spPr>
          <a:xfrm rot="16200000" flipH="1">
            <a:off x="3282522" y="1460649"/>
            <a:ext cx="640774" cy="1386023"/>
          </a:xfrm>
          <a:prstGeom prst="bentConnector3">
            <a:avLst>
              <a:gd name="adj1" fmla="val 6888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6E574C31-ECF1-409D-94F1-2B36AEF6A863}"/>
              </a:ext>
            </a:extLst>
          </p:cNvPr>
          <p:cNvGrpSpPr/>
          <p:nvPr/>
        </p:nvGrpSpPr>
        <p:grpSpPr>
          <a:xfrm>
            <a:off x="4207722" y="1942984"/>
            <a:ext cx="2130418" cy="520772"/>
            <a:chOff x="4207722" y="1942984"/>
            <a:chExt cx="2130418" cy="520772"/>
          </a:xfrm>
        </p:grpSpPr>
        <p:cxnSp>
          <p:nvCxnSpPr>
            <p:cNvPr id="402" name="Connector: Elbow 401">
              <a:extLst>
                <a:ext uri="{FF2B5EF4-FFF2-40B4-BE49-F238E27FC236}">
                  <a16:creationId xmlns:a16="http://schemas.microsoft.com/office/drawing/2014/main" id="{661F0F9B-DCEE-493F-BEAB-7FF3FFA9197F}"/>
                </a:ext>
              </a:extLst>
            </p:cNvPr>
            <p:cNvCxnSpPr>
              <a:cxnSpLocks/>
              <a:stCxn id="193" idx="3"/>
            </p:cNvCxnSpPr>
            <p:nvPr/>
          </p:nvCxnSpPr>
          <p:spPr>
            <a:xfrm>
              <a:off x="4207722" y="1942984"/>
              <a:ext cx="330389" cy="29926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16832F9A-0B7A-4D42-893E-0FC4102AE486}"/>
                </a:ext>
              </a:extLst>
            </p:cNvPr>
            <p:cNvCxnSpPr>
              <a:cxnSpLocks/>
            </p:cNvCxnSpPr>
            <p:nvPr/>
          </p:nvCxnSpPr>
          <p:spPr>
            <a:xfrm>
              <a:off x="4481002" y="2241824"/>
              <a:ext cx="185713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08925319-272B-403C-B05B-1C0B60C97C2A}"/>
                </a:ext>
              </a:extLst>
            </p:cNvPr>
            <p:cNvCxnSpPr>
              <a:cxnSpLocks/>
            </p:cNvCxnSpPr>
            <p:nvPr/>
          </p:nvCxnSpPr>
          <p:spPr>
            <a:xfrm>
              <a:off x="6331687" y="2242244"/>
              <a:ext cx="0" cy="2215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6633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24C214-D2D1-4B1B-8072-00E8D2817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570835"/>
              </p:ext>
            </p:extLst>
          </p:nvPr>
        </p:nvGraphicFramePr>
        <p:xfrm>
          <a:off x="8305279" y="2423021"/>
          <a:ext cx="3687668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1917">
                  <a:extLst>
                    <a:ext uri="{9D8B030D-6E8A-4147-A177-3AD203B41FA5}">
                      <a16:colId xmlns:a16="http://schemas.microsoft.com/office/drawing/2014/main" val="4193960511"/>
                    </a:ext>
                  </a:extLst>
                </a:gridCol>
                <a:gridCol w="921917">
                  <a:extLst>
                    <a:ext uri="{9D8B030D-6E8A-4147-A177-3AD203B41FA5}">
                      <a16:colId xmlns:a16="http://schemas.microsoft.com/office/drawing/2014/main" val="308890527"/>
                    </a:ext>
                  </a:extLst>
                </a:gridCol>
                <a:gridCol w="921917">
                  <a:extLst>
                    <a:ext uri="{9D8B030D-6E8A-4147-A177-3AD203B41FA5}">
                      <a16:colId xmlns:a16="http://schemas.microsoft.com/office/drawing/2014/main" val="199860963"/>
                    </a:ext>
                  </a:extLst>
                </a:gridCol>
                <a:gridCol w="921917">
                  <a:extLst>
                    <a:ext uri="{9D8B030D-6E8A-4147-A177-3AD203B41FA5}">
                      <a16:colId xmlns:a16="http://schemas.microsoft.com/office/drawing/2014/main" val="4080709972"/>
                    </a:ext>
                  </a:extLst>
                </a:gridCol>
              </a:tblGrid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69198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57104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37616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910728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59033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34686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780477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16326"/>
                  </a:ext>
                </a:extLst>
              </a:tr>
            </a:tbl>
          </a:graphicData>
        </a:graphic>
      </p:graphicFrame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FA124A3-4739-419C-A09B-B1F18DC86D46}"/>
              </a:ext>
            </a:extLst>
          </p:cNvPr>
          <p:cNvSpPr/>
          <p:nvPr/>
        </p:nvSpPr>
        <p:spPr>
          <a:xfrm>
            <a:off x="1351370" y="1403708"/>
            <a:ext cx="5421664" cy="4608306"/>
          </a:xfrm>
          <a:prstGeom prst="roundRect">
            <a:avLst>
              <a:gd name="adj" fmla="val 350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8F5ABD-4E94-4AC4-A926-3AE4D2053038}"/>
              </a:ext>
            </a:extLst>
          </p:cNvPr>
          <p:cNvSpPr/>
          <p:nvPr/>
        </p:nvSpPr>
        <p:spPr>
          <a:xfrm>
            <a:off x="1780945" y="2078053"/>
            <a:ext cx="910252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DFC5E2-7A55-4D0F-9621-A021CD4125D8}"/>
              </a:ext>
            </a:extLst>
          </p:cNvPr>
          <p:cNvSpPr/>
          <p:nvPr/>
        </p:nvSpPr>
        <p:spPr>
          <a:xfrm>
            <a:off x="1780945" y="2995306"/>
            <a:ext cx="910252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45551A-2F05-42C4-B99A-96177BF94749}"/>
              </a:ext>
            </a:extLst>
          </p:cNvPr>
          <p:cNvSpPr/>
          <p:nvPr/>
        </p:nvSpPr>
        <p:spPr>
          <a:xfrm>
            <a:off x="3625294" y="2540173"/>
            <a:ext cx="941881" cy="31244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B7646A-1E59-4008-BBEF-8FCF6A77BA7E}"/>
              </a:ext>
            </a:extLst>
          </p:cNvPr>
          <p:cNvSpPr/>
          <p:nvPr/>
        </p:nvSpPr>
        <p:spPr>
          <a:xfrm>
            <a:off x="4558358" y="3454985"/>
            <a:ext cx="910064" cy="2934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6236C-77AB-4A31-99E1-A9831425C1F0}"/>
              </a:ext>
            </a:extLst>
          </p:cNvPr>
          <p:cNvSpPr/>
          <p:nvPr/>
        </p:nvSpPr>
        <p:spPr>
          <a:xfrm>
            <a:off x="4558358" y="3899743"/>
            <a:ext cx="910257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11F36B-7C4F-425F-9DD0-44E5EEE5C2DA}"/>
              </a:ext>
            </a:extLst>
          </p:cNvPr>
          <p:cNvSpPr/>
          <p:nvPr/>
        </p:nvSpPr>
        <p:spPr>
          <a:xfrm>
            <a:off x="2704835" y="4352295"/>
            <a:ext cx="910252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ACFD91-D513-4393-B096-52C06DE69D6E}"/>
              </a:ext>
            </a:extLst>
          </p:cNvPr>
          <p:cNvSpPr/>
          <p:nvPr/>
        </p:nvSpPr>
        <p:spPr>
          <a:xfrm>
            <a:off x="3621142" y="4826960"/>
            <a:ext cx="937028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869441-2FF8-4A00-9CF3-E1BFBD99606D}"/>
              </a:ext>
            </a:extLst>
          </p:cNvPr>
          <p:cNvSpPr/>
          <p:nvPr/>
        </p:nvSpPr>
        <p:spPr>
          <a:xfrm>
            <a:off x="2701043" y="5270690"/>
            <a:ext cx="910252" cy="30824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97990C-63E7-44AC-A83A-611B7041168F}"/>
              </a:ext>
            </a:extLst>
          </p:cNvPr>
          <p:cNvSpPr/>
          <p:nvPr/>
        </p:nvSpPr>
        <p:spPr>
          <a:xfrm>
            <a:off x="2691197" y="2078988"/>
            <a:ext cx="947581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559A2E-877A-467B-92D5-B226504BC6B5}"/>
              </a:ext>
            </a:extLst>
          </p:cNvPr>
          <p:cNvSpPr/>
          <p:nvPr/>
        </p:nvSpPr>
        <p:spPr>
          <a:xfrm>
            <a:off x="2701565" y="3900873"/>
            <a:ext cx="923730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BD85F7-4C3D-4873-A0A3-6BCF0308985B}"/>
              </a:ext>
            </a:extLst>
          </p:cNvPr>
          <p:cNvSpPr/>
          <p:nvPr/>
        </p:nvSpPr>
        <p:spPr>
          <a:xfrm>
            <a:off x="3620626" y="3453467"/>
            <a:ext cx="937734" cy="2982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3F2DCE-871A-4E9D-80B8-8F2C69D40C8C}"/>
              </a:ext>
            </a:extLst>
          </p:cNvPr>
          <p:cNvSpPr/>
          <p:nvPr/>
        </p:nvSpPr>
        <p:spPr>
          <a:xfrm>
            <a:off x="4558358" y="4353261"/>
            <a:ext cx="910974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B60675-0858-49BA-B337-CBE7521B0277}"/>
              </a:ext>
            </a:extLst>
          </p:cNvPr>
          <p:cNvSpPr/>
          <p:nvPr/>
        </p:nvSpPr>
        <p:spPr>
          <a:xfrm>
            <a:off x="2705197" y="4827234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7EE4F7-667F-457A-9B47-F1C39916030C}"/>
              </a:ext>
            </a:extLst>
          </p:cNvPr>
          <p:cNvSpPr/>
          <p:nvPr/>
        </p:nvSpPr>
        <p:spPr>
          <a:xfrm>
            <a:off x="3620435" y="5270689"/>
            <a:ext cx="937733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4FCBE2-F79A-48EA-A9BE-606128112CEB}"/>
              </a:ext>
            </a:extLst>
          </p:cNvPr>
          <p:cNvSpPr/>
          <p:nvPr/>
        </p:nvSpPr>
        <p:spPr>
          <a:xfrm>
            <a:off x="1782492" y="5271751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A2D127-1351-4849-8D5F-06B865207532}"/>
              </a:ext>
            </a:extLst>
          </p:cNvPr>
          <p:cNvSpPr/>
          <p:nvPr/>
        </p:nvSpPr>
        <p:spPr>
          <a:xfrm>
            <a:off x="4558358" y="4826484"/>
            <a:ext cx="910256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EF557C-8F10-44B6-83F4-A1E39FA084CB}"/>
              </a:ext>
            </a:extLst>
          </p:cNvPr>
          <p:cNvSpPr/>
          <p:nvPr/>
        </p:nvSpPr>
        <p:spPr>
          <a:xfrm>
            <a:off x="1785868" y="4351309"/>
            <a:ext cx="932799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A036EA-9876-4AD9-9699-214E5C1CD5CE}"/>
              </a:ext>
            </a:extLst>
          </p:cNvPr>
          <p:cNvCxnSpPr>
            <a:cxnSpLocks/>
          </p:cNvCxnSpPr>
          <p:nvPr/>
        </p:nvCxnSpPr>
        <p:spPr>
          <a:xfrm>
            <a:off x="1766513" y="5581734"/>
            <a:ext cx="4133462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4C3691-45CF-4E42-B52C-71EF1F6F53A0}"/>
              </a:ext>
            </a:extLst>
          </p:cNvPr>
          <p:cNvCxnSpPr>
            <a:cxnSpLocks/>
          </p:cNvCxnSpPr>
          <p:nvPr/>
        </p:nvCxnSpPr>
        <p:spPr>
          <a:xfrm>
            <a:off x="1784056" y="5136975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5EF212-1A2B-4641-BDEC-C36FAF92399C}"/>
              </a:ext>
            </a:extLst>
          </p:cNvPr>
          <p:cNvCxnSpPr>
            <a:cxnSpLocks/>
          </p:cNvCxnSpPr>
          <p:nvPr/>
        </p:nvCxnSpPr>
        <p:spPr>
          <a:xfrm>
            <a:off x="1780946" y="4661113"/>
            <a:ext cx="40888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FF736D-2CC6-4242-BEA0-14ABF481C235}"/>
              </a:ext>
            </a:extLst>
          </p:cNvPr>
          <p:cNvCxnSpPr>
            <a:cxnSpLocks/>
          </p:cNvCxnSpPr>
          <p:nvPr/>
        </p:nvCxnSpPr>
        <p:spPr>
          <a:xfrm>
            <a:off x="1780946" y="4208579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F5F08-66F6-4B57-899D-2B1309FCBEA8}"/>
              </a:ext>
            </a:extLst>
          </p:cNvPr>
          <p:cNvCxnSpPr>
            <a:cxnSpLocks/>
          </p:cNvCxnSpPr>
          <p:nvPr/>
        </p:nvCxnSpPr>
        <p:spPr>
          <a:xfrm>
            <a:off x="1784056" y="3754489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2D5D8C-FAC4-4EB0-B39C-26B0FD25B36B}"/>
              </a:ext>
            </a:extLst>
          </p:cNvPr>
          <p:cNvCxnSpPr>
            <a:cxnSpLocks/>
          </p:cNvCxnSpPr>
          <p:nvPr/>
        </p:nvCxnSpPr>
        <p:spPr>
          <a:xfrm>
            <a:off x="1780946" y="3294350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0FB08-04D6-4678-B7DA-12B3482CFC91}"/>
              </a:ext>
            </a:extLst>
          </p:cNvPr>
          <p:cNvCxnSpPr>
            <a:cxnSpLocks/>
          </p:cNvCxnSpPr>
          <p:nvPr/>
        </p:nvCxnSpPr>
        <p:spPr>
          <a:xfrm>
            <a:off x="1780946" y="2858921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6D7B20-CBF5-48DD-8B0F-83681A2B0FA9}"/>
              </a:ext>
            </a:extLst>
          </p:cNvPr>
          <p:cNvCxnSpPr>
            <a:cxnSpLocks/>
          </p:cNvCxnSpPr>
          <p:nvPr/>
        </p:nvCxnSpPr>
        <p:spPr>
          <a:xfrm>
            <a:off x="1780946" y="2395500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02EC3B8-2E21-4E91-A7AC-590290A2CE39}"/>
              </a:ext>
            </a:extLst>
          </p:cNvPr>
          <p:cNvSpPr/>
          <p:nvPr/>
        </p:nvSpPr>
        <p:spPr>
          <a:xfrm>
            <a:off x="1785358" y="3453467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56E177-3C60-4301-A16A-CFD5A94BCFDA}"/>
              </a:ext>
            </a:extLst>
          </p:cNvPr>
          <p:cNvSpPr/>
          <p:nvPr/>
        </p:nvSpPr>
        <p:spPr>
          <a:xfrm>
            <a:off x="2683415" y="2990301"/>
            <a:ext cx="937734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05479-F384-4268-B884-E4B8CCAE2D1B}"/>
              </a:ext>
            </a:extLst>
          </p:cNvPr>
          <p:cNvSpPr/>
          <p:nvPr/>
        </p:nvSpPr>
        <p:spPr>
          <a:xfrm>
            <a:off x="4558363" y="2988635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135229-E930-4BA2-972E-F1052A77956A}"/>
              </a:ext>
            </a:extLst>
          </p:cNvPr>
          <p:cNvSpPr/>
          <p:nvPr/>
        </p:nvSpPr>
        <p:spPr>
          <a:xfrm>
            <a:off x="1789233" y="2546085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5BAC8D-743A-4B1A-8642-9398BDCDB430}"/>
              </a:ext>
            </a:extLst>
          </p:cNvPr>
          <p:cNvSpPr/>
          <p:nvPr/>
        </p:nvSpPr>
        <p:spPr>
          <a:xfrm>
            <a:off x="4550063" y="2542433"/>
            <a:ext cx="910252" cy="301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A436EE-FE63-4822-9217-1BFE563D0AF5}"/>
              </a:ext>
            </a:extLst>
          </p:cNvPr>
          <p:cNvSpPr/>
          <p:nvPr/>
        </p:nvSpPr>
        <p:spPr>
          <a:xfrm>
            <a:off x="4549030" y="2078053"/>
            <a:ext cx="910252" cy="312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7F55E8-9909-4F19-8656-1CBBFC3B6D8B}"/>
              </a:ext>
            </a:extLst>
          </p:cNvPr>
          <p:cNvSpPr/>
          <p:nvPr/>
        </p:nvSpPr>
        <p:spPr>
          <a:xfrm>
            <a:off x="2706756" y="2545463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C27A90-DF42-4217-B9F1-EA672F6E8E2A}"/>
              </a:ext>
            </a:extLst>
          </p:cNvPr>
          <p:cNvSpPr/>
          <p:nvPr/>
        </p:nvSpPr>
        <p:spPr>
          <a:xfrm>
            <a:off x="3629442" y="2988277"/>
            <a:ext cx="937734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616F3F-BC9E-4247-95B5-DF8EE79AA7D2}"/>
              </a:ext>
            </a:extLst>
          </p:cNvPr>
          <p:cNvSpPr/>
          <p:nvPr/>
        </p:nvSpPr>
        <p:spPr>
          <a:xfrm>
            <a:off x="2701553" y="3453467"/>
            <a:ext cx="910252" cy="2981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863435-38D4-4A92-8315-CF4EC83CB64C}"/>
              </a:ext>
            </a:extLst>
          </p:cNvPr>
          <p:cNvSpPr/>
          <p:nvPr/>
        </p:nvSpPr>
        <p:spPr>
          <a:xfrm>
            <a:off x="1781981" y="3902216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A7FD38-6DBE-414B-928B-8D92E1A885D8}"/>
              </a:ext>
            </a:extLst>
          </p:cNvPr>
          <p:cNvSpPr/>
          <p:nvPr/>
        </p:nvSpPr>
        <p:spPr>
          <a:xfrm>
            <a:off x="3620625" y="4353268"/>
            <a:ext cx="937733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B0595D-C1BD-4C25-AF9A-BF74DDA7180C}"/>
              </a:ext>
            </a:extLst>
          </p:cNvPr>
          <p:cNvSpPr/>
          <p:nvPr/>
        </p:nvSpPr>
        <p:spPr>
          <a:xfrm>
            <a:off x="1792611" y="4825128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1BE02B-8D83-423C-9EA2-5A9A27A5AB6C}"/>
              </a:ext>
            </a:extLst>
          </p:cNvPr>
          <p:cNvSpPr/>
          <p:nvPr/>
        </p:nvSpPr>
        <p:spPr>
          <a:xfrm>
            <a:off x="4558170" y="5271794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6C39C4-36A3-47FF-B44A-16195D413ACD}"/>
                  </a:ext>
                </a:extLst>
              </p:cNvPr>
              <p:cNvSpPr txBox="1"/>
              <p:nvPr/>
            </p:nvSpPr>
            <p:spPr>
              <a:xfrm>
                <a:off x="1269632" y="2034724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6C39C4-36A3-47FF-B44A-16195D413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32" y="2034724"/>
                <a:ext cx="628022" cy="246221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017E59-09CF-48D6-B37C-D17393C42FF7}"/>
                  </a:ext>
                </a:extLst>
              </p:cNvPr>
              <p:cNvSpPr txBox="1"/>
              <p:nvPr/>
            </p:nvSpPr>
            <p:spPr>
              <a:xfrm>
                <a:off x="1263129" y="2534107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017E59-09CF-48D6-B37C-D17393C42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129" y="2534107"/>
                <a:ext cx="628022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9D1A14-962F-412D-91E0-8BABDAEA65FE}"/>
                  </a:ext>
                </a:extLst>
              </p:cNvPr>
              <p:cNvSpPr txBox="1"/>
              <p:nvPr/>
            </p:nvSpPr>
            <p:spPr>
              <a:xfrm>
                <a:off x="1245982" y="3010397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9D1A14-962F-412D-91E0-8BABDAEA6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982" y="3010397"/>
                <a:ext cx="628022" cy="246221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9908E3-DEE9-4F08-8FAB-890005856C2F}"/>
                  </a:ext>
                </a:extLst>
              </p:cNvPr>
              <p:cNvSpPr txBox="1"/>
              <p:nvPr/>
            </p:nvSpPr>
            <p:spPr>
              <a:xfrm>
                <a:off x="1250096" y="3478272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9908E3-DEE9-4F08-8FAB-890005856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096" y="3478272"/>
                <a:ext cx="628022" cy="246221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CCF91B3-FAB8-427F-861E-184CF86E3632}"/>
                  </a:ext>
                </a:extLst>
              </p:cNvPr>
              <p:cNvSpPr txBox="1"/>
              <p:nvPr/>
            </p:nvSpPr>
            <p:spPr>
              <a:xfrm>
                <a:off x="1269333" y="3905964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CCF91B3-FAB8-427F-861E-184CF86E3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33" y="3905964"/>
                <a:ext cx="628022" cy="246221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5A72FED-04D8-4CF4-BDCA-A5B6E73FB0B0}"/>
                  </a:ext>
                </a:extLst>
              </p:cNvPr>
              <p:cNvSpPr txBox="1"/>
              <p:nvPr/>
            </p:nvSpPr>
            <p:spPr>
              <a:xfrm>
                <a:off x="1245752" y="4367419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5A72FED-04D8-4CF4-BDCA-A5B6E73FB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52" y="4367419"/>
                <a:ext cx="628022" cy="246221"/>
              </a:xfrm>
              <a:prstGeom prst="rect">
                <a:avLst/>
              </a:prstGeom>
              <a:blipFill>
                <a:blip r:embed="rId7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D4FF818-0ADF-437E-A5BE-110AF64261F0}"/>
                  </a:ext>
                </a:extLst>
              </p:cNvPr>
              <p:cNvSpPr txBox="1"/>
              <p:nvPr/>
            </p:nvSpPr>
            <p:spPr>
              <a:xfrm>
                <a:off x="1269588" y="4862842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D4FF818-0ADF-437E-A5BE-110AF6426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588" y="4862842"/>
                <a:ext cx="628022" cy="246221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2D55FAB-7C97-4228-A82A-A14FADC81A7B}"/>
                  </a:ext>
                </a:extLst>
              </p:cNvPr>
              <p:cNvSpPr txBox="1"/>
              <p:nvPr/>
            </p:nvSpPr>
            <p:spPr>
              <a:xfrm>
                <a:off x="1263129" y="5305543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2D55FAB-7C97-4228-A82A-A14FADC81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129" y="5305543"/>
                <a:ext cx="628022" cy="246221"/>
              </a:xfrm>
              <a:prstGeom prst="rect">
                <a:avLst/>
              </a:prstGeom>
              <a:blipFill>
                <a:blip r:embed="rId9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EE08BA86-E29E-4441-BFAB-9803334421AE}"/>
              </a:ext>
            </a:extLst>
          </p:cNvPr>
          <p:cNvSpPr txBox="1"/>
          <p:nvPr/>
        </p:nvSpPr>
        <p:spPr>
          <a:xfrm>
            <a:off x="1677898" y="5611904"/>
            <a:ext cx="4294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0             1              2               3             4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33C22EF-E819-441C-8F1B-3687636E6BF1}"/>
              </a:ext>
            </a:extLst>
          </p:cNvPr>
          <p:cNvSpPr/>
          <p:nvPr/>
        </p:nvSpPr>
        <p:spPr>
          <a:xfrm>
            <a:off x="6075285" y="3432157"/>
            <a:ext cx="525323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091CC67-7575-48AB-8FD9-9B0B5DAA8415}"/>
              </a:ext>
            </a:extLst>
          </p:cNvPr>
          <p:cNvSpPr/>
          <p:nvPr/>
        </p:nvSpPr>
        <p:spPr>
          <a:xfrm>
            <a:off x="6067383" y="2709189"/>
            <a:ext cx="525323" cy="30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BDB340A-98FC-4CF2-9371-D20993F5AE68}"/>
                  </a:ext>
                </a:extLst>
              </p:cNvPr>
              <p:cNvSpPr txBox="1"/>
              <p:nvPr/>
            </p:nvSpPr>
            <p:spPr>
              <a:xfrm>
                <a:off x="6015080" y="2252200"/>
                <a:ext cx="628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BDB340A-98FC-4CF2-9371-D20993F5A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080" y="2252200"/>
                <a:ext cx="628022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E37E02-D0BB-45C4-9704-184E8526064B}"/>
                  </a:ext>
                </a:extLst>
              </p:cNvPr>
              <p:cNvSpPr txBox="1"/>
              <p:nvPr/>
            </p:nvSpPr>
            <p:spPr>
              <a:xfrm>
                <a:off x="6039615" y="2993213"/>
                <a:ext cx="628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E37E02-D0BB-45C4-9704-184E85260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615" y="2993213"/>
                <a:ext cx="628022" cy="276999"/>
              </a:xfrm>
              <a:prstGeom prst="rect">
                <a:avLst/>
              </a:prstGeom>
              <a:blipFill>
                <a:blip r:embed="rId11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6352EF-4677-4ADB-9221-F9044A49BCC4}"/>
                  </a:ext>
                </a:extLst>
              </p:cNvPr>
              <p:cNvSpPr txBox="1"/>
              <p:nvPr/>
            </p:nvSpPr>
            <p:spPr>
              <a:xfrm>
                <a:off x="6064538" y="3693531"/>
                <a:ext cx="628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6352EF-4677-4ADB-9221-F9044A49B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38" y="3693531"/>
                <a:ext cx="628022" cy="276999"/>
              </a:xfrm>
              <a:prstGeom prst="rect">
                <a:avLst/>
              </a:prstGeom>
              <a:blipFill>
                <a:blip r:embed="rId1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3AE20BE-80E9-420B-BF27-646450187810}"/>
              </a:ext>
            </a:extLst>
          </p:cNvPr>
          <p:cNvSpPr/>
          <p:nvPr/>
        </p:nvSpPr>
        <p:spPr>
          <a:xfrm>
            <a:off x="3634178" y="2076949"/>
            <a:ext cx="910246" cy="30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C5803A-10B2-42BB-81B0-3CCFB6465316}"/>
                  </a:ext>
                </a:extLst>
              </p:cNvPr>
              <p:cNvSpPr txBox="1"/>
              <p:nvPr/>
            </p:nvSpPr>
            <p:spPr>
              <a:xfrm>
                <a:off x="2815627" y="2119603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C5803A-10B2-42BB-81B0-3CCFB646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627" y="2119603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611B21-63D1-409B-B81B-6747D9DC37F6}"/>
                  </a:ext>
                </a:extLst>
              </p:cNvPr>
              <p:cNvSpPr txBox="1"/>
              <p:nvPr/>
            </p:nvSpPr>
            <p:spPr>
              <a:xfrm>
                <a:off x="3744249" y="2124543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611B21-63D1-409B-B81B-6747D9DC3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49" y="2124543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EE8FC25-C08D-4850-94C1-AE576E62556B}"/>
                  </a:ext>
                </a:extLst>
              </p:cNvPr>
              <p:cNvSpPr txBox="1"/>
              <p:nvPr/>
            </p:nvSpPr>
            <p:spPr>
              <a:xfrm>
                <a:off x="4699285" y="2128652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EE8FC25-C08D-4850-94C1-AE576E625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2128652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F22366D-06A8-4317-BB4B-AB4E6DD03358}"/>
                  </a:ext>
                </a:extLst>
              </p:cNvPr>
              <p:cNvSpPr txBox="1"/>
              <p:nvPr/>
            </p:nvSpPr>
            <p:spPr>
              <a:xfrm>
                <a:off x="1902141" y="2123128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F22366D-06A8-4317-BB4B-AB4E6DD03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141" y="2123128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882CD761-23E4-498C-9BD9-4608FE63CC14}"/>
              </a:ext>
            </a:extLst>
          </p:cNvPr>
          <p:cNvSpPr/>
          <p:nvPr/>
        </p:nvSpPr>
        <p:spPr>
          <a:xfrm>
            <a:off x="6035065" y="1988481"/>
            <a:ext cx="525324" cy="3012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E312AC2-AD20-4600-9322-5922DBCF1619}"/>
                  </a:ext>
                </a:extLst>
              </p:cNvPr>
              <p:cNvSpPr txBox="1"/>
              <p:nvPr/>
            </p:nvSpPr>
            <p:spPr>
              <a:xfrm>
                <a:off x="3744249" y="2598957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E312AC2-AD20-4600-9322-5922DBCF1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49" y="2598957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06D531C-34E8-4234-A224-95E96EB39A30}"/>
                  </a:ext>
                </a:extLst>
              </p:cNvPr>
              <p:cNvSpPr txBox="1"/>
              <p:nvPr/>
            </p:nvSpPr>
            <p:spPr>
              <a:xfrm>
                <a:off x="1917655" y="3012182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06D531C-34E8-4234-A224-95E96EB3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655" y="3012182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3B36CAD-3B8A-4F2E-AF5F-618E53386FA1}"/>
                  </a:ext>
                </a:extLst>
              </p:cNvPr>
              <p:cNvSpPr txBox="1"/>
              <p:nvPr/>
            </p:nvSpPr>
            <p:spPr>
              <a:xfrm>
                <a:off x="4699285" y="3478916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3B36CAD-3B8A-4F2E-AF5F-618E53386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3478916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6DE83A-6CBA-4EC0-93EF-D43D19A7746A}"/>
                  </a:ext>
                </a:extLst>
              </p:cNvPr>
              <p:cNvSpPr txBox="1"/>
              <p:nvPr/>
            </p:nvSpPr>
            <p:spPr>
              <a:xfrm>
                <a:off x="4699285" y="3927497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6DE83A-6CBA-4EC0-93EF-D43D19A7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3927497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EAB841E9-CDB6-403C-8CD4-B341556E5051}"/>
              </a:ext>
            </a:extLst>
          </p:cNvPr>
          <p:cNvSpPr/>
          <p:nvPr/>
        </p:nvSpPr>
        <p:spPr>
          <a:xfrm>
            <a:off x="3627436" y="3899178"/>
            <a:ext cx="923730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73C9232-73B5-4081-A965-D4622210B61A}"/>
                  </a:ext>
                </a:extLst>
              </p:cNvPr>
              <p:cNvSpPr txBox="1"/>
              <p:nvPr/>
            </p:nvSpPr>
            <p:spPr>
              <a:xfrm>
                <a:off x="1924382" y="2596043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73C9232-73B5-4081-A965-D4622210B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82" y="2596043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1DBB4AF-254C-4569-9641-99CD1635C3C0}"/>
                  </a:ext>
                </a:extLst>
              </p:cNvPr>
              <p:cNvSpPr txBox="1"/>
              <p:nvPr/>
            </p:nvSpPr>
            <p:spPr>
              <a:xfrm>
                <a:off x="1917655" y="3461203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1DBB4AF-254C-4569-9641-99CD1635C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655" y="3461203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3F4CD7-3F8B-453E-A97E-61FB57675044}"/>
                  </a:ext>
                </a:extLst>
              </p:cNvPr>
              <p:cNvSpPr txBox="1"/>
              <p:nvPr/>
            </p:nvSpPr>
            <p:spPr>
              <a:xfrm>
                <a:off x="1924382" y="4392965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3F4CD7-3F8B-453E-A97E-61FB57675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82" y="4392965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2C4F03-B6F6-4260-AA22-9AB69E56AF6E}"/>
                  </a:ext>
                </a:extLst>
              </p:cNvPr>
              <p:cNvSpPr txBox="1"/>
              <p:nvPr/>
            </p:nvSpPr>
            <p:spPr>
              <a:xfrm>
                <a:off x="1933726" y="5313007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2C4F03-B6F6-4260-AA22-9AB69E56A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726" y="5313007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83246D9-A6B5-46F0-BA4E-06F0392D1882}"/>
                  </a:ext>
                </a:extLst>
              </p:cNvPr>
              <p:cNvSpPr txBox="1"/>
              <p:nvPr/>
            </p:nvSpPr>
            <p:spPr>
              <a:xfrm>
                <a:off x="2826340" y="4385540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83246D9-A6B5-46F0-BA4E-06F0392D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340" y="4385540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CE1DC1A-CC3E-42AD-A173-B2E1705883BC}"/>
                  </a:ext>
                </a:extLst>
              </p:cNvPr>
              <p:cNvSpPr txBox="1"/>
              <p:nvPr/>
            </p:nvSpPr>
            <p:spPr>
              <a:xfrm>
                <a:off x="3727442" y="4856979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CE1DC1A-CC3E-42AD-A173-B2E17058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42" y="4856979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3A7C05A-7BF1-42D3-B446-56C28F371503}"/>
                  </a:ext>
                </a:extLst>
              </p:cNvPr>
              <p:cNvSpPr txBox="1"/>
              <p:nvPr/>
            </p:nvSpPr>
            <p:spPr>
              <a:xfrm>
                <a:off x="2838271" y="5319741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3A7C05A-7BF1-42D3-B446-56C28F371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271" y="5319741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D883511-1F23-400D-B2A3-7DF26070BBF2}"/>
                  </a:ext>
                </a:extLst>
              </p:cNvPr>
              <p:cNvSpPr txBox="1"/>
              <p:nvPr/>
            </p:nvSpPr>
            <p:spPr>
              <a:xfrm>
                <a:off x="2831538" y="3945241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D883511-1F23-400D-B2A3-7DF26070B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538" y="3945241"/>
                <a:ext cx="628022" cy="217432"/>
              </a:xfrm>
              <a:prstGeom prst="rect">
                <a:avLst/>
              </a:prstGeom>
              <a:blipFill>
                <a:blip r:embed="rId1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731AD0B-F610-4ECA-A316-E9C15C882441}"/>
                  </a:ext>
                </a:extLst>
              </p:cNvPr>
              <p:cNvSpPr txBox="1"/>
              <p:nvPr/>
            </p:nvSpPr>
            <p:spPr>
              <a:xfrm>
                <a:off x="2821993" y="4857826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731AD0B-F610-4ECA-A316-E9C15C882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993" y="4857826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E9D7333-B9E8-4703-AC9A-0EBE1B4E3C62}"/>
                  </a:ext>
                </a:extLst>
              </p:cNvPr>
              <p:cNvSpPr txBox="1"/>
              <p:nvPr/>
            </p:nvSpPr>
            <p:spPr>
              <a:xfrm>
                <a:off x="1911093" y="3931385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E9D7333-B9E8-4703-AC9A-0EBE1B4E3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093" y="3931385"/>
                <a:ext cx="628022" cy="217817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07617C1-E079-46BC-9C8A-D6398928210B}"/>
                  </a:ext>
                </a:extLst>
              </p:cNvPr>
              <p:cNvSpPr txBox="1"/>
              <p:nvPr/>
            </p:nvSpPr>
            <p:spPr>
              <a:xfrm>
                <a:off x="1932047" y="4853082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07617C1-E079-46BC-9C8A-D63989282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047" y="4853082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E4B3ACD-4A30-4FB4-A08A-05D41D282970}"/>
                  </a:ext>
                </a:extLst>
              </p:cNvPr>
              <p:cNvSpPr txBox="1"/>
              <p:nvPr/>
            </p:nvSpPr>
            <p:spPr>
              <a:xfrm>
                <a:off x="4699285" y="2601959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E4B3ACD-4A30-4FB4-A08A-05D41D282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2601959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C01115B-74AE-4287-9D49-9268BBD598BF}"/>
                  </a:ext>
                </a:extLst>
              </p:cNvPr>
              <p:cNvSpPr txBox="1"/>
              <p:nvPr/>
            </p:nvSpPr>
            <p:spPr>
              <a:xfrm>
                <a:off x="4690145" y="3030371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C01115B-74AE-4287-9D49-9268BBD59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145" y="3030371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C56226C-9A36-4789-887A-590A43B4A617}"/>
                  </a:ext>
                </a:extLst>
              </p:cNvPr>
              <p:cNvSpPr txBox="1"/>
              <p:nvPr/>
            </p:nvSpPr>
            <p:spPr>
              <a:xfrm>
                <a:off x="4709099" y="4372885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C56226C-9A36-4789-887A-590A43B4A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099" y="4372885"/>
                <a:ext cx="628022" cy="217880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F8B8CD4-38D4-4443-B842-B72399B9D6DE}"/>
                  </a:ext>
                </a:extLst>
              </p:cNvPr>
              <p:cNvSpPr txBox="1"/>
              <p:nvPr/>
            </p:nvSpPr>
            <p:spPr>
              <a:xfrm>
                <a:off x="4699285" y="4877013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F8B8CD4-38D4-4443-B842-B72399B9D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4877013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305EB10-4ECC-40E0-8085-8C4A355154B7}"/>
                  </a:ext>
                </a:extLst>
              </p:cNvPr>
              <p:cNvSpPr txBox="1"/>
              <p:nvPr/>
            </p:nvSpPr>
            <p:spPr>
              <a:xfrm>
                <a:off x="3715372" y="5331747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305EB10-4ECC-40E0-8085-8C4A3551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372" y="5331747"/>
                <a:ext cx="628022" cy="217880"/>
              </a:xfrm>
              <a:prstGeom prst="rect">
                <a:avLst/>
              </a:prstGeom>
              <a:blipFill>
                <a:blip r:embed="rId2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686DB78-29DC-4FB1-A790-695EE79F7563}"/>
                  </a:ext>
                </a:extLst>
              </p:cNvPr>
              <p:cNvSpPr txBox="1"/>
              <p:nvPr/>
            </p:nvSpPr>
            <p:spPr>
              <a:xfrm>
                <a:off x="2813324" y="2604826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686DB78-29DC-4FB1-A790-695EE79F7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324" y="2604826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8B9BEF6-EF02-4BB3-A66C-308274E050C0}"/>
                  </a:ext>
                </a:extLst>
              </p:cNvPr>
              <p:cNvSpPr txBox="1"/>
              <p:nvPr/>
            </p:nvSpPr>
            <p:spPr>
              <a:xfrm>
                <a:off x="3743056" y="3041726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8B9BEF6-EF02-4BB3-A66C-308274E05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056" y="3041726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44A3A3C-45E1-4D89-B3CA-6A87F7D911FB}"/>
                  </a:ext>
                </a:extLst>
              </p:cNvPr>
              <p:cNvSpPr txBox="1"/>
              <p:nvPr/>
            </p:nvSpPr>
            <p:spPr>
              <a:xfrm>
                <a:off x="2805431" y="3502851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44A3A3C-45E1-4D89-B3CA-6A87F7D91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431" y="3502851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81EB649-14CF-45B6-9FAF-E9DE834E00B7}"/>
                  </a:ext>
                </a:extLst>
              </p:cNvPr>
              <p:cNvSpPr txBox="1"/>
              <p:nvPr/>
            </p:nvSpPr>
            <p:spPr>
              <a:xfrm>
                <a:off x="3765828" y="4368932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81EB649-14CF-45B6-9FAF-E9DE834E0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828" y="4368932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F07D113-1F37-47A1-B37C-13B746E94565}"/>
                  </a:ext>
                </a:extLst>
              </p:cNvPr>
              <p:cNvSpPr txBox="1"/>
              <p:nvPr/>
            </p:nvSpPr>
            <p:spPr>
              <a:xfrm>
                <a:off x="4698876" y="5315846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F07D113-1F37-47A1-B37C-13B746E9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876" y="5315846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13B1B20-5F76-4FF8-9254-C2599B8DC5CB}"/>
                  </a:ext>
                </a:extLst>
              </p:cNvPr>
              <p:cNvSpPr txBox="1"/>
              <p:nvPr/>
            </p:nvSpPr>
            <p:spPr>
              <a:xfrm>
                <a:off x="3744462" y="3947857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13B1B20-5F76-4FF8-9254-C2599B8DC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462" y="3947857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539342A-30FB-4BEA-8D8C-D812BC3BD4BC}"/>
                  </a:ext>
                </a:extLst>
              </p:cNvPr>
              <p:cNvSpPr txBox="1"/>
              <p:nvPr/>
            </p:nvSpPr>
            <p:spPr>
              <a:xfrm>
                <a:off x="3736029" y="3477091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539342A-30FB-4BEA-8D8C-D812BC3BD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029" y="3477091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07429AB-1041-4B47-B897-2FA6B0E172EF}"/>
                  </a:ext>
                </a:extLst>
              </p:cNvPr>
              <p:cNvSpPr txBox="1"/>
              <p:nvPr/>
            </p:nvSpPr>
            <p:spPr>
              <a:xfrm>
                <a:off x="2813324" y="3037587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07429AB-1041-4B47-B897-2FA6B0E17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324" y="3037587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0FCFA7A-7534-496D-B805-9E5314AF3D55}"/>
              </a:ext>
            </a:extLst>
          </p:cNvPr>
          <p:cNvCxnSpPr>
            <a:cxnSpLocks/>
          </p:cNvCxnSpPr>
          <p:nvPr/>
        </p:nvCxnSpPr>
        <p:spPr>
          <a:xfrm>
            <a:off x="6365366" y="4162673"/>
            <a:ext cx="0" cy="26037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2A9CA7E-A6A0-45FE-AE1C-37DE7949D0B3}"/>
              </a:ext>
            </a:extLst>
          </p:cNvPr>
          <p:cNvCxnSpPr>
            <a:cxnSpLocks/>
          </p:cNvCxnSpPr>
          <p:nvPr/>
        </p:nvCxnSpPr>
        <p:spPr>
          <a:xfrm>
            <a:off x="1791787" y="1758097"/>
            <a:ext cx="2" cy="25065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D29B300-CA83-4193-82FA-84729E82A418}"/>
                  </a:ext>
                </a:extLst>
              </p:cNvPr>
              <p:cNvSpPr txBox="1"/>
              <p:nvPr/>
            </p:nvSpPr>
            <p:spPr>
              <a:xfrm>
                <a:off x="1466667" y="1501264"/>
                <a:ext cx="814214" cy="2503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0070C0"/>
                    </a:solidFill>
                  </a:rPr>
                  <a:t>,</a:t>
                </a:r>
                <a:r>
                  <a:rPr lang="en-IN" sz="1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0070C0"/>
                    </a:solidFill>
                  </a:rPr>
                  <a:t>,</a:t>
                </a:r>
                <a:r>
                  <a:rPr lang="en-IN" sz="1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IN" sz="1600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D29B300-CA83-4193-82FA-84729E82A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667" y="1501264"/>
                <a:ext cx="814214" cy="250325"/>
              </a:xfrm>
              <a:prstGeom prst="rect">
                <a:avLst/>
              </a:prstGeom>
              <a:blipFill>
                <a:blip r:embed="rId21"/>
                <a:stretch>
                  <a:fillRect l="-6767" t="-21951" r="-752" b="-5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7BEA8617-58B3-4429-B247-73D7525B3456}"/>
                  </a:ext>
                </a:extLst>
              </p:cNvPr>
              <p:cNvSpPr txBox="1"/>
              <p:nvPr/>
            </p:nvSpPr>
            <p:spPr>
              <a:xfrm>
                <a:off x="3511376" y="1735521"/>
                <a:ext cx="628022" cy="2491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600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7BEA8617-58B3-4429-B247-73D7525B3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376" y="1735521"/>
                <a:ext cx="628022" cy="249107"/>
              </a:xfrm>
              <a:prstGeom prst="rect">
                <a:avLst/>
              </a:prstGeom>
              <a:blipFill>
                <a:blip r:embed="rId22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EB8C0D07-382E-48D9-B21B-EF19E479F5BE}"/>
              </a:ext>
            </a:extLst>
          </p:cNvPr>
          <p:cNvSpPr txBox="1"/>
          <p:nvPr/>
        </p:nvSpPr>
        <p:spPr>
          <a:xfrm>
            <a:off x="5913826" y="4423047"/>
            <a:ext cx="947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job </a:t>
            </a:r>
          </a:p>
          <a:p>
            <a:pPr algn="ctr"/>
            <a:r>
              <a:rPr lang="en-IN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arrivals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0719460-6014-4B0E-B1A3-77118899B2D3}"/>
              </a:ext>
            </a:extLst>
          </p:cNvPr>
          <p:cNvCxnSpPr>
            <a:cxnSpLocks/>
          </p:cNvCxnSpPr>
          <p:nvPr/>
        </p:nvCxnSpPr>
        <p:spPr>
          <a:xfrm>
            <a:off x="6387616" y="4929555"/>
            <a:ext cx="0" cy="2603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7D9E712-B936-47A2-90D2-2FF1BDDAD196}"/>
              </a:ext>
            </a:extLst>
          </p:cNvPr>
          <p:cNvSpPr txBox="1"/>
          <p:nvPr/>
        </p:nvSpPr>
        <p:spPr>
          <a:xfrm>
            <a:off x="5904758" y="5210601"/>
            <a:ext cx="947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deadlines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C4FE365-F468-4B29-BA55-705ACA6FD292}"/>
              </a:ext>
            </a:extLst>
          </p:cNvPr>
          <p:cNvCxnSpPr>
            <a:cxnSpLocks/>
          </p:cNvCxnSpPr>
          <p:nvPr/>
        </p:nvCxnSpPr>
        <p:spPr>
          <a:xfrm>
            <a:off x="3634178" y="1791519"/>
            <a:ext cx="0" cy="24835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FE8A6EAE-81DC-4BE3-ADD6-BEA5814A53CE}"/>
              </a:ext>
            </a:extLst>
          </p:cNvPr>
          <p:cNvCxnSpPr>
            <a:cxnSpLocks/>
          </p:cNvCxnSpPr>
          <p:nvPr/>
        </p:nvCxnSpPr>
        <p:spPr>
          <a:xfrm>
            <a:off x="5459282" y="1748376"/>
            <a:ext cx="0" cy="2603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5FC0E23-D0B0-4B02-8833-0C2053259A69}"/>
              </a:ext>
            </a:extLst>
          </p:cNvPr>
          <p:cNvCxnSpPr>
            <a:cxnSpLocks/>
          </p:cNvCxnSpPr>
          <p:nvPr/>
        </p:nvCxnSpPr>
        <p:spPr>
          <a:xfrm>
            <a:off x="3627435" y="1503570"/>
            <a:ext cx="1" cy="2599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C3269E8-5234-458C-A2AF-FE2E4A77F9AB}"/>
                  </a:ext>
                </a:extLst>
              </p:cNvPr>
              <p:cNvSpPr txBox="1"/>
              <p:nvPr/>
            </p:nvSpPr>
            <p:spPr>
              <a:xfrm>
                <a:off x="5091856" y="1450908"/>
                <a:ext cx="814214" cy="2503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FF0000"/>
                    </a:solidFill>
                  </a:rPr>
                  <a:t>,</a:t>
                </a:r>
                <a:r>
                  <a:rPr lang="en-I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FF0000"/>
                    </a:solidFill>
                  </a:rPr>
                  <a:t>,</a:t>
                </a:r>
                <a:r>
                  <a:rPr lang="en-I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C3269E8-5234-458C-A2AF-FE2E4A77F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856" y="1450908"/>
                <a:ext cx="814214" cy="250325"/>
              </a:xfrm>
              <a:prstGeom prst="rect">
                <a:avLst/>
              </a:prstGeom>
              <a:blipFill>
                <a:blip r:embed="rId23"/>
                <a:stretch>
                  <a:fillRect l="-5970" t="-21951" r="-746" b="-5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1D2EB3-A76A-45D4-BE1B-970EB3CC9F26}"/>
                  </a:ext>
                </a:extLst>
              </p:cNvPr>
              <p:cNvSpPr/>
              <p:nvPr/>
            </p:nvSpPr>
            <p:spPr>
              <a:xfrm>
                <a:off x="3582866" y="1403708"/>
                <a:ext cx="458587" cy="371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1D2EB3-A76A-45D4-BE1B-970EB3CC9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866" y="1403708"/>
                <a:ext cx="458587" cy="371961"/>
              </a:xfrm>
              <a:prstGeom prst="rect">
                <a:avLst/>
              </a:prstGeom>
              <a:blipFill>
                <a:blip r:embed="rId2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515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67A20290-4C3F-4BCB-A223-4489B1BD6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87280"/>
              </p:ext>
            </p:extLst>
          </p:nvPr>
        </p:nvGraphicFramePr>
        <p:xfrm>
          <a:off x="1613710" y="1945640"/>
          <a:ext cx="81280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1276177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9649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714415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776115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405430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57896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1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8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46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1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9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604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087906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5BE948-03AE-4A5E-9567-A23B665A8883}"/>
              </a:ext>
            </a:extLst>
          </p:cNvPr>
          <p:cNvCxnSpPr>
            <a:cxnSpLocks/>
          </p:cNvCxnSpPr>
          <p:nvPr/>
        </p:nvCxnSpPr>
        <p:spPr>
          <a:xfrm flipV="1">
            <a:off x="2965855" y="2015836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D8B973E-13A7-47FE-B5E0-963797F7F076}"/>
              </a:ext>
            </a:extLst>
          </p:cNvPr>
          <p:cNvCxnSpPr>
            <a:cxnSpLocks/>
          </p:cNvCxnSpPr>
          <p:nvPr/>
        </p:nvCxnSpPr>
        <p:spPr>
          <a:xfrm flipV="1">
            <a:off x="2965855" y="2760339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00FFE0-9428-49C3-8DBC-45FC59606D30}"/>
              </a:ext>
            </a:extLst>
          </p:cNvPr>
          <p:cNvCxnSpPr>
            <a:cxnSpLocks/>
          </p:cNvCxnSpPr>
          <p:nvPr/>
        </p:nvCxnSpPr>
        <p:spPr>
          <a:xfrm flipV="1">
            <a:off x="2965855" y="3498786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EFC0107-CF81-4FAB-924F-20415721E949}"/>
              </a:ext>
            </a:extLst>
          </p:cNvPr>
          <p:cNvSpPr/>
          <p:nvPr/>
        </p:nvSpPr>
        <p:spPr>
          <a:xfrm>
            <a:off x="2965855" y="2309223"/>
            <a:ext cx="1352146" cy="36334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05DFA2-DE99-4DEF-A7AE-E389C9211B10}"/>
              </a:ext>
            </a:extLst>
          </p:cNvPr>
          <p:cNvSpPr/>
          <p:nvPr/>
        </p:nvSpPr>
        <p:spPr>
          <a:xfrm>
            <a:off x="5677710" y="2309619"/>
            <a:ext cx="1352146" cy="36334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6E2887-82BC-4C17-A040-E32184B3EFFA}"/>
              </a:ext>
            </a:extLst>
          </p:cNvPr>
          <p:cNvCxnSpPr>
            <a:cxnSpLocks/>
          </p:cNvCxnSpPr>
          <p:nvPr/>
        </p:nvCxnSpPr>
        <p:spPr>
          <a:xfrm flipV="1">
            <a:off x="5677710" y="2010812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366E655-12FB-479C-8CC0-256D3CA9E5D1}"/>
              </a:ext>
            </a:extLst>
          </p:cNvPr>
          <p:cNvSpPr/>
          <p:nvPr/>
        </p:nvSpPr>
        <p:spPr>
          <a:xfrm>
            <a:off x="7029856" y="3794171"/>
            <a:ext cx="1352146" cy="36334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accent2">
                <a:lumMod val="20000"/>
                <a:lumOff val="80000"/>
              </a:schemeClr>
            </a:bgClr>
          </a:pattFill>
          <a:ln w="31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D29884-05DE-4414-95A3-8D8C1ACE5223}"/>
              </a:ext>
            </a:extLst>
          </p:cNvPr>
          <p:cNvSpPr/>
          <p:nvPr/>
        </p:nvSpPr>
        <p:spPr>
          <a:xfrm>
            <a:off x="4325564" y="3063604"/>
            <a:ext cx="1352146" cy="36334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845695E-535D-4190-8A9D-E2D43EA75A59}"/>
              </a:ext>
            </a:extLst>
          </p:cNvPr>
          <p:cNvSpPr/>
          <p:nvPr/>
        </p:nvSpPr>
        <p:spPr>
          <a:xfrm>
            <a:off x="4325218" y="1796683"/>
            <a:ext cx="1360075" cy="2845837"/>
          </a:xfrm>
          <a:prstGeom prst="roundRect">
            <a:avLst>
              <a:gd name="adj" fmla="val 8554"/>
            </a:avLst>
          </a:prstGeom>
          <a:solidFill>
            <a:schemeClr val="bg2">
              <a:alpha val="56000"/>
            </a:schemeClr>
          </a:solidFill>
          <a:ln w="412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3F47FC-60C0-4670-86D3-D53729E494A6}"/>
                  </a:ext>
                </a:extLst>
              </p:cNvPr>
              <p:cNvSpPr txBox="1"/>
              <p:nvPr/>
            </p:nvSpPr>
            <p:spPr>
              <a:xfrm>
                <a:off x="4579215" y="1922937"/>
                <a:ext cx="11658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=1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3F47FC-60C0-4670-86D3-D53729E49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215" y="1922937"/>
                <a:ext cx="1165860" cy="461665"/>
              </a:xfrm>
              <a:prstGeom prst="rect">
                <a:avLst/>
              </a:prstGeom>
              <a:blipFill>
                <a:blip r:embed="rId2"/>
                <a:stretch>
                  <a:fillRect l="-1047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30ED83-D20A-400D-8474-D5A8AEF680C4}"/>
                  </a:ext>
                </a:extLst>
              </p:cNvPr>
              <p:cNvSpPr txBox="1"/>
              <p:nvPr/>
            </p:nvSpPr>
            <p:spPr>
              <a:xfrm>
                <a:off x="1874578" y="2022074"/>
                <a:ext cx="11658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Victim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30ED83-D20A-400D-8474-D5A8AEF68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78" y="2022074"/>
                <a:ext cx="1165860" cy="707886"/>
              </a:xfrm>
              <a:prstGeom prst="rect">
                <a:avLst/>
              </a:prstGeom>
              <a:blipFill>
                <a:blip r:embed="rId3"/>
                <a:stretch>
                  <a:fillRect b="-94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00C9EC-1439-47D8-924D-2841E1A535C5}"/>
                  </a:ext>
                </a:extLst>
              </p:cNvPr>
              <p:cNvSpPr txBox="1"/>
              <p:nvPr/>
            </p:nvSpPr>
            <p:spPr>
              <a:xfrm>
                <a:off x="1799995" y="2971945"/>
                <a:ext cx="1165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00C9EC-1439-47D8-924D-2841E1A53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995" y="2971945"/>
                <a:ext cx="1165860" cy="400110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53AADB-99DB-4765-A2B5-E1B68055C9D3}"/>
                  </a:ext>
                </a:extLst>
              </p:cNvPr>
              <p:cNvSpPr txBox="1"/>
              <p:nvPr/>
            </p:nvSpPr>
            <p:spPr>
              <a:xfrm>
                <a:off x="1648837" y="3494881"/>
                <a:ext cx="14681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(Attacker)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53AADB-99DB-4765-A2B5-E1B68055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837" y="3494881"/>
                <a:ext cx="1468176" cy="707886"/>
              </a:xfrm>
              <a:prstGeom prst="rect">
                <a:avLst/>
              </a:prstGeom>
              <a:blipFill>
                <a:blip r:embed="rId5"/>
                <a:stretch>
                  <a:fillRect l="-4149" b="-14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AAEBEDF-1AF8-4DC7-AC0C-41E6EFADFC38}"/>
              </a:ext>
            </a:extLst>
          </p:cNvPr>
          <p:cNvSpPr txBox="1"/>
          <p:nvPr/>
        </p:nvSpPr>
        <p:spPr>
          <a:xfrm>
            <a:off x="2868930" y="4600140"/>
            <a:ext cx="6553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0                 1                 2                   3                 4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0DD274-6617-40C6-86FF-48F100965ED9}"/>
              </a:ext>
            </a:extLst>
          </p:cNvPr>
          <p:cNvSpPr/>
          <p:nvPr/>
        </p:nvSpPr>
        <p:spPr>
          <a:xfrm>
            <a:off x="1613710" y="1942268"/>
            <a:ext cx="8128002" cy="25992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CBDCA1-38D3-4EBC-9CE6-DCC2CF52489B}"/>
              </a:ext>
            </a:extLst>
          </p:cNvPr>
          <p:cNvSpPr/>
          <p:nvPr/>
        </p:nvSpPr>
        <p:spPr>
          <a:xfrm>
            <a:off x="7049449" y="1819361"/>
            <a:ext cx="1366927" cy="2845838"/>
          </a:xfrm>
          <a:prstGeom prst="roundRect">
            <a:avLst>
              <a:gd name="adj" fmla="val 8554"/>
            </a:avLst>
          </a:prstGeom>
          <a:solidFill>
            <a:schemeClr val="bg2">
              <a:alpha val="56000"/>
            </a:schemeClr>
          </a:solidFill>
          <a:ln w="412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3EFB02-C77D-4467-9276-21D5C0AAC6FA}"/>
                  </a:ext>
                </a:extLst>
              </p:cNvPr>
              <p:cNvSpPr txBox="1"/>
              <p:nvPr/>
            </p:nvSpPr>
            <p:spPr>
              <a:xfrm>
                <a:off x="7318805" y="1923614"/>
                <a:ext cx="11658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=1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3EFB02-C77D-4467-9276-21D5C0AAC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805" y="1923614"/>
                <a:ext cx="1165860" cy="461665"/>
              </a:xfrm>
              <a:prstGeom prst="rect">
                <a:avLst/>
              </a:prstGeom>
              <a:blipFill>
                <a:blip r:embed="rId6"/>
                <a:stretch>
                  <a:fillRect l="-1571" t="-10667"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CDA9C9-7F0E-4CCC-A3BA-A6891FB06CA9}"/>
              </a:ext>
            </a:extLst>
          </p:cNvPr>
          <p:cNvCxnSpPr>
            <a:cxnSpLocks/>
          </p:cNvCxnSpPr>
          <p:nvPr/>
        </p:nvCxnSpPr>
        <p:spPr>
          <a:xfrm>
            <a:off x="2965855" y="2677936"/>
            <a:ext cx="617814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A6BC65-AF86-4ECD-B29E-FA02C8F67831}"/>
              </a:ext>
            </a:extLst>
          </p:cNvPr>
          <p:cNvCxnSpPr>
            <a:cxnSpLocks/>
          </p:cNvCxnSpPr>
          <p:nvPr/>
        </p:nvCxnSpPr>
        <p:spPr>
          <a:xfrm>
            <a:off x="2965855" y="3427467"/>
            <a:ext cx="617814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A12FDC-BB81-4756-82E2-F85BDECBD397}"/>
              </a:ext>
            </a:extLst>
          </p:cNvPr>
          <p:cNvCxnSpPr>
            <a:cxnSpLocks/>
          </p:cNvCxnSpPr>
          <p:nvPr/>
        </p:nvCxnSpPr>
        <p:spPr>
          <a:xfrm>
            <a:off x="2965855" y="4165914"/>
            <a:ext cx="617814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508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AF016EC-A9A7-4509-96F0-12BD16180AF6}"/>
              </a:ext>
            </a:extLst>
          </p:cNvPr>
          <p:cNvGrpSpPr/>
          <p:nvPr/>
        </p:nvGrpSpPr>
        <p:grpSpPr>
          <a:xfrm>
            <a:off x="1245752" y="780585"/>
            <a:ext cx="8088221" cy="5415534"/>
            <a:chOff x="1245752" y="1403708"/>
            <a:chExt cx="5569857" cy="454878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82AB4C1-E641-4E07-A090-CBDA9FD567EC}"/>
                </a:ext>
              </a:extLst>
            </p:cNvPr>
            <p:cNvSpPr/>
            <p:nvPr/>
          </p:nvSpPr>
          <p:spPr>
            <a:xfrm>
              <a:off x="1351370" y="1403708"/>
              <a:ext cx="5379491" cy="4548782"/>
            </a:xfrm>
            <a:prstGeom prst="roundRect">
              <a:avLst>
                <a:gd name="adj" fmla="val 3507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4B090C-9B7A-4FFE-ADB1-2FCF5AC5B86A}"/>
                </a:ext>
              </a:extLst>
            </p:cNvPr>
            <p:cNvSpPr/>
            <p:nvPr/>
          </p:nvSpPr>
          <p:spPr>
            <a:xfrm>
              <a:off x="1780945" y="2078053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91D1EF-9D58-4C51-B62C-9D8EAE666B69}"/>
                </a:ext>
              </a:extLst>
            </p:cNvPr>
            <p:cNvSpPr/>
            <p:nvPr/>
          </p:nvSpPr>
          <p:spPr>
            <a:xfrm>
              <a:off x="1780945" y="2995306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598A92-955E-4A99-BEB6-66845EBF1CF1}"/>
                </a:ext>
              </a:extLst>
            </p:cNvPr>
            <p:cNvSpPr/>
            <p:nvPr/>
          </p:nvSpPr>
          <p:spPr>
            <a:xfrm>
              <a:off x="3625294" y="2540173"/>
              <a:ext cx="941881" cy="31244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11002F-B1A1-4AD1-84DD-0BE0B60545A5}"/>
                </a:ext>
              </a:extLst>
            </p:cNvPr>
            <p:cNvSpPr/>
            <p:nvPr/>
          </p:nvSpPr>
          <p:spPr>
            <a:xfrm>
              <a:off x="4558358" y="3454985"/>
              <a:ext cx="910064" cy="2934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1A0C17-5E93-4350-80BD-FE9C4EDF6FE8}"/>
                </a:ext>
              </a:extLst>
            </p:cNvPr>
            <p:cNvSpPr/>
            <p:nvPr/>
          </p:nvSpPr>
          <p:spPr>
            <a:xfrm>
              <a:off x="4558358" y="3899743"/>
              <a:ext cx="910257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0484E9-6B84-4577-A115-521D29B43C20}"/>
                </a:ext>
              </a:extLst>
            </p:cNvPr>
            <p:cNvSpPr/>
            <p:nvPr/>
          </p:nvSpPr>
          <p:spPr>
            <a:xfrm>
              <a:off x="2704835" y="4352295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F2A37F-D532-4C1A-A682-E5C929809C49}"/>
                </a:ext>
              </a:extLst>
            </p:cNvPr>
            <p:cNvSpPr/>
            <p:nvPr/>
          </p:nvSpPr>
          <p:spPr>
            <a:xfrm>
              <a:off x="3621142" y="4826960"/>
              <a:ext cx="937028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0A94AF-CE8F-4CF0-B2EA-C18C070AAB0B}"/>
                </a:ext>
              </a:extLst>
            </p:cNvPr>
            <p:cNvSpPr/>
            <p:nvPr/>
          </p:nvSpPr>
          <p:spPr>
            <a:xfrm>
              <a:off x="2701043" y="5270690"/>
              <a:ext cx="910252" cy="30824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3B80B1-5984-45F4-928D-DFF67EB1ED55}"/>
                </a:ext>
              </a:extLst>
            </p:cNvPr>
            <p:cNvSpPr/>
            <p:nvPr/>
          </p:nvSpPr>
          <p:spPr>
            <a:xfrm>
              <a:off x="2691197" y="2078988"/>
              <a:ext cx="947581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558EEF-FB8A-4592-9EAB-DC3884F8F60A}"/>
                </a:ext>
              </a:extLst>
            </p:cNvPr>
            <p:cNvSpPr/>
            <p:nvPr/>
          </p:nvSpPr>
          <p:spPr>
            <a:xfrm>
              <a:off x="2701565" y="3900873"/>
              <a:ext cx="923730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799FD4-7F0E-4D97-AADD-D9F5F56E7387}"/>
                </a:ext>
              </a:extLst>
            </p:cNvPr>
            <p:cNvSpPr/>
            <p:nvPr/>
          </p:nvSpPr>
          <p:spPr>
            <a:xfrm>
              <a:off x="3620626" y="3453467"/>
              <a:ext cx="937734" cy="2982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9EF548-318C-4A78-832E-F8B333E98C66}"/>
                </a:ext>
              </a:extLst>
            </p:cNvPr>
            <p:cNvSpPr/>
            <p:nvPr/>
          </p:nvSpPr>
          <p:spPr>
            <a:xfrm>
              <a:off x="4558358" y="4353261"/>
              <a:ext cx="910974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41F8EC0-74E2-4C31-A8F3-19326ABEBE88}"/>
                </a:ext>
              </a:extLst>
            </p:cNvPr>
            <p:cNvSpPr/>
            <p:nvPr/>
          </p:nvSpPr>
          <p:spPr>
            <a:xfrm>
              <a:off x="2705197" y="4827234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E68DEC-A72F-4147-BA45-C7D8F31EBF2A}"/>
                </a:ext>
              </a:extLst>
            </p:cNvPr>
            <p:cNvSpPr/>
            <p:nvPr/>
          </p:nvSpPr>
          <p:spPr>
            <a:xfrm>
              <a:off x="3620435" y="5270689"/>
              <a:ext cx="937733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622CF4-BF7C-406B-B304-97DE6CC5089E}"/>
                </a:ext>
              </a:extLst>
            </p:cNvPr>
            <p:cNvSpPr/>
            <p:nvPr/>
          </p:nvSpPr>
          <p:spPr>
            <a:xfrm>
              <a:off x="1782492" y="5271751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B76CB0-F640-49DC-9B7F-A9CCE8F8289E}"/>
                </a:ext>
              </a:extLst>
            </p:cNvPr>
            <p:cNvSpPr/>
            <p:nvPr/>
          </p:nvSpPr>
          <p:spPr>
            <a:xfrm>
              <a:off x="4558358" y="4826484"/>
              <a:ext cx="910256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E0B83B2-863B-4DE7-8DB1-8ABD56EA476A}"/>
                </a:ext>
              </a:extLst>
            </p:cNvPr>
            <p:cNvSpPr/>
            <p:nvPr/>
          </p:nvSpPr>
          <p:spPr>
            <a:xfrm>
              <a:off x="1785868" y="4351309"/>
              <a:ext cx="932799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C008F38-C2F8-481D-BF0F-7FE1F632C78E}"/>
                </a:ext>
              </a:extLst>
            </p:cNvPr>
            <p:cNvSpPr/>
            <p:nvPr/>
          </p:nvSpPr>
          <p:spPr>
            <a:xfrm>
              <a:off x="1785358" y="3453467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7416DA2-B542-4EF6-9F4B-A505A87E2836}"/>
                </a:ext>
              </a:extLst>
            </p:cNvPr>
            <p:cNvSpPr/>
            <p:nvPr/>
          </p:nvSpPr>
          <p:spPr>
            <a:xfrm>
              <a:off x="2683415" y="2990301"/>
              <a:ext cx="937734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470017-B6A3-4626-B563-FE8C432F8731}"/>
                </a:ext>
              </a:extLst>
            </p:cNvPr>
            <p:cNvSpPr/>
            <p:nvPr/>
          </p:nvSpPr>
          <p:spPr>
            <a:xfrm>
              <a:off x="4558363" y="2988635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77B57D2-8AD6-4936-B3FD-3BA32C894481}"/>
                </a:ext>
              </a:extLst>
            </p:cNvPr>
            <p:cNvSpPr/>
            <p:nvPr/>
          </p:nvSpPr>
          <p:spPr>
            <a:xfrm>
              <a:off x="1789233" y="2546085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568F4AF-01CC-4777-BFB9-64C2922AEEE8}"/>
                </a:ext>
              </a:extLst>
            </p:cNvPr>
            <p:cNvSpPr/>
            <p:nvPr/>
          </p:nvSpPr>
          <p:spPr>
            <a:xfrm>
              <a:off x="4550063" y="2542433"/>
              <a:ext cx="910252" cy="301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7AF104-2458-4428-A707-DA4D660B4F73}"/>
                </a:ext>
              </a:extLst>
            </p:cNvPr>
            <p:cNvSpPr/>
            <p:nvPr/>
          </p:nvSpPr>
          <p:spPr>
            <a:xfrm>
              <a:off x="4549030" y="2078053"/>
              <a:ext cx="910252" cy="3126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8DB8EBF-4224-440E-A3C8-B4529D549BDD}"/>
                </a:ext>
              </a:extLst>
            </p:cNvPr>
            <p:cNvSpPr/>
            <p:nvPr/>
          </p:nvSpPr>
          <p:spPr>
            <a:xfrm>
              <a:off x="2706756" y="2545463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E5950A2-FF66-4D56-8721-00B685AB116B}"/>
                </a:ext>
              </a:extLst>
            </p:cNvPr>
            <p:cNvSpPr/>
            <p:nvPr/>
          </p:nvSpPr>
          <p:spPr>
            <a:xfrm>
              <a:off x="3629442" y="2988277"/>
              <a:ext cx="937734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D331958-C252-4EB2-8CBF-B5901B0D8D3E}"/>
                </a:ext>
              </a:extLst>
            </p:cNvPr>
            <p:cNvSpPr/>
            <p:nvPr/>
          </p:nvSpPr>
          <p:spPr>
            <a:xfrm>
              <a:off x="2701553" y="3453467"/>
              <a:ext cx="910252" cy="2981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C5CFC5-DAD2-4D35-B8A4-42148EF5743B}"/>
                </a:ext>
              </a:extLst>
            </p:cNvPr>
            <p:cNvSpPr/>
            <p:nvPr/>
          </p:nvSpPr>
          <p:spPr>
            <a:xfrm>
              <a:off x="1781981" y="3902216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9A6276A-13B6-4531-9E43-4F8AE67698DD}"/>
                </a:ext>
              </a:extLst>
            </p:cNvPr>
            <p:cNvSpPr/>
            <p:nvPr/>
          </p:nvSpPr>
          <p:spPr>
            <a:xfrm>
              <a:off x="3620625" y="4353268"/>
              <a:ext cx="937733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310D63E-C6A3-4348-A4E3-9B98ADB7AE1F}"/>
                </a:ext>
              </a:extLst>
            </p:cNvPr>
            <p:cNvSpPr/>
            <p:nvPr/>
          </p:nvSpPr>
          <p:spPr>
            <a:xfrm>
              <a:off x="1792611" y="4825128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13B24CE-AB98-41E9-8CA3-03DA8E6234FC}"/>
                </a:ext>
              </a:extLst>
            </p:cNvPr>
            <p:cNvSpPr/>
            <p:nvPr/>
          </p:nvSpPr>
          <p:spPr>
            <a:xfrm>
              <a:off x="4558170" y="5271794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8045B7-ED75-4620-AA84-BCB63F4398AE}"/>
                    </a:ext>
                  </a:extLst>
                </p:cNvPr>
                <p:cNvSpPr txBox="1"/>
                <p:nvPr/>
              </p:nvSpPr>
              <p:spPr>
                <a:xfrm>
                  <a:off x="1269632" y="2034724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8045B7-ED75-4620-AA84-BCB63F439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632" y="2034724"/>
                  <a:ext cx="628022" cy="255440"/>
                </a:xfrm>
                <a:prstGeom prst="rect">
                  <a:avLst/>
                </a:prstGeom>
                <a:blipFill>
                  <a:blip r:embed="rId2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7F83FAA-E774-445F-B7B5-F3066A32941E}"/>
                    </a:ext>
                  </a:extLst>
                </p:cNvPr>
                <p:cNvSpPr txBox="1"/>
                <p:nvPr/>
              </p:nvSpPr>
              <p:spPr>
                <a:xfrm>
                  <a:off x="1263129" y="2534107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7F83FAA-E774-445F-B7B5-F3066A32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129" y="2534107"/>
                  <a:ext cx="628022" cy="255440"/>
                </a:xfrm>
                <a:prstGeom prst="rect">
                  <a:avLst/>
                </a:prstGeom>
                <a:blipFill>
                  <a:blip r:embed="rId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25AB94-15F7-461C-8628-7906C76FFFF1}"/>
                    </a:ext>
                  </a:extLst>
                </p:cNvPr>
                <p:cNvSpPr txBox="1"/>
                <p:nvPr/>
              </p:nvSpPr>
              <p:spPr>
                <a:xfrm>
                  <a:off x="1245982" y="3010397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25AB94-15F7-461C-8628-7906C76FF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982" y="3010397"/>
                  <a:ext cx="628022" cy="255440"/>
                </a:xfrm>
                <a:prstGeom prst="rect">
                  <a:avLst/>
                </a:prstGeom>
                <a:blipFill>
                  <a:blip r:embed="rId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BB8FE3C-4E1C-4AB7-9ECF-7EE1F09D08A6}"/>
                    </a:ext>
                  </a:extLst>
                </p:cNvPr>
                <p:cNvSpPr txBox="1"/>
                <p:nvPr/>
              </p:nvSpPr>
              <p:spPr>
                <a:xfrm>
                  <a:off x="1250096" y="3478272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BB8FE3C-4E1C-4AB7-9ECF-7EE1F09D0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96" y="3478272"/>
                  <a:ext cx="628022" cy="255440"/>
                </a:xfrm>
                <a:prstGeom prst="rect">
                  <a:avLst/>
                </a:prstGeom>
                <a:blipFill>
                  <a:blip r:embed="rId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124BC7D-7719-48EC-BC0D-24F0D0B7BCC4}"/>
                    </a:ext>
                  </a:extLst>
                </p:cNvPr>
                <p:cNvSpPr txBox="1"/>
                <p:nvPr/>
              </p:nvSpPr>
              <p:spPr>
                <a:xfrm>
                  <a:off x="1269333" y="3905964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124BC7D-7719-48EC-BC0D-24F0D0B7B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333" y="3905964"/>
                  <a:ext cx="628022" cy="255440"/>
                </a:xfrm>
                <a:prstGeom prst="rect">
                  <a:avLst/>
                </a:prstGeom>
                <a:blipFill>
                  <a:blip r:embed="rId6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E744BE7-39F8-4D63-BF7A-FA0577E63FE3}"/>
                    </a:ext>
                  </a:extLst>
                </p:cNvPr>
                <p:cNvSpPr txBox="1"/>
                <p:nvPr/>
              </p:nvSpPr>
              <p:spPr>
                <a:xfrm>
                  <a:off x="1245752" y="4367419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E744BE7-39F8-4D63-BF7A-FA0577E63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752" y="4367419"/>
                  <a:ext cx="628022" cy="255440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C7D6A6-AEE6-47D4-A5BB-29F4C9B04C55}"/>
                    </a:ext>
                  </a:extLst>
                </p:cNvPr>
                <p:cNvSpPr txBox="1"/>
                <p:nvPr/>
              </p:nvSpPr>
              <p:spPr>
                <a:xfrm>
                  <a:off x="1269588" y="4862842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C7D6A6-AEE6-47D4-A5BB-29F4C9B04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588" y="4862842"/>
                  <a:ext cx="628022" cy="255440"/>
                </a:xfrm>
                <a:prstGeom prst="rect">
                  <a:avLst/>
                </a:prstGeom>
                <a:blipFill>
                  <a:blip r:embed="rId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8683BF0-8FD8-4A92-8DDD-19D151ACE060}"/>
                    </a:ext>
                  </a:extLst>
                </p:cNvPr>
                <p:cNvSpPr txBox="1"/>
                <p:nvPr/>
              </p:nvSpPr>
              <p:spPr>
                <a:xfrm>
                  <a:off x="1263129" y="5305543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8683BF0-8FD8-4A92-8DDD-19D151ACE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129" y="5305543"/>
                  <a:ext cx="628022" cy="255440"/>
                </a:xfrm>
                <a:prstGeom prst="rect">
                  <a:avLst/>
                </a:prstGeom>
                <a:blipFill>
                  <a:blip r:embed="rId9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72CF1C1-555D-40F0-8BF1-C4E9A6B6E0E5}"/>
                </a:ext>
              </a:extLst>
            </p:cNvPr>
            <p:cNvSpPr txBox="1"/>
            <p:nvPr/>
          </p:nvSpPr>
          <p:spPr>
            <a:xfrm>
              <a:off x="1677898" y="5611904"/>
              <a:ext cx="4294979" cy="310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0                        1                        2                        3                       4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7A1C648-DDDA-41CA-8CC9-C4ED7AD94B4C}"/>
                </a:ext>
              </a:extLst>
            </p:cNvPr>
            <p:cNvSpPr/>
            <p:nvPr/>
          </p:nvSpPr>
          <p:spPr>
            <a:xfrm>
              <a:off x="6075285" y="3432157"/>
              <a:ext cx="525323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53457E-2595-497D-BFB2-371D916508A4}"/>
                </a:ext>
              </a:extLst>
            </p:cNvPr>
            <p:cNvSpPr/>
            <p:nvPr/>
          </p:nvSpPr>
          <p:spPr>
            <a:xfrm>
              <a:off x="6067383" y="2709189"/>
              <a:ext cx="525323" cy="30120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DEEFF99-DFCF-4CF7-90A4-6DA49A6D9057}"/>
                    </a:ext>
                  </a:extLst>
                </p:cNvPr>
                <p:cNvSpPr txBox="1"/>
                <p:nvPr/>
              </p:nvSpPr>
              <p:spPr>
                <a:xfrm>
                  <a:off x="6016033" y="2302635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DEEFF99-DFCF-4CF7-90A4-6DA49A6D9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033" y="2302635"/>
                  <a:ext cx="628022" cy="255440"/>
                </a:xfrm>
                <a:prstGeom prst="rect">
                  <a:avLst/>
                </a:prstGeom>
                <a:blipFill>
                  <a:blip r:embed="rId10"/>
                  <a:stretch>
                    <a:fillRect b="-81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5093773-3443-4749-A941-96C1A0BF7857}"/>
                    </a:ext>
                  </a:extLst>
                </p:cNvPr>
                <p:cNvSpPr txBox="1"/>
                <p:nvPr/>
              </p:nvSpPr>
              <p:spPr>
                <a:xfrm>
                  <a:off x="6016033" y="3033839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5093773-3443-4749-A941-96C1A0BF7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033" y="3033839"/>
                  <a:ext cx="628022" cy="255440"/>
                </a:xfrm>
                <a:prstGeom prst="rect">
                  <a:avLst/>
                </a:prstGeom>
                <a:blipFill>
                  <a:blip r:embed="rId11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B517AC7-2367-4227-9ABB-4870DA826430}"/>
                    </a:ext>
                  </a:extLst>
                </p:cNvPr>
                <p:cNvSpPr txBox="1"/>
                <p:nvPr/>
              </p:nvSpPr>
              <p:spPr>
                <a:xfrm>
                  <a:off x="6035065" y="3776799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B517AC7-2367-4227-9ABB-4870DA826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5065" y="3776799"/>
                  <a:ext cx="628022" cy="255440"/>
                </a:xfrm>
                <a:prstGeom prst="rect">
                  <a:avLst/>
                </a:prstGeom>
                <a:blipFill>
                  <a:blip r:embed="rId12"/>
                  <a:stretch>
                    <a:fillRect b="-81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801FF19-343D-452A-A598-872F2A624BC2}"/>
                </a:ext>
              </a:extLst>
            </p:cNvPr>
            <p:cNvSpPr/>
            <p:nvPr/>
          </p:nvSpPr>
          <p:spPr>
            <a:xfrm>
              <a:off x="3634178" y="2076949"/>
              <a:ext cx="910246" cy="3027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9F02584-C98D-4B38-8B10-8AB471A6D1D0}"/>
                    </a:ext>
                  </a:extLst>
                </p:cNvPr>
                <p:cNvSpPr txBox="1"/>
                <p:nvPr/>
              </p:nvSpPr>
              <p:spPr>
                <a:xfrm>
                  <a:off x="2815627" y="211023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9F02584-C98D-4B38-8B10-8AB471A6D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5627" y="2110237"/>
                  <a:ext cx="628022" cy="257864"/>
                </a:xfrm>
                <a:prstGeom prst="rect">
                  <a:avLst/>
                </a:prstGeom>
                <a:blipFill>
                  <a:blip r:embed="rId13"/>
                  <a:stretch>
                    <a:fillRect t="-2000" b="-1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E073977-B4BA-404E-8689-A6F91BBF64B5}"/>
                    </a:ext>
                  </a:extLst>
                </p:cNvPr>
                <p:cNvSpPr txBox="1"/>
                <p:nvPr/>
              </p:nvSpPr>
              <p:spPr>
                <a:xfrm>
                  <a:off x="3743056" y="2105179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E073977-B4BA-404E-8689-A6F91BBF6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056" y="2105179"/>
                  <a:ext cx="628022" cy="258396"/>
                </a:xfrm>
                <a:prstGeom prst="rect">
                  <a:avLst/>
                </a:prstGeom>
                <a:blipFill>
                  <a:blip r:embed="rId14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037C864-BF8B-43A6-A580-F5E4A03C4882}"/>
                    </a:ext>
                  </a:extLst>
                </p:cNvPr>
                <p:cNvSpPr txBox="1"/>
                <p:nvPr/>
              </p:nvSpPr>
              <p:spPr>
                <a:xfrm>
                  <a:off x="4699285" y="2119286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037C864-BF8B-43A6-A580-F5E4A03C4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2119286"/>
                  <a:ext cx="628022" cy="258337"/>
                </a:xfrm>
                <a:prstGeom prst="rect">
                  <a:avLst/>
                </a:prstGeom>
                <a:blipFill>
                  <a:blip r:embed="rId15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3482201-5BD5-4408-AF68-25E220BC3CC4}"/>
                    </a:ext>
                  </a:extLst>
                </p:cNvPr>
                <p:cNvSpPr txBox="1"/>
                <p:nvPr/>
              </p:nvSpPr>
              <p:spPr>
                <a:xfrm>
                  <a:off x="1902141" y="2113762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3482201-5BD5-4408-AF68-25E220BC3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2141" y="2113762"/>
                  <a:ext cx="628022" cy="259638"/>
                </a:xfrm>
                <a:prstGeom prst="rect">
                  <a:avLst/>
                </a:prstGeom>
                <a:blipFill>
                  <a:blip r:embed="rId16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6098CC0-BC92-4D3C-AAF5-5F621A78F2A8}"/>
                </a:ext>
              </a:extLst>
            </p:cNvPr>
            <p:cNvSpPr/>
            <p:nvPr/>
          </p:nvSpPr>
          <p:spPr>
            <a:xfrm>
              <a:off x="6035065" y="1988481"/>
              <a:ext cx="525324" cy="3012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AFD564-1A91-4DAE-947F-7820EC43ECAC}"/>
                    </a:ext>
                  </a:extLst>
                </p:cNvPr>
                <p:cNvSpPr txBox="1"/>
                <p:nvPr/>
              </p:nvSpPr>
              <p:spPr>
                <a:xfrm>
                  <a:off x="3744249" y="2598957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AFD564-1A91-4DAE-947F-7820EC43E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249" y="2598957"/>
                  <a:ext cx="628022" cy="259638"/>
                </a:xfrm>
                <a:prstGeom prst="rect">
                  <a:avLst/>
                </a:prstGeom>
                <a:blipFill>
                  <a:blip r:embed="rId17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BB29B81-4346-4841-90E8-10D11CD0D4CA}"/>
                    </a:ext>
                  </a:extLst>
                </p:cNvPr>
                <p:cNvSpPr txBox="1"/>
                <p:nvPr/>
              </p:nvSpPr>
              <p:spPr>
                <a:xfrm>
                  <a:off x="1917655" y="3012182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BB29B81-4346-4841-90E8-10D11CD0D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7655" y="3012182"/>
                  <a:ext cx="628022" cy="259638"/>
                </a:xfrm>
                <a:prstGeom prst="rect">
                  <a:avLst/>
                </a:prstGeom>
                <a:blipFill>
                  <a:blip r:embed="rId18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3BAAFF5-D3B8-4B39-83DC-229E3A116B92}"/>
                    </a:ext>
                  </a:extLst>
                </p:cNvPr>
                <p:cNvSpPr txBox="1"/>
                <p:nvPr/>
              </p:nvSpPr>
              <p:spPr>
                <a:xfrm>
                  <a:off x="4699285" y="3478916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3BAAFF5-D3B8-4B39-83DC-229E3A116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3478916"/>
                  <a:ext cx="628022" cy="259638"/>
                </a:xfrm>
                <a:prstGeom prst="rect">
                  <a:avLst/>
                </a:prstGeom>
                <a:blipFill>
                  <a:blip r:embed="rId19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B2024B-661A-49C0-8E85-E89CE64C6E16}"/>
                    </a:ext>
                  </a:extLst>
                </p:cNvPr>
                <p:cNvSpPr txBox="1"/>
                <p:nvPr/>
              </p:nvSpPr>
              <p:spPr>
                <a:xfrm>
                  <a:off x="4699285" y="3927497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B2024B-661A-49C0-8E85-E89CE64C6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3927497"/>
                  <a:ext cx="628022" cy="259638"/>
                </a:xfrm>
                <a:prstGeom prst="rect">
                  <a:avLst/>
                </a:prstGeom>
                <a:blipFill>
                  <a:blip r:embed="rId20"/>
                  <a:stretch>
                    <a:fillRect t="-1961" b="-58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F9097D5-A4D2-4025-922F-551AEDF2C90E}"/>
                </a:ext>
              </a:extLst>
            </p:cNvPr>
            <p:cNvSpPr/>
            <p:nvPr/>
          </p:nvSpPr>
          <p:spPr>
            <a:xfrm>
              <a:off x="3627436" y="3899178"/>
              <a:ext cx="923730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9BFB72A-CBA4-4F62-BF23-1BC6B7E13A8A}"/>
                    </a:ext>
                  </a:extLst>
                </p:cNvPr>
                <p:cNvSpPr txBox="1"/>
                <p:nvPr/>
              </p:nvSpPr>
              <p:spPr>
                <a:xfrm>
                  <a:off x="1924382" y="258667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9BFB72A-CBA4-4F62-BF23-1BC6B7E13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4382" y="2586677"/>
                  <a:ext cx="628022" cy="257864"/>
                </a:xfrm>
                <a:prstGeom prst="rect">
                  <a:avLst/>
                </a:prstGeom>
                <a:blipFill>
                  <a:blip r:embed="rId21"/>
                  <a:stretch>
                    <a:fillRect t="-2000" b="-1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D04C29E-E524-4F39-8152-7B944111A996}"/>
                    </a:ext>
                  </a:extLst>
                </p:cNvPr>
                <p:cNvSpPr txBox="1"/>
                <p:nvPr/>
              </p:nvSpPr>
              <p:spPr>
                <a:xfrm>
                  <a:off x="1917655" y="3461203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D04C29E-E524-4F39-8152-7B944111A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7655" y="3461203"/>
                  <a:ext cx="628022" cy="257864"/>
                </a:xfrm>
                <a:prstGeom prst="rect">
                  <a:avLst/>
                </a:prstGeom>
                <a:blipFill>
                  <a:blip r:embed="rId22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A14BD66-FCDE-4035-8FF4-80CA1203BF06}"/>
                    </a:ext>
                  </a:extLst>
                </p:cNvPr>
                <p:cNvSpPr txBox="1"/>
                <p:nvPr/>
              </p:nvSpPr>
              <p:spPr>
                <a:xfrm>
                  <a:off x="1924382" y="4392965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A14BD66-FCDE-4035-8FF4-80CA1203B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4382" y="4392965"/>
                  <a:ext cx="628022" cy="257864"/>
                </a:xfrm>
                <a:prstGeom prst="rect">
                  <a:avLst/>
                </a:prstGeom>
                <a:blipFill>
                  <a:blip r:embed="rId23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34439D3-0BC8-43BD-BB37-1FA5872A46CF}"/>
                    </a:ext>
                  </a:extLst>
                </p:cNvPr>
                <p:cNvSpPr txBox="1"/>
                <p:nvPr/>
              </p:nvSpPr>
              <p:spPr>
                <a:xfrm>
                  <a:off x="1933726" y="531300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34439D3-0BC8-43BD-BB37-1FA5872A4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3726" y="5313007"/>
                  <a:ext cx="628022" cy="257864"/>
                </a:xfrm>
                <a:prstGeom prst="rect">
                  <a:avLst/>
                </a:prstGeom>
                <a:blipFill>
                  <a:blip r:embed="rId24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AB7D95A-E3C4-4D85-A60D-51C2C8B48E22}"/>
                    </a:ext>
                  </a:extLst>
                </p:cNvPr>
                <p:cNvSpPr txBox="1"/>
                <p:nvPr/>
              </p:nvSpPr>
              <p:spPr>
                <a:xfrm>
                  <a:off x="2826340" y="4385540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AB7D95A-E3C4-4D85-A60D-51C2C8B48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340" y="4385540"/>
                  <a:ext cx="628022" cy="259638"/>
                </a:xfrm>
                <a:prstGeom prst="rect">
                  <a:avLst/>
                </a:prstGeom>
                <a:blipFill>
                  <a:blip r:embed="rId25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FF88A2A-DF88-43DB-B531-396BE6533DAA}"/>
                    </a:ext>
                  </a:extLst>
                </p:cNvPr>
                <p:cNvSpPr txBox="1"/>
                <p:nvPr/>
              </p:nvSpPr>
              <p:spPr>
                <a:xfrm>
                  <a:off x="3727442" y="4856979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FF88A2A-DF88-43DB-B531-396BE6533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7442" y="4856979"/>
                  <a:ext cx="628022" cy="259638"/>
                </a:xfrm>
                <a:prstGeom prst="rect">
                  <a:avLst/>
                </a:prstGeom>
                <a:blipFill>
                  <a:blip r:embed="rId26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1849667-77CF-434B-BBF1-E54DF55C5ACE}"/>
                    </a:ext>
                  </a:extLst>
                </p:cNvPr>
                <p:cNvSpPr txBox="1"/>
                <p:nvPr/>
              </p:nvSpPr>
              <p:spPr>
                <a:xfrm>
                  <a:off x="2838271" y="5310375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1849667-77CF-434B-BBF1-E54DF55C5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8271" y="5310375"/>
                  <a:ext cx="628022" cy="259638"/>
                </a:xfrm>
                <a:prstGeom prst="rect">
                  <a:avLst/>
                </a:prstGeom>
                <a:blipFill>
                  <a:blip r:embed="rId27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E6DE393-0B0A-443A-A6ED-971BCD0AFF1B}"/>
                    </a:ext>
                  </a:extLst>
                </p:cNvPr>
                <p:cNvSpPr txBox="1"/>
                <p:nvPr/>
              </p:nvSpPr>
              <p:spPr>
                <a:xfrm>
                  <a:off x="2831538" y="3945241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E6DE393-0B0A-443A-A6ED-971BCD0AF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1538" y="3945241"/>
                  <a:ext cx="628022" cy="257864"/>
                </a:xfrm>
                <a:prstGeom prst="rect">
                  <a:avLst/>
                </a:prstGeom>
                <a:blipFill>
                  <a:blip r:embed="rId28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3D62264B-16D5-435E-8467-8E6590BC9FCA}"/>
                    </a:ext>
                  </a:extLst>
                </p:cNvPr>
                <p:cNvSpPr txBox="1"/>
                <p:nvPr/>
              </p:nvSpPr>
              <p:spPr>
                <a:xfrm>
                  <a:off x="2821993" y="4857826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3D62264B-16D5-435E-8467-8E6590BC9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993" y="4857826"/>
                  <a:ext cx="628022" cy="257864"/>
                </a:xfrm>
                <a:prstGeom prst="rect">
                  <a:avLst/>
                </a:prstGeom>
                <a:blipFill>
                  <a:blip r:embed="rId29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0FE7EF8-C91C-4695-8593-723CB1CD6EE5}"/>
                    </a:ext>
                  </a:extLst>
                </p:cNvPr>
                <p:cNvSpPr txBox="1"/>
                <p:nvPr/>
              </p:nvSpPr>
              <p:spPr>
                <a:xfrm>
                  <a:off x="1911093" y="3931385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0FE7EF8-C91C-4695-8593-723CB1CD6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1093" y="3931385"/>
                  <a:ext cx="628022" cy="258337"/>
                </a:xfrm>
                <a:prstGeom prst="rect">
                  <a:avLst/>
                </a:prstGeom>
                <a:blipFill>
                  <a:blip r:embed="rId30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0C8A7DE-4F7C-41B4-8B20-4A7D61C4A64F}"/>
                    </a:ext>
                  </a:extLst>
                </p:cNvPr>
                <p:cNvSpPr txBox="1"/>
                <p:nvPr/>
              </p:nvSpPr>
              <p:spPr>
                <a:xfrm>
                  <a:off x="1932047" y="4853082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0C8A7DE-4F7C-41B4-8B20-4A7D61C4A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2047" y="4853082"/>
                  <a:ext cx="628022" cy="258337"/>
                </a:xfrm>
                <a:prstGeom prst="rect">
                  <a:avLst/>
                </a:prstGeom>
                <a:blipFill>
                  <a:blip r:embed="rId31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F2A2E21-625E-4FD8-9472-57E1101CA275}"/>
                    </a:ext>
                  </a:extLst>
                </p:cNvPr>
                <p:cNvSpPr txBox="1"/>
                <p:nvPr/>
              </p:nvSpPr>
              <p:spPr>
                <a:xfrm>
                  <a:off x="4699285" y="2601959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F2A2E21-625E-4FD8-9472-57E1101CA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2601959"/>
                  <a:ext cx="628022" cy="258396"/>
                </a:xfrm>
                <a:prstGeom prst="rect">
                  <a:avLst/>
                </a:prstGeom>
                <a:blipFill>
                  <a:blip r:embed="rId32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E48A5F6-3EA2-437A-8566-972D2AE7A5C4}"/>
                    </a:ext>
                  </a:extLst>
                </p:cNvPr>
                <p:cNvSpPr txBox="1"/>
                <p:nvPr/>
              </p:nvSpPr>
              <p:spPr>
                <a:xfrm>
                  <a:off x="4690145" y="3030371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E48A5F6-3EA2-437A-8566-972D2AE7A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145" y="3030371"/>
                  <a:ext cx="628022" cy="258396"/>
                </a:xfrm>
                <a:prstGeom prst="rect">
                  <a:avLst/>
                </a:prstGeom>
                <a:blipFill>
                  <a:blip r:embed="rId33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75C206D6-51E4-4DFD-A797-59A0BDA3B9ED}"/>
                    </a:ext>
                  </a:extLst>
                </p:cNvPr>
                <p:cNvSpPr txBox="1"/>
                <p:nvPr/>
              </p:nvSpPr>
              <p:spPr>
                <a:xfrm>
                  <a:off x="4709099" y="4372885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75C206D6-51E4-4DFD-A797-59A0BDA3B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9099" y="4372885"/>
                  <a:ext cx="628022" cy="258396"/>
                </a:xfrm>
                <a:prstGeom prst="rect">
                  <a:avLst/>
                </a:prstGeom>
                <a:blipFill>
                  <a:blip r:embed="rId34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6DF092F-844C-4600-BF51-4A6D9A76B7E1}"/>
                    </a:ext>
                  </a:extLst>
                </p:cNvPr>
                <p:cNvSpPr txBox="1"/>
                <p:nvPr/>
              </p:nvSpPr>
              <p:spPr>
                <a:xfrm>
                  <a:off x="4699285" y="4877013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6DF092F-844C-4600-BF51-4A6D9A76B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4877013"/>
                  <a:ext cx="628022" cy="258396"/>
                </a:xfrm>
                <a:prstGeom prst="rect">
                  <a:avLst/>
                </a:prstGeom>
                <a:blipFill>
                  <a:blip r:embed="rId35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DD0D3B6F-7343-4742-ABE4-97502D1E345C}"/>
                    </a:ext>
                  </a:extLst>
                </p:cNvPr>
                <p:cNvSpPr txBox="1"/>
                <p:nvPr/>
              </p:nvSpPr>
              <p:spPr>
                <a:xfrm>
                  <a:off x="3715372" y="5331747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DD0D3B6F-7343-4742-ABE4-97502D1E3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372" y="5331747"/>
                  <a:ext cx="628022" cy="258396"/>
                </a:xfrm>
                <a:prstGeom prst="rect">
                  <a:avLst/>
                </a:prstGeom>
                <a:blipFill>
                  <a:blip r:embed="rId36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8C2F9B7-3818-47B2-A62E-1696EC538566}"/>
                    </a:ext>
                  </a:extLst>
                </p:cNvPr>
                <p:cNvSpPr txBox="1"/>
                <p:nvPr/>
              </p:nvSpPr>
              <p:spPr>
                <a:xfrm>
                  <a:off x="2813324" y="2595460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8C2F9B7-3818-47B2-A62E-1696EC538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3324" y="2595460"/>
                  <a:ext cx="628022" cy="258337"/>
                </a:xfrm>
                <a:prstGeom prst="rect">
                  <a:avLst/>
                </a:prstGeom>
                <a:blipFill>
                  <a:blip r:embed="rId37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6379727-67E0-401B-A506-4DDB9FA9502E}"/>
                    </a:ext>
                  </a:extLst>
                </p:cNvPr>
                <p:cNvSpPr txBox="1"/>
                <p:nvPr/>
              </p:nvSpPr>
              <p:spPr>
                <a:xfrm>
                  <a:off x="3743056" y="3041726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6379727-67E0-401B-A506-4DDB9FA95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056" y="3041726"/>
                  <a:ext cx="628022" cy="258337"/>
                </a:xfrm>
                <a:prstGeom prst="rect">
                  <a:avLst/>
                </a:prstGeom>
                <a:blipFill>
                  <a:blip r:embed="rId38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C196DC-2941-4E94-AECF-1D1D14C68D7E}"/>
                    </a:ext>
                  </a:extLst>
                </p:cNvPr>
                <p:cNvSpPr txBox="1"/>
                <p:nvPr/>
              </p:nvSpPr>
              <p:spPr>
                <a:xfrm>
                  <a:off x="2805431" y="3493485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C196DC-2941-4E94-AECF-1D1D14C68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431" y="3493485"/>
                  <a:ext cx="628022" cy="258337"/>
                </a:xfrm>
                <a:prstGeom prst="rect">
                  <a:avLst/>
                </a:prstGeom>
                <a:blipFill>
                  <a:blip r:embed="rId39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ABB4F76-BFE9-4F93-BE4F-BC7AF2B5C5CC}"/>
                    </a:ext>
                  </a:extLst>
                </p:cNvPr>
                <p:cNvSpPr txBox="1"/>
                <p:nvPr/>
              </p:nvSpPr>
              <p:spPr>
                <a:xfrm>
                  <a:off x="3765828" y="4368932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ABB4F76-BFE9-4F93-BE4F-BC7AF2B5C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5828" y="4368932"/>
                  <a:ext cx="628022" cy="258337"/>
                </a:xfrm>
                <a:prstGeom prst="rect">
                  <a:avLst/>
                </a:prstGeom>
                <a:blipFill>
                  <a:blip r:embed="rId40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0D00275-4170-44A1-BA51-397DA6D133AB}"/>
                    </a:ext>
                  </a:extLst>
                </p:cNvPr>
                <p:cNvSpPr txBox="1"/>
                <p:nvPr/>
              </p:nvSpPr>
              <p:spPr>
                <a:xfrm>
                  <a:off x="4698876" y="5315846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0D00275-4170-44A1-BA51-397DA6D13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8876" y="5315846"/>
                  <a:ext cx="628022" cy="258337"/>
                </a:xfrm>
                <a:prstGeom prst="rect">
                  <a:avLst/>
                </a:prstGeom>
                <a:blipFill>
                  <a:blip r:embed="rId41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A502739-31BF-4884-8EF7-58E9A0AEACE0}"/>
                    </a:ext>
                  </a:extLst>
                </p:cNvPr>
                <p:cNvSpPr txBox="1"/>
                <p:nvPr/>
              </p:nvSpPr>
              <p:spPr>
                <a:xfrm>
                  <a:off x="3744462" y="3947857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A502739-31BF-4884-8EF7-58E9A0AEA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462" y="3947857"/>
                  <a:ext cx="628022" cy="258396"/>
                </a:xfrm>
                <a:prstGeom prst="rect">
                  <a:avLst/>
                </a:prstGeom>
                <a:blipFill>
                  <a:blip r:embed="rId42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74139DD-AE06-4276-B800-5BCA439964F4}"/>
                    </a:ext>
                  </a:extLst>
                </p:cNvPr>
                <p:cNvSpPr txBox="1"/>
                <p:nvPr/>
              </p:nvSpPr>
              <p:spPr>
                <a:xfrm>
                  <a:off x="3736029" y="3477091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74139DD-AE06-4276-B800-5BCA43996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029" y="3477091"/>
                  <a:ext cx="628022" cy="258396"/>
                </a:xfrm>
                <a:prstGeom prst="rect">
                  <a:avLst/>
                </a:prstGeom>
                <a:blipFill>
                  <a:blip r:embed="rId43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5085BAC6-E9E5-4D82-8366-9BBFA8690C15}"/>
                    </a:ext>
                  </a:extLst>
                </p:cNvPr>
                <p:cNvSpPr txBox="1"/>
                <p:nvPr/>
              </p:nvSpPr>
              <p:spPr>
                <a:xfrm>
                  <a:off x="2813324" y="303758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5085BAC6-E9E5-4D82-8366-9BBFA8690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3324" y="3037587"/>
                  <a:ext cx="628022" cy="257864"/>
                </a:xfrm>
                <a:prstGeom prst="rect">
                  <a:avLst/>
                </a:prstGeom>
                <a:blipFill>
                  <a:blip r:embed="rId44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F7B7DBB-DCE1-4C1B-989F-E8D2389F1094}"/>
                </a:ext>
              </a:extLst>
            </p:cNvPr>
            <p:cNvCxnSpPr>
              <a:cxnSpLocks/>
            </p:cNvCxnSpPr>
            <p:nvPr/>
          </p:nvCxnSpPr>
          <p:spPr>
            <a:xfrm>
              <a:off x="6349076" y="4161404"/>
              <a:ext cx="0" cy="260374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32FB68B-AC03-478A-BFF7-E4E9D44AAEF3}"/>
                </a:ext>
              </a:extLst>
            </p:cNvPr>
            <p:cNvCxnSpPr>
              <a:cxnSpLocks/>
            </p:cNvCxnSpPr>
            <p:nvPr/>
          </p:nvCxnSpPr>
          <p:spPr>
            <a:xfrm>
              <a:off x="1791787" y="1758097"/>
              <a:ext cx="2" cy="25065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69D74D9-5C38-4DE2-89C9-76EBCDE1C1D3}"/>
                    </a:ext>
                  </a:extLst>
                </p:cNvPr>
                <p:cNvSpPr txBox="1"/>
                <p:nvPr/>
              </p:nvSpPr>
              <p:spPr>
                <a:xfrm>
                  <a:off x="1466667" y="1501264"/>
                  <a:ext cx="814214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0070C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0070C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en-IN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69D74D9-5C38-4DE2-89C9-76EBCDE1C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6667" y="1501264"/>
                  <a:ext cx="814214" cy="259638"/>
                </a:xfrm>
                <a:prstGeom prst="rect">
                  <a:avLst/>
                </a:prstGeom>
                <a:blipFill>
                  <a:blip r:embed="rId45"/>
                  <a:stretch>
                    <a:fillRect l="-5155" t="-23529" b="-372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99C6AF4-A724-43EA-82D2-5F1A14B3B5B7}"/>
                    </a:ext>
                  </a:extLst>
                </p:cNvPr>
                <p:cNvSpPr txBox="1"/>
                <p:nvPr/>
              </p:nvSpPr>
              <p:spPr>
                <a:xfrm>
                  <a:off x="3511376" y="1735521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99C6AF4-A724-43EA-82D2-5F1A14B3B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376" y="1735521"/>
                  <a:ext cx="628022" cy="258396"/>
                </a:xfrm>
                <a:prstGeom prst="rect">
                  <a:avLst/>
                </a:prstGeom>
                <a:blipFill>
                  <a:blip r:embed="rId46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ACE7CB3-9520-4B7B-8D52-C1B0D6A766E3}"/>
                </a:ext>
              </a:extLst>
            </p:cNvPr>
            <p:cNvSpPr txBox="1"/>
            <p:nvPr/>
          </p:nvSpPr>
          <p:spPr>
            <a:xfrm>
              <a:off x="5859941" y="4450299"/>
              <a:ext cx="947581" cy="596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job </a:t>
              </a:r>
            </a:p>
            <a:p>
              <a:pPr algn="ctr"/>
              <a:r>
                <a:rPr lang="en-IN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arrivals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FB5480-AAE5-4E8F-AD52-8F581CD98A71}"/>
                </a:ext>
              </a:extLst>
            </p:cNvPr>
            <p:cNvCxnSpPr>
              <a:cxnSpLocks/>
            </p:cNvCxnSpPr>
            <p:nvPr/>
          </p:nvCxnSpPr>
          <p:spPr>
            <a:xfrm>
              <a:off x="6343858" y="5027063"/>
              <a:ext cx="0" cy="26037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AE97B88-9F94-49CD-BCAD-999246C96DA9}"/>
                </a:ext>
              </a:extLst>
            </p:cNvPr>
            <p:cNvSpPr txBox="1"/>
            <p:nvPr/>
          </p:nvSpPr>
          <p:spPr>
            <a:xfrm>
              <a:off x="5868028" y="5258613"/>
              <a:ext cx="947581" cy="340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deadlines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087C75FE-9AD5-455B-8E2E-D93E2C38C5E9}"/>
                </a:ext>
              </a:extLst>
            </p:cNvPr>
            <p:cNvCxnSpPr>
              <a:cxnSpLocks/>
            </p:cNvCxnSpPr>
            <p:nvPr/>
          </p:nvCxnSpPr>
          <p:spPr>
            <a:xfrm>
              <a:off x="3634178" y="1791519"/>
              <a:ext cx="0" cy="248359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5414B8FC-680A-4DEC-B329-B68E53DE5645}"/>
                </a:ext>
              </a:extLst>
            </p:cNvPr>
            <p:cNvCxnSpPr>
              <a:cxnSpLocks/>
            </p:cNvCxnSpPr>
            <p:nvPr/>
          </p:nvCxnSpPr>
          <p:spPr>
            <a:xfrm>
              <a:off x="5459282" y="1748376"/>
              <a:ext cx="0" cy="26037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7A154C2-EB15-4BD6-B2F6-27F76BC3E492}"/>
                </a:ext>
              </a:extLst>
            </p:cNvPr>
            <p:cNvCxnSpPr>
              <a:cxnSpLocks/>
            </p:cNvCxnSpPr>
            <p:nvPr/>
          </p:nvCxnSpPr>
          <p:spPr>
            <a:xfrm>
              <a:off x="3627435" y="1503570"/>
              <a:ext cx="1" cy="2599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D6A0C47-35E8-4D6B-820B-DAB60F1C16D7}"/>
                    </a:ext>
                  </a:extLst>
                </p:cNvPr>
                <p:cNvSpPr txBox="1"/>
                <p:nvPr/>
              </p:nvSpPr>
              <p:spPr>
                <a:xfrm>
                  <a:off x="5091856" y="1450908"/>
                  <a:ext cx="814214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en-IN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D6A0C47-35E8-4D6B-820B-DAB60F1C1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1856" y="1450908"/>
                  <a:ext cx="814214" cy="259638"/>
                </a:xfrm>
                <a:prstGeom prst="rect">
                  <a:avLst/>
                </a:prstGeom>
                <a:blipFill>
                  <a:blip r:embed="rId47"/>
                  <a:stretch>
                    <a:fillRect l="-5155" t="-23529" b="-372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0AB8A10-AEA5-47C2-AB8C-7D45A8AE54D5}"/>
                    </a:ext>
                  </a:extLst>
                </p:cNvPr>
                <p:cNvSpPr/>
                <p:nvPr/>
              </p:nvSpPr>
              <p:spPr>
                <a:xfrm>
                  <a:off x="3582866" y="1403708"/>
                  <a:ext cx="458587" cy="3430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0AB8A10-AEA5-47C2-AB8C-7D45A8AE54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866" y="1403708"/>
                  <a:ext cx="458587" cy="3430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926AD4-7A61-4423-A8A5-3EA908984EDF}"/>
                </a:ext>
              </a:extLst>
            </p:cNvPr>
            <p:cNvCxnSpPr>
              <a:cxnSpLocks/>
            </p:cNvCxnSpPr>
            <p:nvPr/>
          </p:nvCxnSpPr>
          <p:spPr>
            <a:xfrm>
              <a:off x="1766513" y="5581734"/>
              <a:ext cx="4133462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FBF7A3-48D8-472C-9F3C-E52E54DD0547}"/>
                </a:ext>
              </a:extLst>
            </p:cNvPr>
            <p:cNvCxnSpPr>
              <a:cxnSpLocks/>
            </p:cNvCxnSpPr>
            <p:nvPr/>
          </p:nvCxnSpPr>
          <p:spPr>
            <a:xfrm>
              <a:off x="1784056" y="5136975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D4E3767-173F-44ED-9153-8B5778BD8EA7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4661113"/>
              <a:ext cx="40888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6B42369-0C0F-41F4-BAE9-8F21F8B8799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4208579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8F4646A-75D0-4B02-9255-221F1E3B241B}"/>
                </a:ext>
              </a:extLst>
            </p:cNvPr>
            <p:cNvCxnSpPr>
              <a:cxnSpLocks/>
            </p:cNvCxnSpPr>
            <p:nvPr/>
          </p:nvCxnSpPr>
          <p:spPr>
            <a:xfrm>
              <a:off x="1784056" y="3754489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7A70C6-F1B8-4F74-BE44-B4679228150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3294350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2B46BDF-6135-4CF6-B433-6D1854CB218D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2858921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56B2229-5519-46F6-A425-DDE4819D11AE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2386134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4927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282B038-B041-4E03-9167-D4135F977248}"/>
              </a:ext>
            </a:extLst>
          </p:cNvPr>
          <p:cNvGrpSpPr/>
          <p:nvPr/>
        </p:nvGrpSpPr>
        <p:grpSpPr>
          <a:xfrm>
            <a:off x="1245752" y="1400081"/>
            <a:ext cx="5854328" cy="4611933"/>
            <a:chOff x="1245752" y="1400081"/>
            <a:chExt cx="5854328" cy="4611933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019DA80-AC90-41D5-9A79-67B9CCB315ED}"/>
                </a:ext>
              </a:extLst>
            </p:cNvPr>
            <p:cNvSpPr/>
            <p:nvPr/>
          </p:nvSpPr>
          <p:spPr>
            <a:xfrm>
              <a:off x="1780945" y="2078053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AE96253-BC54-4C24-B453-43265236344B}"/>
                </a:ext>
              </a:extLst>
            </p:cNvPr>
            <p:cNvSpPr/>
            <p:nvPr/>
          </p:nvSpPr>
          <p:spPr>
            <a:xfrm>
              <a:off x="1780945" y="2995306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03A5C97-8FFD-4FE7-8273-CA641B9FE3DE}"/>
                </a:ext>
              </a:extLst>
            </p:cNvPr>
            <p:cNvSpPr/>
            <p:nvPr/>
          </p:nvSpPr>
          <p:spPr>
            <a:xfrm>
              <a:off x="3625294" y="2540173"/>
              <a:ext cx="941881" cy="31244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076C32C-87F7-49D6-B671-3615AB2F91CF}"/>
                </a:ext>
              </a:extLst>
            </p:cNvPr>
            <p:cNvSpPr/>
            <p:nvPr/>
          </p:nvSpPr>
          <p:spPr>
            <a:xfrm>
              <a:off x="4558358" y="3454985"/>
              <a:ext cx="910064" cy="2934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166D326-9D0D-4487-A25F-C618A56378AE}"/>
                </a:ext>
              </a:extLst>
            </p:cNvPr>
            <p:cNvSpPr/>
            <p:nvPr/>
          </p:nvSpPr>
          <p:spPr>
            <a:xfrm>
              <a:off x="4558358" y="3899743"/>
              <a:ext cx="910257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C7A249E-A363-4F50-A70B-7D0E92353CDC}"/>
                </a:ext>
              </a:extLst>
            </p:cNvPr>
            <p:cNvSpPr/>
            <p:nvPr/>
          </p:nvSpPr>
          <p:spPr>
            <a:xfrm>
              <a:off x="2704835" y="4352295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31AB54C-3702-45D3-8525-DE6EE5C78CFD}"/>
                </a:ext>
              </a:extLst>
            </p:cNvPr>
            <p:cNvSpPr/>
            <p:nvPr/>
          </p:nvSpPr>
          <p:spPr>
            <a:xfrm>
              <a:off x="3621142" y="4826960"/>
              <a:ext cx="937028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A466F85-4185-44F0-87AF-AE608FBE5A07}"/>
                </a:ext>
              </a:extLst>
            </p:cNvPr>
            <p:cNvSpPr/>
            <p:nvPr/>
          </p:nvSpPr>
          <p:spPr>
            <a:xfrm>
              <a:off x="2701043" y="5270690"/>
              <a:ext cx="910252" cy="30824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E6A2113-5414-454F-AB80-1E362B7BECC6}"/>
                </a:ext>
              </a:extLst>
            </p:cNvPr>
            <p:cNvSpPr/>
            <p:nvPr/>
          </p:nvSpPr>
          <p:spPr>
            <a:xfrm>
              <a:off x="2691197" y="2078988"/>
              <a:ext cx="947581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7CF2C50-919F-4F21-9FB5-9C979837EC73}"/>
                </a:ext>
              </a:extLst>
            </p:cNvPr>
            <p:cNvSpPr/>
            <p:nvPr/>
          </p:nvSpPr>
          <p:spPr>
            <a:xfrm>
              <a:off x="2701565" y="3900873"/>
              <a:ext cx="923730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3D2A650-8591-4536-8E12-77EFF85E0A04}"/>
                </a:ext>
              </a:extLst>
            </p:cNvPr>
            <p:cNvSpPr/>
            <p:nvPr/>
          </p:nvSpPr>
          <p:spPr>
            <a:xfrm>
              <a:off x="3620626" y="3453467"/>
              <a:ext cx="937734" cy="2982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502C3CD-3CFA-4ED5-8C98-79D3C90445EE}"/>
                </a:ext>
              </a:extLst>
            </p:cNvPr>
            <p:cNvSpPr/>
            <p:nvPr/>
          </p:nvSpPr>
          <p:spPr>
            <a:xfrm>
              <a:off x="4558358" y="4353261"/>
              <a:ext cx="910974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60C14D2-1AEE-464F-8D15-533E93E4B23A}"/>
                </a:ext>
              </a:extLst>
            </p:cNvPr>
            <p:cNvSpPr/>
            <p:nvPr/>
          </p:nvSpPr>
          <p:spPr>
            <a:xfrm>
              <a:off x="2705197" y="4827234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9F18C92-9F05-4D65-857E-D84FF936B040}"/>
                </a:ext>
              </a:extLst>
            </p:cNvPr>
            <p:cNvSpPr/>
            <p:nvPr/>
          </p:nvSpPr>
          <p:spPr>
            <a:xfrm>
              <a:off x="3620435" y="5270689"/>
              <a:ext cx="937733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0588464-0DBF-45A7-9745-D739A7E63B1C}"/>
                </a:ext>
              </a:extLst>
            </p:cNvPr>
            <p:cNvSpPr/>
            <p:nvPr/>
          </p:nvSpPr>
          <p:spPr>
            <a:xfrm>
              <a:off x="1782492" y="5271751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12446BE-9F2E-4320-A42D-2B16E606D523}"/>
                </a:ext>
              </a:extLst>
            </p:cNvPr>
            <p:cNvSpPr/>
            <p:nvPr/>
          </p:nvSpPr>
          <p:spPr>
            <a:xfrm>
              <a:off x="4558358" y="4826484"/>
              <a:ext cx="910256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207E5E4-43BE-4355-9FB0-DAD62D1151EC}"/>
                </a:ext>
              </a:extLst>
            </p:cNvPr>
            <p:cNvSpPr/>
            <p:nvPr/>
          </p:nvSpPr>
          <p:spPr>
            <a:xfrm>
              <a:off x="1785868" y="4351309"/>
              <a:ext cx="932799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D7B253F1-EEAC-4B01-BF7C-BCDD0E436D72}"/>
                </a:ext>
              </a:extLst>
            </p:cNvPr>
            <p:cNvCxnSpPr>
              <a:cxnSpLocks/>
            </p:cNvCxnSpPr>
            <p:nvPr/>
          </p:nvCxnSpPr>
          <p:spPr>
            <a:xfrm>
              <a:off x="1766513" y="5581734"/>
              <a:ext cx="4133462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B13D4882-A0DF-462B-9FBE-6BF164E4BE6B}"/>
                </a:ext>
              </a:extLst>
            </p:cNvPr>
            <p:cNvCxnSpPr>
              <a:cxnSpLocks/>
            </p:cNvCxnSpPr>
            <p:nvPr/>
          </p:nvCxnSpPr>
          <p:spPr>
            <a:xfrm>
              <a:off x="1784056" y="5136975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0E6C3214-833B-43A1-BD66-A36718A09689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4661113"/>
              <a:ext cx="40888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A6E75C0C-2B58-43AD-A1B1-EFE9BFBE71D9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4208579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8FD326E-FA8B-49D6-A13C-637F88B8515B}"/>
                </a:ext>
              </a:extLst>
            </p:cNvPr>
            <p:cNvCxnSpPr>
              <a:cxnSpLocks/>
            </p:cNvCxnSpPr>
            <p:nvPr/>
          </p:nvCxnSpPr>
          <p:spPr>
            <a:xfrm>
              <a:off x="1784056" y="3754489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E257D0F1-9B3C-498B-94B1-D915AD77137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3294350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041E66E-1F24-4069-9ACF-AB6745FD55E6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2858921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221B4D6D-54CC-47E1-AB55-F8638157E097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2395500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4CC2BDD-D269-4C6E-902D-6729D31AF044}"/>
                </a:ext>
              </a:extLst>
            </p:cNvPr>
            <p:cNvSpPr/>
            <p:nvPr/>
          </p:nvSpPr>
          <p:spPr>
            <a:xfrm>
              <a:off x="1785358" y="3453467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9C7EB90-6AAA-48B5-8BA5-EDB8CD8255B1}"/>
                </a:ext>
              </a:extLst>
            </p:cNvPr>
            <p:cNvSpPr/>
            <p:nvPr/>
          </p:nvSpPr>
          <p:spPr>
            <a:xfrm>
              <a:off x="2683415" y="2990301"/>
              <a:ext cx="937734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F94B2EC-A8F4-43F8-A8F7-1D5C9B5E45E7}"/>
                </a:ext>
              </a:extLst>
            </p:cNvPr>
            <p:cNvSpPr/>
            <p:nvPr/>
          </p:nvSpPr>
          <p:spPr>
            <a:xfrm>
              <a:off x="4558363" y="2988635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7AA735B-A00B-403D-BAF8-B5E21AD9A11A}"/>
                </a:ext>
              </a:extLst>
            </p:cNvPr>
            <p:cNvSpPr/>
            <p:nvPr/>
          </p:nvSpPr>
          <p:spPr>
            <a:xfrm>
              <a:off x="1789233" y="2546085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2656D57-AC1E-48BA-9C4B-3A6E23F7B5E6}"/>
                </a:ext>
              </a:extLst>
            </p:cNvPr>
            <p:cNvSpPr/>
            <p:nvPr/>
          </p:nvSpPr>
          <p:spPr>
            <a:xfrm>
              <a:off x="4550063" y="2542433"/>
              <a:ext cx="910252" cy="301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FE5140A-112D-4494-8F5E-B578D70F75D8}"/>
                </a:ext>
              </a:extLst>
            </p:cNvPr>
            <p:cNvSpPr/>
            <p:nvPr/>
          </p:nvSpPr>
          <p:spPr>
            <a:xfrm>
              <a:off x="4549030" y="2078053"/>
              <a:ext cx="910252" cy="312647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151A317-C274-437E-B9B2-006DC92A3278}"/>
                </a:ext>
              </a:extLst>
            </p:cNvPr>
            <p:cNvSpPr/>
            <p:nvPr/>
          </p:nvSpPr>
          <p:spPr>
            <a:xfrm>
              <a:off x="2706756" y="2545463"/>
              <a:ext cx="910252" cy="30206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4A222D3-59A7-4FBE-9B26-9B747727D939}"/>
                </a:ext>
              </a:extLst>
            </p:cNvPr>
            <p:cNvSpPr/>
            <p:nvPr/>
          </p:nvSpPr>
          <p:spPr>
            <a:xfrm>
              <a:off x="3629442" y="2988277"/>
              <a:ext cx="937734" cy="30206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D740917-EDA0-4FBB-A90D-A44CA591D77C}"/>
                </a:ext>
              </a:extLst>
            </p:cNvPr>
            <p:cNvSpPr/>
            <p:nvPr/>
          </p:nvSpPr>
          <p:spPr>
            <a:xfrm>
              <a:off x="2701553" y="3453467"/>
              <a:ext cx="910252" cy="29818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C630F40-63AC-4DE6-9EC5-AA664BE08069}"/>
                </a:ext>
              </a:extLst>
            </p:cNvPr>
            <p:cNvSpPr/>
            <p:nvPr/>
          </p:nvSpPr>
          <p:spPr>
            <a:xfrm>
              <a:off x="1781981" y="3902216"/>
              <a:ext cx="910252" cy="30206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3ECE9D0-09A6-4592-944A-E8407AEF5C05}"/>
                </a:ext>
              </a:extLst>
            </p:cNvPr>
            <p:cNvSpPr/>
            <p:nvPr/>
          </p:nvSpPr>
          <p:spPr>
            <a:xfrm>
              <a:off x="3620625" y="4353268"/>
              <a:ext cx="937733" cy="30206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C7DDB75-AED2-43DA-902A-C9F8467CDE8F}"/>
                </a:ext>
              </a:extLst>
            </p:cNvPr>
            <p:cNvSpPr/>
            <p:nvPr/>
          </p:nvSpPr>
          <p:spPr>
            <a:xfrm>
              <a:off x="1792611" y="4825128"/>
              <a:ext cx="910252" cy="30206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F546E10-973D-4E57-891D-675658AA6805}"/>
                </a:ext>
              </a:extLst>
            </p:cNvPr>
            <p:cNvSpPr/>
            <p:nvPr/>
          </p:nvSpPr>
          <p:spPr>
            <a:xfrm>
              <a:off x="4558170" y="5271794"/>
              <a:ext cx="910252" cy="30206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886E727A-A0E5-4E2F-8305-BFDCC6EF958B}"/>
                    </a:ext>
                  </a:extLst>
                </p:cNvPr>
                <p:cNvSpPr txBox="1"/>
                <p:nvPr/>
              </p:nvSpPr>
              <p:spPr>
                <a:xfrm>
                  <a:off x="1269632" y="2034724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886E727A-A0E5-4E2F-8305-BFDCC6EF95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632" y="2034724"/>
                  <a:ext cx="628022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153C0CE8-CF0A-4215-840E-FA524ED49E4F}"/>
                    </a:ext>
                  </a:extLst>
                </p:cNvPr>
                <p:cNvSpPr txBox="1"/>
                <p:nvPr/>
              </p:nvSpPr>
              <p:spPr>
                <a:xfrm>
                  <a:off x="1263129" y="2534107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153C0CE8-CF0A-4215-840E-FA524ED49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129" y="2534107"/>
                  <a:ext cx="628022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AD615F3-936A-4DE3-ABA6-5A49C943DD17}"/>
                    </a:ext>
                  </a:extLst>
                </p:cNvPr>
                <p:cNvSpPr txBox="1"/>
                <p:nvPr/>
              </p:nvSpPr>
              <p:spPr>
                <a:xfrm>
                  <a:off x="1245982" y="3010397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AD615F3-936A-4DE3-ABA6-5A49C943D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982" y="3010397"/>
                  <a:ext cx="628022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79DD6A5-9509-4117-8EEC-6EC64975CC59}"/>
                    </a:ext>
                  </a:extLst>
                </p:cNvPr>
                <p:cNvSpPr txBox="1"/>
                <p:nvPr/>
              </p:nvSpPr>
              <p:spPr>
                <a:xfrm>
                  <a:off x="1250096" y="3478272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79DD6A5-9509-4117-8EEC-6EC64975C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96" y="3478272"/>
                  <a:ext cx="628022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599257AE-BAE6-4D67-82FA-17B42508DEDD}"/>
                    </a:ext>
                  </a:extLst>
                </p:cNvPr>
                <p:cNvSpPr txBox="1"/>
                <p:nvPr/>
              </p:nvSpPr>
              <p:spPr>
                <a:xfrm>
                  <a:off x="1269333" y="3905964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599257AE-BAE6-4D67-82FA-17B42508D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333" y="3905964"/>
                  <a:ext cx="628022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8316EAC-A6DA-4F73-8E9A-311AF8CD8ABC}"/>
                    </a:ext>
                  </a:extLst>
                </p:cNvPr>
                <p:cNvSpPr txBox="1"/>
                <p:nvPr/>
              </p:nvSpPr>
              <p:spPr>
                <a:xfrm>
                  <a:off x="1245752" y="4367419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8316EAC-A6DA-4F73-8E9A-311AF8CD8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752" y="4367419"/>
                  <a:ext cx="628022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D450866-E1EF-417B-9595-6010CF4464AE}"/>
                    </a:ext>
                  </a:extLst>
                </p:cNvPr>
                <p:cNvSpPr txBox="1"/>
                <p:nvPr/>
              </p:nvSpPr>
              <p:spPr>
                <a:xfrm>
                  <a:off x="1269588" y="4862842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D450866-E1EF-417B-9595-6010CF446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588" y="4862842"/>
                  <a:ext cx="628022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0BA8D83-9560-4FD4-A81D-8BF770A78960}"/>
                    </a:ext>
                  </a:extLst>
                </p:cNvPr>
                <p:cNvSpPr txBox="1"/>
                <p:nvPr/>
              </p:nvSpPr>
              <p:spPr>
                <a:xfrm>
                  <a:off x="1263129" y="5305543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0BA8D83-9560-4FD4-A81D-8BF770A78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129" y="5305543"/>
                  <a:ext cx="628022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FB208D7-A247-487B-A8D2-77F829B6DC3F}"/>
                </a:ext>
              </a:extLst>
            </p:cNvPr>
            <p:cNvSpPr txBox="1"/>
            <p:nvPr/>
          </p:nvSpPr>
          <p:spPr>
            <a:xfrm>
              <a:off x="1677898" y="5611904"/>
              <a:ext cx="42949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0             1              2               3             4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EAC6150-A561-48D9-A7B1-B38FC9D025A3}"/>
                </a:ext>
              </a:extLst>
            </p:cNvPr>
            <p:cNvSpPr/>
            <p:nvPr/>
          </p:nvSpPr>
          <p:spPr>
            <a:xfrm>
              <a:off x="6075285" y="3432157"/>
              <a:ext cx="525323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AEC1AA0-7BD6-42CD-A01D-BAA2E1132609}"/>
                </a:ext>
              </a:extLst>
            </p:cNvPr>
            <p:cNvSpPr/>
            <p:nvPr/>
          </p:nvSpPr>
          <p:spPr>
            <a:xfrm>
              <a:off x="6067383" y="2709189"/>
              <a:ext cx="525323" cy="301208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45FB8F9-C0E2-48F0-B339-EB06176ABCFC}"/>
                    </a:ext>
                  </a:extLst>
                </p:cNvPr>
                <p:cNvSpPr txBox="1"/>
                <p:nvPr/>
              </p:nvSpPr>
              <p:spPr>
                <a:xfrm>
                  <a:off x="6015080" y="2252200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45FB8F9-C0E2-48F0-B339-EB06176AB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5080" y="2252200"/>
                  <a:ext cx="628022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49A3AD57-34BC-4C35-8793-43371CB64037}"/>
                    </a:ext>
                  </a:extLst>
                </p:cNvPr>
                <p:cNvSpPr txBox="1"/>
                <p:nvPr/>
              </p:nvSpPr>
              <p:spPr>
                <a:xfrm>
                  <a:off x="6039615" y="2993213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49A3AD57-34BC-4C35-8793-43371CB64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615" y="2993213"/>
                  <a:ext cx="628022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0E8553FF-E9E8-43F5-832B-FB5C64B3ED2B}"/>
                    </a:ext>
                  </a:extLst>
                </p:cNvPr>
                <p:cNvSpPr txBox="1"/>
                <p:nvPr/>
              </p:nvSpPr>
              <p:spPr>
                <a:xfrm>
                  <a:off x="6064538" y="3693531"/>
                  <a:ext cx="62802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0E8553FF-E9E8-43F5-832B-FB5C64B3E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4538" y="3693531"/>
                  <a:ext cx="628022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830345-E791-4A35-B004-F8F001FF2EAC}"/>
                </a:ext>
              </a:extLst>
            </p:cNvPr>
            <p:cNvSpPr/>
            <p:nvPr/>
          </p:nvSpPr>
          <p:spPr>
            <a:xfrm>
              <a:off x="3634178" y="2076949"/>
              <a:ext cx="910246" cy="3027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1B6FED8A-57C1-42F1-8255-D60D203CED55}"/>
                </a:ext>
              </a:extLst>
            </p:cNvPr>
            <p:cNvSpPr/>
            <p:nvPr/>
          </p:nvSpPr>
          <p:spPr>
            <a:xfrm>
              <a:off x="6035065" y="1988481"/>
              <a:ext cx="525324" cy="3012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9BEB13B-15FB-4FF9-85E9-C59ED38298C7}"/>
                </a:ext>
              </a:extLst>
            </p:cNvPr>
            <p:cNvSpPr/>
            <p:nvPr/>
          </p:nvSpPr>
          <p:spPr>
            <a:xfrm>
              <a:off x="3627436" y="3899178"/>
              <a:ext cx="923730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5F2A6F85-6640-45FE-ABBC-831CCF234BBD}"/>
                </a:ext>
              </a:extLst>
            </p:cNvPr>
            <p:cNvCxnSpPr>
              <a:cxnSpLocks/>
            </p:cNvCxnSpPr>
            <p:nvPr/>
          </p:nvCxnSpPr>
          <p:spPr>
            <a:xfrm>
              <a:off x="6373755" y="4145895"/>
              <a:ext cx="0" cy="2603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D37820AF-7B9F-475E-B1CF-5ECF1F8DFF41}"/>
                </a:ext>
              </a:extLst>
            </p:cNvPr>
            <p:cNvCxnSpPr>
              <a:cxnSpLocks/>
            </p:cNvCxnSpPr>
            <p:nvPr/>
          </p:nvCxnSpPr>
          <p:spPr>
            <a:xfrm>
              <a:off x="1791787" y="1758097"/>
              <a:ext cx="2" cy="25065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CE54AF90-B426-48E4-B729-8994F87D5303}"/>
                    </a:ext>
                  </a:extLst>
                </p:cNvPr>
                <p:cNvSpPr txBox="1"/>
                <p:nvPr/>
              </p:nvSpPr>
              <p:spPr>
                <a:xfrm>
                  <a:off x="1466666" y="1501264"/>
                  <a:ext cx="1176807" cy="3128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sz="2000" b="0" dirty="0">
                      <a:solidFill>
                        <a:srgbClr val="0070C0"/>
                      </a:solidFill>
                    </a:rPr>
                    <a:t>,</a:t>
                  </a:r>
                  <a:r>
                    <a:rPr lang="en-IN" sz="2000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sz="2000" b="0" dirty="0">
                      <a:solidFill>
                        <a:srgbClr val="0070C0"/>
                      </a:solidFill>
                    </a:rPr>
                    <a:t>,</a:t>
                  </a:r>
                  <a:r>
                    <a:rPr lang="en-IN" sz="2000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en-IN" sz="2000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CE54AF90-B426-48E4-B729-8994F87D5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6666" y="1501264"/>
                  <a:ext cx="1176807" cy="312843"/>
                </a:xfrm>
                <a:prstGeom prst="rect">
                  <a:avLst/>
                </a:prstGeom>
                <a:blipFill>
                  <a:blip r:embed="rId13"/>
                  <a:stretch>
                    <a:fillRect l="-5699" t="-23077" b="-480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EECBB8D1-F459-4EB1-A436-D1B20DDBA2A9}"/>
                </a:ext>
              </a:extLst>
            </p:cNvPr>
            <p:cNvSpPr txBox="1"/>
            <p:nvPr/>
          </p:nvSpPr>
          <p:spPr>
            <a:xfrm>
              <a:off x="5728000" y="4346210"/>
              <a:ext cx="13695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>
                  <a:latin typeface="Cambria" panose="02040503050406030204" pitchFamily="18" charset="0"/>
                  <a:ea typeface="Cambria" panose="02040503050406030204" pitchFamily="18" charset="0"/>
                </a:rPr>
                <a:t>job </a:t>
              </a:r>
            </a:p>
            <a:p>
              <a:pPr algn="ctr"/>
              <a:r>
                <a:rPr lang="en-IN" sz="2000" i="1" dirty="0">
                  <a:latin typeface="Cambria" panose="02040503050406030204" pitchFamily="18" charset="0"/>
                  <a:ea typeface="Cambria" panose="02040503050406030204" pitchFamily="18" charset="0"/>
                </a:rPr>
                <a:t>arrivals</a:t>
              </a:r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5577FA4B-DE4C-4F6B-A6E3-E3814624AA62}"/>
                </a:ext>
              </a:extLst>
            </p:cNvPr>
            <p:cNvCxnSpPr>
              <a:cxnSpLocks/>
            </p:cNvCxnSpPr>
            <p:nvPr/>
          </p:nvCxnSpPr>
          <p:spPr>
            <a:xfrm>
              <a:off x="6387616" y="5021834"/>
              <a:ext cx="0" cy="26037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637EC71-2713-4570-A023-C034517E6DE3}"/>
                </a:ext>
              </a:extLst>
            </p:cNvPr>
            <p:cNvSpPr txBox="1"/>
            <p:nvPr/>
          </p:nvSpPr>
          <p:spPr>
            <a:xfrm>
              <a:off x="5730514" y="5243987"/>
              <a:ext cx="1369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 i="1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</a:lstStyle>
            <a:p>
              <a:r>
                <a:rPr lang="en-IN" sz="2000" b="0" dirty="0"/>
                <a:t>deadlines</a:t>
              </a:r>
            </a:p>
          </p:txBody>
        </p: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93E0401C-2AA2-43D2-B4DD-EF0295443F4E}"/>
                </a:ext>
              </a:extLst>
            </p:cNvPr>
            <p:cNvCxnSpPr>
              <a:cxnSpLocks/>
            </p:cNvCxnSpPr>
            <p:nvPr/>
          </p:nvCxnSpPr>
          <p:spPr>
            <a:xfrm>
              <a:off x="3634178" y="1791519"/>
              <a:ext cx="0" cy="2483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6EEB6525-565B-4495-9B39-38AB05143F13}"/>
                </a:ext>
              </a:extLst>
            </p:cNvPr>
            <p:cNvCxnSpPr>
              <a:cxnSpLocks/>
            </p:cNvCxnSpPr>
            <p:nvPr/>
          </p:nvCxnSpPr>
          <p:spPr>
            <a:xfrm>
              <a:off x="5459282" y="1773543"/>
              <a:ext cx="0" cy="26037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D99C1BB0-004D-45BC-AC5B-179139AE59A2}"/>
                </a:ext>
              </a:extLst>
            </p:cNvPr>
            <p:cNvCxnSpPr>
              <a:cxnSpLocks/>
            </p:cNvCxnSpPr>
            <p:nvPr/>
          </p:nvCxnSpPr>
          <p:spPr>
            <a:xfrm>
              <a:off x="3627435" y="1503570"/>
              <a:ext cx="1" cy="25995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5B74601E-6D29-4F70-B8B9-8669FAB3EACE}"/>
                    </a:ext>
                  </a:extLst>
                </p:cNvPr>
                <p:cNvSpPr txBox="1"/>
                <p:nvPr/>
              </p:nvSpPr>
              <p:spPr>
                <a:xfrm>
                  <a:off x="5023110" y="1400081"/>
                  <a:ext cx="1176807" cy="3128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IN" sz="2000" b="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IN" sz="20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sz="2000" b="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IN" sz="20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en-IN" sz="2000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5B74601E-6D29-4F70-B8B9-8669FAB3E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110" y="1400081"/>
                  <a:ext cx="1176807" cy="312843"/>
                </a:xfrm>
                <a:prstGeom prst="rect">
                  <a:avLst/>
                </a:prstGeom>
                <a:blipFill>
                  <a:blip r:embed="rId14"/>
                  <a:stretch>
                    <a:fillRect l="-5181" t="-23529" b="-490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E8E4D3EE-033B-4F7A-9456-34B24FAE156A}"/>
                    </a:ext>
                  </a:extLst>
                </p:cNvPr>
                <p:cNvSpPr/>
                <p:nvPr/>
              </p:nvSpPr>
              <p:spPr>
                <a:xfrm>
                  <a:off x="3624811" y="1403708"/>
                  <a:ext cx="947581" cy="4037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IN" sz="2000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IN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E8E4D3EE-033B-4F7A-9456-34B24FAE15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811" y="1403708"/>
                  <a:ext cx="947581" cy="403700"/>
                </a:xfrm>
                <a:prstGeom prst="rect">
                  <a:avLst/>
                </a:prstGeom>
                <a:blipFill>
                  <a:blip r:embed="rId15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84184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166254F-FBEF-46ED-A37D-31E04149BC1B}"/>
              </a:ext>
            </a:extLst>
          </p:cNvPr>
          <p:cNvGrpSpPr/>
          <p:nvPr/>
        </p:nvGrpSpPr>
        <p:grpSpPr>
          <a:xfrm>
            <a:off x="1585248" y="1201237"/>
            <a:ext cx="10045473" cy="4732120"/>
            <a:chOff x="1585248" y="1201237"/>
            <a:chExt cx="10045473" cy="473212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B21799E-AB76-490C-85B2-8A7B2DC47056}"/>
                </a:ext>
              </a:extLst>
            </p:cNvPr>
            <p:cNvSpPr/>
            <p:nvPr/>
          </p:nvSpPr>
          <p:spPr>
            <a:xfrm>
              <a:off x="6264572" y="4093537"/>
              <a:ext cx="3378690" cy="1756515"/>
            </a:xfrm>
            <a:prstGeom prst="roundRect">
              <a:avLst>
                <a:gd name="adj" fmla="val 7097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5111198-0883-452A-8149-E2965BC98666}"/>
                </a:ext>
              </a:extLst>
            </p:cNvPr>
            <p:cNvSpPr/>
            <p:nvPr/>
          </p:nvSpPr>
          <p:spPr>
            <a:xfrm>
              <a:off x="4674678" y="1303588"/>
              <a:ext cx="1640825" cy="2557048"/>
            </a:xfrm>
            <a:prstGeom prst="roundRect">
              <a:avLst>
                <a:gd name="adj" fmla="val 7729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862FC62-287F-4D94-8547-DBFFF9B755B6}"/>
                </a:ext>
              </a:extLst>
            </p:cNvPr>
            <p:cNvSpPr/>
            <p:nvPr/>
          </p:nvSpPr>
          <p:spPr>
            <a:xfrm>
              <a:off x="1585248" y="1214513"/>
              <a:ext cx="2896276" cy="4718844"/>
            </a:xfrm>
            <a:prstGeom prst="roundRect">
              <a:avLst>
                <a:gd name="adj" fmla="val 551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433F82-AF34-4670-8F4E-0510779F16A3}"/>
                </a:ext>
              </a:extLst>
            </p:cNvPr>
            <p:cNvSpPr txBox="1"/>
            <p:nvPr/>
          </p:nvSpPr>
          <p:spPr>
            <a:xfrm rot="16200000">
              <a:off x="10604405" y="2511899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319C6D-A940-46E1-9A71-D8BD9E1B7597}"/>
                </a:ext>
              </a:extLst>
            </p:cNvPr>
            <p:cNvSpPr txBox="1"/>
            <p:nvPr/>
          </p:nvSpPr>
          <p:spPr>
            <a:xfrm>
              <a:off x="1945118" y="1226848"/>
              <a:ext cx="20366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42C5E64-DD3D-4180-8707-E9A83FB71ABE}"/>
                </a:ext>
              </a:extLst>
            </p:cNvPr>
            <p:cNvSpPr/>
            <p:nvPr/>
          </p:nvSpPr>
          <p:spPr>
            <a:xfrm>
              <a:off x="8641510" y="2909939"/>
              <a:ext cx="2558953" cy="917602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674C85-35B3-47F9-ACD1-A75902C3A0B0}"/>
                </a:ext>
              </a:extLst>
            </p:cNvPr>
            <p:cNvSpPr txBox="1"/>
            <p:nvPr/>
          </p:nvSpPr>
          <p:spPr>
            <a:xfrm>
              <a:off x="8699685" y="2968674"/>
              <a:ext cx="25589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Store all Attack-Aware Schedules in a Look Up table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005A996-F649-4B41-BD2E-30B9221C91D5}"/>
                </a:ext>
              </a:extLst>
            </p:cNvPr>
            <p:cNvSpPr/>
            <p:nvPr/>
          </p:nvSpPr>
          <p:spPr>
            <a:xfrm>
              <a:off x="1643184" y="1811623"/>
              <a:ext cx="2717461" cy="3167690"/>
            </a:xfrm>
            <a:prstGeom prst="roundRect">
              <a:avLst>
                <a:gd name="adj" fmla="val 5877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A5DA8C8-E70E-41CB-B044-45B59DDDA937}"/>
                    </a:ext>
                  </a:extLst>
                </p:cNvPr>
                <p:cNvSpPr/>
                <p:nvPr/>
              </p:nvSpPr>
              <p:spPr>
                <a:xfrm>
                  <a:off x="1977333" y="1888676"/>
                  <a:ext cx="2274726" cy="412525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6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        </a:t>
                  </a:r>
                  <a:endParaRPr lang="en-IN" sz="16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A5DA8C8-E70E-41CB-B044-45B59DDDA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7333" y="1888676"/>
                  <a:ext cx="2274726" cy="412525"/>
                </a:xfrm>
                <a:prstGeom prst="roundRect">
                  <a:avLst/>
                </a:prstGeom>
                <a:blipFill>
                  <a:blip r:embed="rId2"/>
                  <a:stretch>
                    <a:fillRect b="-5882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1A7FC2-75AB-4EA8-A401-8DA1543FF950}"/>
                    </a:ext>
                  </a:extLst>
                </p:cNvPr>
                <p:cNvSpPr txBox="1"/>
                <p:nvPr/>
              </p:nvSpPr>
              <p:spPr>
                <a:xfrm rot="16200000">
                  <a:off x="612035" y="3314975"/>
                  <a:ext cx="23312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 Task Set </a:t>
                  </a:r>
                  <a14:m>
                    <m:oMath xmlns:m="http://schemas.openxmlformats.org/officeDocument/2006/math"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1A7FC2-75AB-4EA8-A401-8DA1543FF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12035" y="3314975"/>
                  <a:ext cx="233125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7273" r="-2181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EACF942-F357-441A-9534-F09B724A71DF}"/>
                </a:ext>
              </a:extLst>
            </p:cNvPr>
            <p:cNvSpPr/>
            <p:nvPr/>
          </p:nvSpPr>
          <p:spPr>
            <a:xfrm>
              <a:off x="1662601" y="5049199"/>
              <a:ext cx="2678626" cy="814272"/>
            </a:xfrm>
            <a:prstGeom prst="roundRect">
              <a:avLst>
                <a:gd name="adj" fmla="val 11084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E00F0690-9656-4838-94C9-D9A63D793A51}"/>
                    </a:ext>
                  </a:extLst>
                </p:cNvPr>
                <p:cNvSpPr/>
                <p:nvPr/>
              </p:nvSpPr>
              <p:spPr>
                <a:xfrm>
                  <a:off x="1955827" y="5432762"/>
                  <a:ext cx="2169642" cy="326142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6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n</a:t>
                  </a:r>
                  <a14:m>
                    <m:oMath xmlns:m="http://schemas.openxmlformats.org/officeDocument/2006/math"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E00F0690-9656-4838-94C9-D9A63D793A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5827" y="5432762"/>
                  <a:ext cx="2169642" cy="326142"/>
                </a:xfrm>
                <a:prstGeom prst="roundRect">
                  <a:avLst/>
                </a:prstGeom>
                <a:blipFill>
                  <a:blip r:embed="rId4"/>
                  <a:stretch>
                    <a:fillRect t="-9091" b="-20000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33E3531-81F2-4C20-98C6-14D552E1D559}"/>
                    </a:ext>
                  </a:extLst>
                </p:cNvPr>
                <p:cNvSpPr txBox="1"/>
                <p:nvPr/>
              </p:nvSpPr>
              <p:spPr>
                <a:xfrm>
                  <a:off x="1729765" y="5048236"/>
                  <a:ext cx="271746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400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600" dirty="0">
                      <a:solidFill>
                        <a:srgbClr val="FF0000"/>
                      </a:solidFill>
                    </a:rPr>
                    <a:t>Untrusted Task Set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33E3531-81F2-4C20-98C6-14D552E1D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9765" y="5048236"/>
                  <a:ext cx="2717461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82404D-4655-4127-9D50-1FB9F6BDDD28}"/>
                </a:ext>
              </a:extLst>
            </p:cNvPr>
            <p:cNvSpPr/>
            <p:nvPr/>
          </p:nvSpPr>
          <p:spPr>
            <a:xfrm>
              <a:off x="2022991" y="2907639"/>
              <a:ext cx="2210292" cy="889187"/>
            </a:xfrm>
            <a:prstGeom prst="roundRect">
              <a:avLst>
                <a:gd name="adj" fmla="val 7785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System Specification corresponding to trusted control tasks</a:t>
              </a:r>
            </a:p>
            <a:p>
              <a:pPr algn="ctr"/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0D8B9F-BCE9-4572-9E74-F4A0E8E256BC}"/>
                    </a:ext>
                  </a:extLst>
                </p:cNvPr>
                <p:cNvSpPr txBox="1"/>
                <p:nvPr/>
              </p:nvSpPr>
              <p:spPr>
                <a:xfrm>
                  <a:off x="4876249" y="1271801"/>
                  <a:ext cx="1379432" cy="28115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6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Deriving set of switchable periodicities for control Tasks to maintain system stability </a:t>
                  </a:r>
                </a:p>
                <a:p>
                  <a:r>
                    <a:rPr lang="en-IN" sz="1600" b="0" i="1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P=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IN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..}</m:t>
                      </m:r>
                    </m:oMath>
                  </a14:m>
                  <a:endParaRPr lang="en-IN" sz="1600" b="0" i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endParaRPr lang="en-IN" sz="1600" b="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0D8B9F-BCE9-4572-9E74-F4A0E8E25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249" y="1271801"/>
                  <a:ext cx="1379432" cy="2811539"/>
                </a:xfrm>
                <a:prstGeom prst="rect">
                  <a:avLst/>
                </a:prstGeom>
                <a:blipFill>
                  <a:blip r:embed="rId6"/>
                  <a:stretch>
                    <a:fillRect l="-442" t="-868" r="-44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78777086-4AC8-4B77-9E27-A4B97664A6E1}"/>
                </a:ext>
              </a:extLst>
            </p:cNvPr>
            <p:cNvSpPr/>
            <p:nvPr/>
          </p:nvSpPr>
          <p:spPr>
            <a:xfrm>
              <a:off x="8670199" y="1345594"/>
              <a:ext cx="2558953" cy="1477397"/>
            </a:xfrm>
            <a:prstGeom prst="roundRect">
              <a:avLst>
                <a:gd name="adj" fmla="val 8095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00F398C-151F-41AB-830F-66538028161A}"/>
                </a:ext>
              </a:extLst>
            </p:cNvPr>
            <p:cNvSpPr txBox="1"/>
            <p:nvPr/>
          </p:nvSpPr>
          <p:spPr>
            <a:xfrm>
              <a:off x="8648529" y="1391840"/>
              <a:ext cx="2393540" cy="1323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Analyse attack probability corresponding to each victim task in each schedule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0FC5EA1-262A-47A2-BF45-3DC4D8981A2A}"/>
                </a:ext>
              </a:extLst>
            </p:cNvPr>
            <p:cNvSpPr/>
            <p:nvPr/>
          </p:nvSpPr>
          <p:spPr>
            <a:xfrm>
              <a:off x="4586207" y="1201237"/>
              <a:ext cx="7021853" cy="2745213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1ECFA0-99B4-4E9E-AEF2-8846DF5D5EC0}"/>
                </a:ext>
              </a:extLst>
            </p:cNvPr>
            <p:cNvSpPr txBox="1"/>
            <p:nvPr/>
          </p:nvSpPr>
          <p:spPr>
            <a:xfrm rot="16200000">
              <a:off x="10811728" y="4771186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8F73CB82-BC32-42B1-8B55-EECC2E2A93C4}"/>
                </a:ext>
              </a:extLst>
            </p:cNvPr>
            <p:cNvGrpSpPr/>
            <p:nvPr/>
          </p:nvGrpSpPr>
          <p:grpSpPr>
            <a:xfrm>
              <a:off x="4715354" y="4084083"/>
              <a:ext cx="1419612" cy="1764689"/>
              <a:chOff x="4715354" y="4084083"/>
              <a:chExt cx="1419612" cy="1764689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0248D17-A71C-4D98-BB46-A94F2E46EBB9}"/>
                  </a:ext>
                </a:extLst>
              </p:cNvPr>
              <p:cNvSpPr/>
              <p:nvPr/>
            </p:nvSpPr>
            <p:spPr>
              <a:xfrm>
                <a:off x="4716812" y="4092257"/>
                <a:ext cx="1418154" cy="1756515"/>
              </a:xfrm>
              <a:prstGeom prst="roundRect">
                <a:avLst>
                  <a:gd name="adj" fmla="val 881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5C3270-42B3-4D2D-B02F-2A8450CCEC2F}"/>
                  </a:ext>
                </a:extLst>
              </p:cNvPr>
              <p:cNvSpPr txBox="1"/>
              <p:nvPr/>
            </p:nvSpPr>
            <p:spPr>
              <a:xfrm>
                <a:off x="4715354" y="4084083"/>
                <a:ext cx="13794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Change in Plant Residue Mean  &gt; Th</a:t>
                </a:r>
              </a:p>
            </p:txBody>
          </p:sp>
        </p:grp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1CE62A7-EBD4-4DF4-BEBD-F9D279F86B71}"/>
                </a:ext>
              </a:extLst>
            </p:cNvPr>
            <p:cNvSpPr/>
            <p:nvPr/>
          </p:nvSpPr>
          <p:spPr>
            <a:xfrm>
              <a:off x="9705619" y="4099901"/>
              <a:ext cx="1538453" cy="1703905"/>
            </a:xfrm>
            <a:prstGeom prst="roundRect">
              <a:avLst>
                <a:gd name="adj" fmla="val 1573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6750E6E-E956-47AF-BE71-AFAA4A88FCFD}"/>
                </a:ext>
              </a:extLst>
            </p:cNvPr>
            <p:cNvSpPr txBox="1"/>
            <p:nvPr/>
          </p:nvSpPr>
          <p:spPr>
            <a:xfrm>
              <a:off x="9775157" y="4137262"/>
              <a:ext cx="139937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Deploy Schedule Selection Algorithm after each hyperperiod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BF1CBA4-C096-4ECB-932F-0F076138D7EC}"/>
                </a:ext>
              </a:extLst>
            </p:cNvPr>
            <p:cNvGrpSpPr/>
            <p:nvPr/>
          </p:nvGrpSpPr>
          <p:grpSpPr>
            <a:xfrm>
              <a:off x="4914916" y="4921416"/>
              <a:ext cx="885020" cy="338554"/>
              <a:chOff x="1159448" y="663869"/>
              <a:chExt cx="885020" cy="338554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6530BCE2-152E-4FF7-8B92-AD7C2619FA3A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2814E2B-6F7D-467B-8C3A-9BA46C9A6B9F}"/>
                  </a:ext>
                </a:extLst>
              </p:cNvPr>
              <p:cNvSpPr txBox="1"/>
              <p:nvPr/>
            </p:nvSpPr>
            <p:spPr>
              <a:xfrm>
                <a:off x="1159448" y="663869"/>
                <a:ext cx="8850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600" b="0" dirty="0"/>
                  <a:t>Yes</a:t>
                </a:r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853C396-213A-4EAA-AA51-D141DB4D0E0F}"/>
                </a:ext>
              </a:extLst>
            </p:cNvPr>
            <p:cNvSpPr/>
            <p:nvPr/>
          </p:nvSpPr>
          <p:spPr>
            <a:xfrm>
              <a:off x="6337048" y="4138390"/>
              <a:ext cx="3224188" cy="762638"/>
            </a:xfrm>
            <a:prstGeom prst="roundRect">
              <a:avLst>
                <a:gd name="adj" fmla="val 150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79DB42-D1C7-4187-849D-F9E33475ABDF}"/>
                </a:ext>
              </a:extLst>
            </p:cNvPr>
            <p:cNvSpPr/>
            <p:nvPr/>
          </p:nvSpPr>
          <p:spPr>
            <a:xfrm>
              <a:off x="1992114" y="2389106"/>
              <a:ext cx="2241170" cy="457052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Task Criticality Level  </a:t>
              </a:r>
            </a:p>
            <a:p>
              <a:pPr algn="ctr"/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DF01B98D-BE6C-4666-95EE-1EA2733ABCCF}"/>
                </a:ext>
              </a:extLst>
            </p:cNvPr>
            <p:cNvSpPr/>
            <p:nvPr/>
          </p:nvSpPr>
          <p:spPr>
            <a:xfrm>
              <a:off x="6436170" y="1336815"/>
              <a:ext cx="2033252" cy="1246247"/>
            </a:xfrm>
            <a:prstGeom prst="roundRect">
              <a:avLst>
                <a:gd name="adj" fmla="val 616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9CEB74C-51DB-41C2-96F8-2B459985541C}"/>
                </a:ext>
              </a:extLst>
            </p:cNvPr>
            <p:cNvSpPr/>
            <p:nvPr/>
          </p:nvSpPr>
          <p:spPr>
            <a:xfrm>
              <a:off x="6537358" y="1391840"/>
              <a:ext cx="186844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Choose periodicities that obfuscate attacker’s analysis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FD445F1-7B93-4B8E-BB29-3EB886103B7D}"/>
                </a:ext>
              </a:extLst>
            </p:cNvPr>
            <p:cNvGrpSpPr/>
            <p:nvPr/>
          </p:nvGrpSpPr>
          <p:grpSpPr>
            <a:xfrm>
              <a:off x="6414610" y="2698962"/>
              <a:ext cx="2129694" cy="1142974"/>
              <a:chOff x="1376204" y="380843"/>
              <a:chExt cx="2129694" cy="1142974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E415397-5853-4D49-89C2-80D893180D61}"/>
                  </a:ext>
                </a:extLst>
              </p:cNvPr>
              <p:cNvSpPr/>
              <p:nvPr/>
            </p:nvSpPr>
            <p:spPr>
              <a:xfrm>
                <a:off x="1418847" y="380843"/>
                <a:ext cx="2049526" cy="1142974"/>
              </a:xfrm>
              <a:prstGeom prst="roundRect">
                <a:avLst>
                  <a:gd name="adj" fmla="val 7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94AECE-80AF-44C4-A831-58AAAE7A49E5}"/>
                  </a:ext>
                </a:extLst>
              </p:cNvPr>
              <p:cNvSpPr txBox="1"/>
              <p:nvPr/>
            </p:nvSpPr>
            <p:spPr>
              <a:xfrm>
                <a:off x="1376204" y="442904"/>
                <a:ext cx="212969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600" b="0" dirty="0"/>
                  <a:t>Derive  all feasible schedules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1ED4787-47CD-4400-9607-0A975CA377A9}"/>
                  </a:ext>
                </a:extLst>
              </p:cNvPr>
              <p:cNvGrpSpPr/>
              <p:nvPr/>
            </p:nvGrpSpPr>
            <p:grpSpPr>
              <a:xfrm>
                <a:off x="1747479" y="969244"/>
                <a:ext cx="1567532" cy="276271"/>
                <a:chOff x="7244294" y="5219392"/>
                <a:chExt cx="1829591" cy="435507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6D7BBAE-A2E3-41C3-8F8B-D31DD1D64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93CC3BA-3DEC-4703-839B-965880FDDE56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980741FC-AEC5-4F1C-A447-9B0B76637BCB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963B102F-9314-429B-A289-4B12F3033381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34D9C5A-BA82-46E4-BA16-2519AAE8E03B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88455109-9EBE-42F8-A781-0719E4DDB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F7CE289-6057-4D31-A6A8-66DFC2685910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9DB4E00-8010-4929-AE82-01E7D61DF8C7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48C79BC-352F-45FC-BB53-FB84CD4E134D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24C994B-21F2-4B85-93DB-780223A118F9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B6E713-49F6-48BD-8637-EB282EA14F5E}"/>
                </a:ext>
              </a:extLst>
            </p:cNvPr>
            <p:cNvSpPr txBox="1"/>
            <p:nvPr/>
          </p:nvSpPr>
          <p:spPr>
            <a:xfrm>
              <a:off x="2018769" y="3860636"/>
              <a:ext cx="2214515" cy="359298"/>
            </a:xfrm>
            <a:prstGeom prst="roundRect">
              <a:avLst>
                <a:gd name="adj" fmla="val 9728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300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IN" sz="1600" dirty="0"/>
                <a:t>Detector Threshold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E4E011DD-19A6-49C8-BDE4-5CF34B3D8646}"/>
                </a:ext>
              </a:extLst>
            </p:cNvPr>
            <p:cNvSpPr/>
            <p:nvPr/>
          </p:nvSpPr>
          <p:spPr>
            <a:xfrm>
              <a:off x="8337850" y="2594342"/>
              <a:ext cx="421625" cy="305194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6A92FE4-1117-4DB2-9A51-FE94E12BEB65}"/>
                </a:ext>
              </a:extLst>
            </p:cNvPr>
            <p:cNvGrpSpPr/>
            <p:nvPr/>
          </p:nvGrpSpPr>
          <p:grpSpPr>
            <a:xfrm>
              <a:off x="4934793" y="5368368"/>
              <a:ext cx="885020" cy="338554"/>
              <a:chOff x="1159448" y="657834"/>
              <a:chExt cx="885020" cy="338554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2D989997-D31A-44F2-8E4F-C101BF59CE89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1029770-1A03-4265-AEEE-8C27AAFA14D4}"/>
                  </a:ext>
                </a:extLst>
              </p:cNvPr>
              <p:cNvSpPr txBox="1"/>
              <p:nvPr/>
            </p:nvSpPr>
            <p:spPr>
              <a:xfrm>
                <a:off x="1159448" y="657834"/>
                <a:ext cx="8850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600" b="0" dirty="0"/>
                  <a:t>No</a:t>
                </a:r>
              </a:p>
            </p:txBody>
          </p:sp>
        </p:grp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91D2784-9C6B-4226-A6A6-6435BBB630E7}"/>
                </a:ext>
              </a:extLst>
            </p:cNvPr>
            <p:cNvSpPr/>
            <p:nvPr/>
          </p:nvSpPr>
          <p:spPr>
            <a:xfrm>
              <a:off x="6337048" y="4981041"/>
              <a:ext cx="3224188" cy="822765"/>
            </a:xfrm>
            <a:prstGeom prst="roundRect">
              <a:avLst>
                <a:gd name="adj" fmla="val 150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207113-CF55-4456-8C16-4E35DDC5BD93}"/>
                </a:ext>
              </a:extLst>
            </p:cNvPr>
            <p:cNvSpPr txBox="1"/>
            <p:nvPr/>
          </p:nvSpPr>
          <p:spPr>
            <a:xfrm>
              <a:off x="6264572" y="4099901"/>
              <a:ext cx="32241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Select and execute schedules under critical attack probability of the task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7CB8AAE-968C-4B5C-BFDB-9724137B8CBB}"/>
                </a:ext>
              </a:extLst>
            </p:cNvPr>
            <p:cNvSpPr/>
            <p:nvPr/>
          </p:nvSpPr>
          <p:spPr>
            <a:xfrm>
              <a:off x="4608868" y="4009126"/>
              <a:ext cx="7021853" cy="1924231"/>
            </a:xfrm>
            <a:prstGeom prst="roundRect">
              <a:avLst>
                <a:gd name="adj" fmla="val 5639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324B574C-8BAE-483B-934F-47CD41FAC376}"/>
                </a:ext>
              </a:extLst>
            </p:cNvPr>
            <p:cNvSpPr/>
            <p:nvPr/>
          </p:nvSpPr>
          <p:spPr>
            <a:xfrm>
              <a:off x="4416040" y="2469059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9C3A7ED-7EFD-4B37-B957-9A0DABCF13BA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5631068" y="4515400"/>
              <a:ext cx="633504" cy="589270"/>
            </a:xfrm>
            <a:prstGeom prst="bentConnector3">
              <a:avLst>
                <a:gd name="adj1" fmla="val 69363"/>
              </a:avLst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0816124D-62F9-469E-9D7C-519244B3DB84}"/>
                </a:ext>
              </a:extLst>
            </p:cNvPr>
            <p:cNvSpPr/>
            <p:nvPr/>
          </p:nvSpPr>
          <p:spPr>
            <a:xfrm>
              <a:off x="2018769" y="4308929"/>
              <a:ext cx="2218073" cy="575220"/>
            </a:xfrm>
            <a:prstGeom prst="roundRect">
              <a:avLst>
                <a:gd name="adj" fmla="val 19417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Critical Attack Probability</a:t>
              </a:r>
            </a:p>
            <a:p>
              <a:pPr algn="ctr"/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49167A2C-8202-446A-908F-E8BFD8E084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2294" y="5420422"/>
              <a:ext cx="622397" cy="13303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06302A6-C7C0-41B1-A2A0-BA0D1827E838}"/>
                </a:ext>
              </a:extLst>
            </p:cNvPr>
            <p:cNvSpPr txBox="1"/>
            <p:nvPr/>
          </p:nvSpPr>
          <p:spPr>
            <a:xfrm>
              <a:off x="6306118" y="5098087"/>
              <a:ext cx="33253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Select and execute schedules under critical schedule vulnerability Index</a:t>
              </a:r>
            </a:p>
          </p:txBody>
        </p:sp>
        <p:sp>
          <p:nvSpPr>
            <p:cNvPr id="157" name="Arrow: Right 156">
              <a:extLst>
                <a:ext uri="{FF2B5EF4-FFF2-40B4-BE49-F238E27FC236}">
                  <a16:creationId xmlns:a16="http://schemas.microsoft.com/office/drawing/2014/main" id="{19430996-4DF4-4635-9C31-3A31F1AE696E}"/>
                </a:ext>
              </a:extLst>
            </p:cNvPr>
            <p:cNvSpPr/>
            <p:nvPr/>
          </p:nvSpPr>
          <p:spPr>
            <a:xfrm>
              <a:off x="6219318" y="1736764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6" name="Arrow: Right 165">
              <a:extLst>
                <a:ext uri="{FF2B5EF4-FFF2-40B4-BE49-F238E27FC236}">
                  <a16:creationId xmlns:a16="http://schemas.microsoft.com/office/drawing/2014/main" id="{0E262A1C-3B5E-4863-999D-C295FF72F891}"/>
                </a:ext>
              </a:extLst>
            </p:cNvPr>
            <p:cNvSpPr/>
            <p:nvPr/>
          </p:nvSpPr>
          <p:spPr>
            <a:xfrm rot="5400000">
              <a:off x="7443427" y="2513027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1" name="Arrow: Right 170">
              <a:extLst>
                <a:ext uri="{FF2B5EF4-FFF2-40B4-BE49-F238E27FC236}">
                  <a16:creationId xmlns:a16="http://schemas.microsoft.com/office/drawing/2014/main" id="{C37C4D6F-DBCD-4921-9366-E579BFB4EFE6}"/>
                </a:ext>
              </a:extLst>
            </p:cNvPr>
            <p:cNvSpPr/>
            <p:nvPr/>
          </p:nvSpPr>
          <p:spPr>
            <a:xfrm rot="5400000">
              <a:off x="9728816" y="2699712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2" name="Arrow: Right 171">
              <a:extLst>
                <a:ext uri="{FF2B5EF4-FFF2-40B4-BE49-F238E27FC236}">
                  <a16:creationId xmlns:a16="http://schemas.microsoft.com/office/drawing/2014/main" id="{D62300BC-6574-4FB1-BBD0-03F4A13317A7}"/>
                </a:ext>
              </a:extLst>
            </p:cNvPr>
            <p:cNvSpPr/>
            <p:nvPr/>
          </p:nvSpPr>
          <p:spPr>
            <a:xfrm rot="5400000">
              <a:off x="9116121" y="3821826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3" name="Arrow: Right 172">
              <a:extLst>
                <a:ext uri="{FF2B5EF4-FFF2-40B4-BE49-F238E27FC236}">
                  <a16:creationId xmlns:a16="http://schemas.microsoft.com/office/drawing/2014/main" id="{EC09B083-4901-40A6-A7DD-2935C787A14C}"/>
                </a:ext>
              </a:extLst>
            </p:cNvPr>
            <p:cNvSpPr/>
            <p:nvPr/>
          </p:nvSpPr>
          <p:spPr>
            <a:xfrm>
              <a:off x="9570935" y="4814109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409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073803F-7187-4F31-82E7-B3C662ED00B4}"/>
              </a:ext>
            </a:extLst>
          </p:cNvPr>
          <p:cNvGrpSpPr/>
          <p:nvPr/>
        </p:nvGrpSpPr>
        <p:grpSpPr>
          <a:xfrm>
            <a:off x="1052389" y="874224"/>
            <a:ext cx="10223126" cy="4748048"/>
            <a:chOff x="1052389" y="874224"/>
            <a:chExt cx="10223126" cy="474804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89D5EAF-5FFC-404A-982F-EC842DF57B09}"/>
                </a:ext>
              </a:extLst>
            </p:cNvPr>
            <p:cNvSpPr/>
            <p:nvPr/>
          </p:nvSpPr>
          <p:spPr>
            <a:xfrm>
              <a:off x="4307033" y="992503"/>
              <a:ext cx="1712587" cy="2246986"/>
            </a:xfrm>
            <a:prstGeom prst="roundRect">
              <a:avLst>
                <a:gd name="adj" fmla="val 7729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36BD57A-1721-49D4-96F8-81BE16C80409}"/>
                </a:ext>
              </a:extLst>
            </p:cNvPr>
            <p:cNvSpPr/>
            <p:nvPr/>
          </p:nvSpPr>
          <p:spPr>
            <a:xfrm>
              <a:off x="1109844" y="903428"/>
              <a:ext cx="3004035" cy="4718844"/>
            </a:xfrm>
            <a:prstGeom prst="roundRect">
              <a:avLst>
                <a:gd name="adj" fmla="val 551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AF6BA4-2CD7-4E20-AE0E-5B7BDDC5B002}"/>
                </a:ext>
              </a:extLst>
            </p:cNvPr>
            <p:cNvSpPr txBox="1"/>
            <p:nvPr/>
          </p:nvSpPr>
          <p:spPr>
            <a:xfrm rot="16200000">
              <a:off x="10262016" y="1965080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F869DE-4BC9-4A35-9927-41B84106546F}"/>
                </a:ext>
              </a:extLst>
            </p:cNvPr>
            <p:cNvSpPr txBox="1"/>
            <p:nvPr/>
          </p:nvSpPr>
          <p:spPr>
            <a:xfrm>
              <a:off x="1359873" y="874224"/>
              <a:ext cx="26117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4C410C1-7BE8-48CB-9EAC-073B51BD239E}"/>
                </a:ext>
              </a:extLst>
            </p:cNvPr>
            <p:cNvSpPr/>
            <p:nvPr/>
          </p:nvSpPr>
          <p:spPr>
            <a:xfrm>
              <a:off x="8273865" y="2092133"/>
              <a:ext cx="2558953" cy="1137117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9551DF-13E5-476C-9A26-4DB5C70CAB24}"/>
                </a:ext>
              </a:extLst>
            </p:cNvPr>
            <p:cNvSpPr txBox="1"/>
            <p:nvPr/>
          </p:nvSpPr>
          <p:spPr>
            <a:xfrm>
              <a:off x="8342619" y="2171524"/>
              <a:ext cx="25589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Store all Attack-Aware Schedules in a Look Up table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3AC5407-514C-4C25-9A67-1395C52A049B}"/>
                </a:ext>
              </a:extLst>
            </p:cNvPr>
            <p:cNvSpPr/>
            <p:nvPr/>
          </p:nvSpPr>
          <p:spPr>
            <a:xfrm>
              <a:off x="1174265" y="1500538"/>
              <a:ext cx="2863902" cy="2955363"/>
            </a:xfrm>
            <a:prstGeom prst="roundRect">
              <a:avLst>
                <a:gd name="adj" fmla="val 5877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8AC202C2-CB33-43BB-B29F-2C30906488C7}"/>
                    </a:ext>
                  </a:extLst>
                </p:cNvPr>
                <p:cNvSpPr/>
                <p:nvPr/>
              </p:nvSpPr>
              <p:spPr>
                <a:xfrm>
                  <a:off x="1443191" y="1570737"/>
                  <a:ext cx="2477751" cy="412525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20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20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        </a:t>
                  </a:r>
                  <a:endParaRPr lang="en-IN" sz="20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8AC202C2-CB33-43BB-B29F-2C30906488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3191" y="1570737"/>
                  <a:ext cx="2477751" cy="412525"/>
                </a:xfrm>
                <a:prstGeom prst="roundRect">
                  <a:avLst/>
                </a:prstGeom>
                <a:blipFill>
                  <a:blip r:embed="rId2"/>
                  <a:stretch>
                    <a:fillRect t="-10294" b="-20588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C04499-974A-4924-BDD6-928890D606FB}"/>
                    </a:ext>
                  </a:extLst>
                </p:cNvPr>
                <p:cNvSpPr txBox="1"/>
                <p:nvPr/>
              </p:nvSpPr>
              <p:spPr>
                <a:xfrm rot="16200000">
                  <a:off x="-81932" y="2762979"/>
                  <a:ext cx="26687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 Task Set </a:t>
                  </a:r>
                  <a14:m>
                    <m:oMath xmlns:m="http://schemas.openxmlformats.org/officeDocument/2006/math"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C04499-974A-4924-BDD6-928890D60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1932" y="2762979"/>
                  <a:ext cx="2668751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9231" r="-2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70EA4AE-017A-47E1-A502-971B40197B9A}"/>
                </a:ext>
              </a:extLst>
            </p:cNvPr>
            <p:cNvSpPr/>
            <p:nvPr/>
          </p:nvSpPr>
          <p:spPr>
            <a:xfrm>
              <a:off x="1294956" y="4589902"/>
              <a:ext cx="2678626" cy="962484"/>
            </a:xfrm>
            <a:prstGeom prst="roundRect">
              <a:avLst>
                <a:gd name="adj" fmla="val 11084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1AB31337-5ADF-4BC6-8339-D8ADE54A6CD1}"/>
                    </a:ext>
                  </a:extLst>
                </p:cNvPr>
                <p:cNvSpPr/>
                <p:nvPr/>
              </p:nvSpPr>
              <p:spPr>
                <a:xfrm>
                  <a:off x="1609688" y="5031320"/>
                  <a:ext cx="2169642" cy="326142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n</a:t>
                  </a:r>
                  <a14:m>
                    <m:oMath xmlns:m="http://schemas.openxmlformats.org/officeDocument/2006/math"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1AB31337-5ADF-4BC6-8339-D8ADE54A6C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688" y="5031320"/>
                  <a:ext cx="2169642" cy="326142"/>
                </a:xfrm>
                <a:prstGeom prst="roundRect">
                  <a:avLst/>
                </a:prstGeom>
                <a:blipFill>
                  <a:blip r:embed="rId4"/>
                  <a:stretch>
                    <a:fillRect t="-20000" b="-41818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C24702-BE59-4A9C-BFA1-8F0E567EA39D}"/>
                    </a:ext>
                  </a:extLst>
                </p:cNvPr>
                <p:cNvSpPr txBox="1"/>
                <p:nvPr/>
              </p:nvSpPr>
              <p:spPr>
                <a:xfrm>
                  <a:off x="1345976" y="4612184"/>
                  <a:ext cx="27174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400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dirty="0">
                      <a:solidFill>
                        <a:srgbClr val="FF0000"/>
                      </a:solidFill>
                    </a:rPr>
                    <a:t>Untrusted Task Set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C24702-BE59-4A9C-BFA1-8F0E567EA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5976" y="4612184"/>
                  <a:ext cx="2717461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2466" t="-9231" r="-1121" b="-2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0020567-3EE6-47C5-A0F7-BC16E730CEEF}"/>
                    </a:ext>
                  </a:extLst>
                </p:cNvPr>
                <p:cNvSpPr txBox="1"/>
                <p:nvPr/>
              </p:nvSpPr>
              <p:spPr>
                <a:xfrm>
                  <a:off x="4254439" y="1106421"/>
                  <a:ext cx="1792118" cy="2260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Switchable periodicities </a:t>
                  </a:r>
                  <a:r>
                    <a:rPr lang="en-IN" sz="2000" b="0" i="1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P=</a:t>
                  </a:r>
                  <a14:m>
                    <m:oMath xmlns:m="http://schemas.openxmlformats.org/officeDocument/2006/math">
                      <m:r>
                        <a:rPr lang="en-IN" sz="2000" b="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I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r>
                        <a:rPr lang="en-IN" sz="2000" b="0" i="1">
                          <a:latin typeface="Cambria Math" panose="02040503050406030204" pitchFamily="18" charset="0"/>
                        </a:rPr>
                        <m:t>..}</m:t>
                      </m:r>
                    </m:oMath>
                  </a14:m>
                  <a:endParaRPr lang="en-IN" sz="2000" b="0" i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IN" sz="20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that maintain system stability </a:t>
                  </a:r>
                </a:p>
                <a:p>
                  <a:endParaRPr lang="en-IN" sz="2000" b="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0020567-3EE6-47C5-A0F7-BC16E730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39" y="1106421"/>
                  <a:ext cx="1792118" cy="2260171"/>
                </a:xfrm>
                <a:prstGeom prst="rect">
                  <a:avLst/>
                </a:prstGeom>
                <a:blipFill>
                  <a:blip r:embed="rId7"/>
                  <a:stretch>
                    <a:fillRect l="-2721" t="-1348" r="-340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EF9A4C7-D976-4676-B25D-66DFA456635B}"/>
                </a:ext>
              </a:extLst>
            </p:cNvPr>
            <p:cNvSpPr/>
            <p:nvPr/>
          </p:nvSpPr>
          <p:spPr>
            <a:xfrm>
              <a:off x="8302554" y="1034509"/>
              <a:ext cx="2558953" cy="877749"/>
            </a:xfrm>
            <a:prstGeom prst="roundRect">
              <a:avLst>
                <a:gd name="adj" fmla="val 8095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3ED009-6A86-4CB9-BD6C-728FBE708601}"/>
                </a:ext>
              </a:extLst>
            </p:cNvPr>
            <p:cNvSpPr txBox="1"/>
            <p:nvPr/>
          </p:nvSpPr>
          <p:spPr>
            <a:xfrm>
              <a:off x="8400083" y="1110868"/>
              <a:ext cx="2393540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Attack probability Analysis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DEBF0AB-C874-46CA-B03E-21F84FC56761}"/>
                </a:ext>
              </a:extLst>
            </p:cNvPr>
            <p:cNvSpPr/>
            <p:nvPr/>
          </p:nvSpPr>
          <p:spPr>
            <a:xfrm>
              <a:off x="4218562" y="890153"/>
              <a:ext cx="7021853" cy="2542848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BEB573-9385-4790-AB52-170D093E46E2}"/>
                </a:ext>
              </a:extLst>
            </p:cNvPr>
            <p:cNvSpPr txBox="1"/>
            <p:nvPr/>
          </p:nvSpPr>
          <p:spPr>
            <a:xfrm rot="16200000">
              <a:off x="10444083" y="4460101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1669E65-30BE-4034-899B-EB98AB90914F}"/>
                </a:ext>
              </a:extLst>
            </p:cNvPr>
            <p:cNvSpPr/>
            <p:nvPr/>
          </p:nvSpPr>
          <p:spPr>
            <a:xfrm>
              <a:off x="9166972" y="3649979"/>
              <a:ext cx="1675248" cy="1879845"/>
            </a:xfrm>
            <a:prstGeom prst="roundRect">
              <a:avLst>
                <a:gd name="adj" fmla="val 1573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0FA6D9-721C-4C22-BB75-37391B826053}"/>
                </a:ext>
              </a:extLst>
            </p:cNvPr>
            <p:cNvSpPr txBox="1"/>
            <p:nvPr/>
          </p:nvSpPr>
          <p:spPr>
            <a:xfrm>
              <a:off x="9350182" y="3841304"/>
              <a:ext cx="139937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Deploy Schedule Selection Algorithm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892F1B1-0DD8-4BD9-8DE2-3BA18DAEE9FF}"/>
                </a:ext>
              </a:extLst>
            </p:cNvPr>
            <p:cNvSpPr/>
            <p:nvPr/>
          </p:nvSpPr>
          <p:spPr>
            <a:xfrm>
              <a:off x="6189379" y="983618"/>
              <a:ext cx="1959768" cy="928640"/>
            </a:xfrm>
            <a:prstGeom prst="roundRect">
              <a:avLst>
                <a:gd name="adj" fmla="val 616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3CFFDBB-A2AB-4AD2-BB86-5CD659DDA59C}"/>
                </a:ext>
              </a:extLst>
            </p:cNvPr>
            <p:cNvSpPr/>
            <p:nvPr/>
          </p:nvSpPr>
          <p:spPr>
            <a:xfrm>
              <a:off x="6179734" y="1051566"/>
              <a:ext cx="20273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Secure Sampling period selection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0199679C-AED4-4F93-85F2-C474E95DCFDE}"/>
                </a:ext>
              </a:extLst>
            </p:cNvPr>
            <p:cNvGrpSpPr/>
            <p:nvPr/>
          </p:nvGrpSpPr>
          <p:grpSpPr>
            <a:xfrm>
              <a:off x="6140079" y="2086276"/>
              <a:ext cx="2129694" cy="1142974"/>
              <a:chOff x="2542768" y="5718182"/>
              <a:chExt cx="2129694" cy="1142974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CB1A268-BF3D-4BB7-88F4-1D57E20F9BAA}"/>
                  </a:ext>
                </a:extLst>
              </p:cNvPr>
              <p:cNvSpPr/>
              <p:nvPr/>
            </p:nvSpPr>
            <p:spPr>
              <a:xfrm>
                <a:off x="2552257" y="5718182"/>
                <a:ext cx="2049526" cy="1142974"/>
              </a:xfrm>
              <a:prstGeom prst="roundRect">
                <a:avLst>
                  <a:gd name="adj" fmla="val 7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66FCE4-EAB0-4AB3-9251-EF65A9789E80}"/>
                  </a:ext>
                </a:extLst>
              </p:cNvPr>
              <p:cNvSpPr txBox="1"/>
              <p:nvPr/>
            </p:nvSpPr>
            <p:spPr>
              <a:xfrm>
                <a:off x="2542768" y="5756273"/>
                <a:ext cx="21296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b="0" dirty="0"/>
                  <a:t>All feasible schedules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1CDBDA5-75D1-432A-B57E-03E008BD91AB}"/>
                  </a:ext>
                </a:extLst>
              </p:cNvPr>
              <p:cNvGrpSpPr/>
              <p:nvPr/>
            </p:nvGrpSpPr>
            <p:grpSpPr>
              <a:xfrm>
                <a:off x="2907280" y="6480354"/>
                <a:ext cx="1567532" cy="276271"/>
                <a:chOff x="7244294" y="5219392"/>
                <a:chExt cx="1829591" cy="435507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8DD92CED-C162-4F28-ADD2-C4EB483844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9FE0B3D-320E-4524-82E9-4CCE1C308471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27FC3CE-3D41-4031-ABA1-632188625D4D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37F9211-688F-439C-8479-A49CB7A88C3F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23CB31B-7296-4DAE-B454-3DDA086A8AD8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BF5100F5-E8A5-4061-B4F7-FD679701B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F230366C-80B0-4105-B983-B0AA6C119E94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8EC68EB-2361-4614-A05D-6906B85B2638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5B200022-29B9-44D7-AC56-5D83A9B69B4E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69A3438-F7E6-4AD1-ABF4-BCDA15BA0238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607EA2-5A13-44FD-9A8D-1A2898E834C0}"/>
                </a:ext>
              </a:extLst>
            </p:cNvPr>
            <p:cNvSpPr txBox="1"/>
            <p:nvPr/>
          </p:nvSpPr>
          <p:spPr>
            <a:xfrm>
              <a:off x="1453014" y="3053389"/>
              <a:ext cx="2414074" cy="606096"/>
            </a:xfrm>
            <a:prstGeom prst="roundRect">
              <a:avLst>
                <a:gd name="adj" fmla="val 9728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300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IN" sz="2000" dirty="0"/>
                <a:t>Detector Threshold (Th)</a:t>
              </a:r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011C398E-3631-4572-98EA-14FED441BAD2}"/>
                </a:ext>
              </a:extLst>
            </p:cNvPr>
            <p:cNvSpPr/>
            <p:nvPr/>
          </p:nvSpPr>
          <p:spPr>
            <a:xfrm>
              <a:off x="8082919" y="1319033"/>
              <a:ext cx="421625" cy="305194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01502C5-F9E2-4095-A882-B3CD35B9E447}"/>
                </a:ext>
              </a:extLst>
            </p:cNvPr>
            <p:cNvSpPr/>
            <p:nvPr/>
          </p:nvSpPr>
          <p:spPr>
            <a:xfrm>
              <a:off x="4218562" y="3535352"/>
              <a:ext cx="7056953" cy="2086920"/>
            </a:xfrm>
            <a:prstGeom prst="roundRect">
              <a:avLst>
                <a:gd name="adj" fmla="val 5639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FD84FA91-4E2E-48B8-8C44-C067B002E44C}"/>
                </a:ext>
              </a:extLst>
            </p:cNvPr>
            <p:cNvSpPr/>
            <p:nvPr/>
          </p:nvSpPr>
          <p:spPr>
            <a:xfrm>
              <a:off x="4000874" y="2251988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88A4942-183E-47A0-8DAD-D2AC5FF83E4B}"/>
                </a:ext>
              </a:extLst>
            </p:cNvPr>
            <p:cNvSpPr/>
            <p:nvPr/>
          </p:nvSpPr>
          <p:spPr>
            <a:xfrm>
              <a:off x="1464996" y="3755066"/>
              <a:ext cx="2414074" cy="575220"/>
            </a:xfrm>
            <a:prstGeom prst="roundRect">
              <a:avLst>
                <a:gd name="adj" fmla="val 19417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Critical Attack Probability</a:t>
              </a:r>
            </a:p>
            <a:p>
              <a:pPr algn="ctr"/>
              <a:r>
                <a:rPr lang="en-IN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B1D9BC1-5F56-4FFF-971A-9E90C7E9C5D0}"/>
                </a:ext>
              </a:extLst>
            </p:cNvPr>
            <p:cNvGrpSpPr/>
            <p:nvPr/>
          </p:nvGrpSpPr>
          <p:grpSpPr>
            <a:xfrm>
              <a:off x="5776275" y="3619061"/>
              <a:ext cx="3325319" cy="762638"/>
              <a:chOff x="1926548" y="5920285"/>
              <a:chExt cx="3325319" cy="762638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D338637-E2A5-486B-9D24-72077E8FACCD}"/>
                  </a:ext>
                </a:extLst>
              </p:cNvPr>
              <p:cNvSpPr/>
              <p:nvPr/>
            </p:nvSpPr>
            <p:spPr>
              <a:xfrm>
                <a:off x="1977114" y="5920285"/>
                <a:ext cx="3224188" cy="762638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CE08C51-C379-4871-A61E-A033A1BDE37B}"/>
                      </a:ext>
                    </a:extLst>
                  </p:cNvPr>
                  <p:cNvSpPr txBox="1"/>
                  <p:nvPr/>
                </p:nvSpPr>
                <p:spPr>
                  <a:xfrm>
                    <a:off x="1926548" y="5967847"/>
                    <a:ext cx="3325319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schedules under critical SVI</a:t>
                    </a:r>
                  </a:p>
                  <a:p>
                    <a:r>
                      <a:rPr lang="en-IN" sz="2000" b="0" dirty="0"/>
                      <a:t>M&lt;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endParaRPr lang="en-IN" sz="2000" b="0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CE08C51-C379-4871-A61E-A033A1BDE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6548" y="5967847"/>
                    <a:ext cx="3325319" cy="70788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4274" b="-1367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28BC42E1-114E-484A-AA9F-E887852EB40E}"/>
                </a:ext>
              </a:extLst>
            </p:cNvPr>
            <p:cNvSpPr/>
            <p:nvPr/>
          </p:nvSpPr>
          <p:spPr>
            <a:xfrm>
              <a:off x="5851673" y="1425679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B88EC1D5-73B7-4E70-AF66-27B601A98C8B}"/>
                </a:ext>
              </a:extLst>
            </p:cNvPr>
            <p:cNvSpPr/>
            <p:nvPr/>
          </p:nvSpPr>
          <p:spPr>
            <a:xfrm rot="5400000">
              <a:off x="7004752" y="1830635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993C52FF-9F05-48BC-8B65-BDF0B6A304C8}"/>
                </a:ext>
              </a:extLst>
            </p:cNvPr>
            <p:cNvSpPr/>
            <p:nvPr/>
          </p:nvSpPr>
          <p:spPr>
            <a:xfrm rot="5400000">
              <a:off x="9467235" y="1878441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22A33EA2-196B-465C-A453-5C9A7858A9BE}"/>
                </a:ext>
              </a:extLst>
            </p:cNvPr>
            <p:cNvSpPr/>
            <p:nvPr/>
          </p:nvSpPr>
          <p:spPr>
            <a:xfrm rot="5400000">
              <a:off x="8301509" y="3298926"/>
              <a:ext cx="491027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C5B2AD6D-88E8-438A-8C5F-DF5B4CFA0A40}"/>
                </a:ext>
              </a:extLst>
            </p:cNvPr>
            <p:cNvSpPr/>
            <p:nvPr/>
          </p:nvSpPr>
          <p:spPr>
            <a:xfrm>
              <a:off x="9203290" y="4503024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8E141FA2-6EB8-462E-8429-05C7A92D0D59}"/>
                </a:ext>
              </a:extLst>
            </p:cNvPr>
            <p:cNvSpPr/>
            <p:nvPr/>
          </p:nvSpPr>
          <p:spPr>
            <a:xfrm>
              <a:off x="1443191" y="2064764"/>
              <a:ext cx="2477751" cy="412525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Criticality Level</a:t>
              </a:r>
            </a:p>
            <a:p>
              <a:pPr algn="ctr"/>
              <a:r>
                <a:rPr lang="en-IN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0FC02058-CB52-44FC-A33F-DF14083811CD}"/>
                </a:ext>
              </a:extLst>
            </p:cNvPr>
            <p:cNvSpPr/>
            <p:nvPr/>
          </p:nvSpPr>
          <p:spPr>
            <a:xfrm>
              <a:off x="1435339" y="2561642"/>
              <a:ext cx="2473389" cy="412525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System Specification</a:t>
              </a:r>
            </a:p>
            <a:p>
              <a:pPr algn="ctr"/>
              <a:r>
                <a:rPr lang="en-IN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0B88660D-4FC6-4A99-B1AE-97931ADC0B03}"/>
                </a:ext>
              </a:extLst>
            </p:cNvPr>
            <p:cNvGrpSpPr/>
            <p:nvPr/>
          </p:nvGrpSpPr>
          <p:grpSpPr>
            <a:xfrm>
              <a:off x="4242138" y="3620709"/>
              <a:ext cx="1539993" cy="1847960"/>
              <a:chOff x="-548083" y="4630196"/>
              <a:chExt cx="1539993" cy="1847960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69CD093-E34F-4C08-8B9D-236C92756066}"/>
                  </a:ext>
                </a:extLst>
              </p:cNvPr>
              <p:cNvSpPr/>
              <p:nvPr/>
            </p:nvSpPr>
            <p:spPr>
              <a:xfrm>
                <a:off x="-481119" y="4630196"/>
                <a:ext cx="1418154" cy="1847960"/>
              </a:xfrm>
              <a:prstGeom prst="roundRect">
                <a:avLst>
                  <a:gd name="adj" fmla="val 881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C11FAB96-1BC3-4CD8-89ED-9737502C57AC}"/>
                      </a:ext>
                    </a:extLst>
                  </p:cNvPr>
                  <p:cNvSpPr txBox="1"/>
                  <p:nvPr/>
                </p:nvSpPr>
                <p:spPr>
                  <a:xfrm>
                    <a:off x="-548083" y="4663189"/>
                    <a:ext cx="1539993" cy="645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𝑠𝑡𝑎𝑡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IN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𝑟𝑒𝑠𝑖𝑑𝑢𝑒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C11FAB96-1BC3-4CD8-89ED-9737502C57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48083" y="4663189"/>
                    <a:ext cx="1539993" cy="64549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5A843FFB-D929-4CDD-8993-A9C480144774}"/>
                </a:ext>
              </a:extLst>
            </p:cNvPr>
            <p:cNvGrpSpPr/>
            <p:nvPr/>
          </p:nvGrpSpPr>
          <p:grpSpPr>
            <a:xfrm>
              <a:off x="5833756" y="4434295"/>
              <a:ext cx="3251498" cy="1115734"/>
              <a:chOff x="1463022" y="5651476"/>
              <a:chExt cx="3251498" cy="1115734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2BBF3F0-A484-44D3-B2F4-77BFEEC2EC76}"/>
                  </a:ext>
                </a:extLst>
              </p:cNvPr>
              <p:cNvSpPr/>
              <p:nvPr/>
            </p:nvSpPr>
            <p:spPr>
              <a:xfrm>
                <a:off x="1490332" y="5671553"/>
                <a:ext cx="3224188" cy="1095657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775AA208-6325-465E-8069-A0758C1AE1C9}"/>
                      </a:ext>
                    </a:extLst>
                  </p:cNvPr>
                  <p:cNvSpPr txBox="1"/>
                  <p:nvPr/>
                </p:nvSpPr>
                <p:spPr>
                  <a:xfrm>
                    <a:off x="1463022" y="5651476"/>
                    <a:ext cx="3224187" cy="104201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schedules under critical attack probability P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  <m:d>
                          <m:dPr>
                            <m:ctrlPr>
                              <a:rPr lang="en-IN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0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a14:m>
                    <a:endParaRPr lang="en-IN" sz="2000" b="0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775AA208-6325-465E-8069-A0758C1AE1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3022" y="5651476"/>
                    <a:ext cx="3224187" cy="104201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92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008AF07-3373-47E8-9C43-22C17433E808}"/>
                </a:ext>
              </a:extLst>
            </p:cNvPr>
            <p:cNvGrpSpPr/>
            <p:nvPr/>
          </p:nvGrpSpPr>
          <p:grpSpPr>
            <a:xfrm>
              <a:off x="4600397" y="4957352"/>
              <a:ext cx="885020" cy="400110"/>
              <a:chOff x="1159448" y="663869"/>
              <a:chExt cx="885020" cy="400110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362617C6-A7E5-4B8E-B0D3-84831CD18F62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8576B86-F2EA-4EFA-A693-194929F17680}"/>
                  </a:ext>
                </a:extLst>
              </p:cNvPr>
              <p:cNvSpPr txBox="1"/>
              <p:nvPr/>
            </p:nvSpPr>
            <p:spPr>
              <a:xfrm>
                <a:off x="1159448" y="663869"/>
                <a:ext cx="8850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Yes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20D1C62-E5AD-46EA-AEC4-5BC6B674D694}"/>
                </a:ext>
              </a:extLst>
            </p:cNvPr>
            <p:cNvGrpSpPr/>
            <p:nvPr/>
          </p:nvGrpSpPr>
          <p:grpSpPr>
            <a:xfrm>
              <a:off x="4623373" y="4460101"/>
              <a:ext cx="885020" cy="400110"/>
              <a:chOff x="1159448" y="657834"/>
              <a:chExt cx="885020" cy="40011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9F5807EB-EB07-46F1-97EB-8F0CA141DF7A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0C8946-D226-4FF9-ADD9-88A303F99B1D}"/>
                  </a:ext>
                </a:extLst>
              </p:cNvPr>
              <p:cNvSpPr txBox="1"/>
              <p:nvPr/>
            </p:nvSpPr>
            <p:spPr>
              <a:xfrm>
                <a:off x="1159448" y="657834"/>
                <a:ext cx="8850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No</a:t>
                </a:r>
              </a:p>
            </p:txBody>
          </p:sp>
        </p:grp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57CA45FA-CEDF-4529-9F22-EEE0A4D8B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223" y="4289745"/>
              <a:ext cx="517845" cy="35102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140EF75E-4AD7-467B-98B9-6CBE7FFDDE47}"/>
                </a:ext>
              </a:extLst>
            </p:cNvPr>
            <p:cNvCxnSpPr>
              <a:cxnSpLocks/>
              <a:endCxn id="141" idx="1"/>
            </p:cNvCxnSpPr>
            <p:nvPr/>
          </p:nvCxnSpPr>
          <p:spPr>
            <a:xfrm flipV="1">
              <a:off x="5289678" y="4955304"/>
              <a:ext cx="544078" cy="168642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820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669E65-30BE-4034-899B-EB98AB90914F}"/>
              </a:ext>
            </a:extLst>
          </p:cNvPr>
          <p:cNvSpPr/>
          <p:nvPr/>
        </p:nvSpPr>
        <p:spPr>
          <a:xfrm>
            <a:off x="1129872" y="-1143391"/>
            <a:ext cx="4777399" cy="1879845"/>
          </a:xfrm>
          <a:prstGeom prst="roundRect">
            <a:avLst>
              <a:gd name="adj" fmla="val 787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08BC1B-6DF5-4B36-A0E4-672F373A0E84}"/>
              </a:ext>
            </a:extLst>
          </p:cNvPr>
          <p:cNvSpPr txBox="1"/>
          <p:nvPr/>
        </p:nvSpPr>
        <p:spPr>
          <a:xfrm>
            <a:off x="9283947" y="311210"/>
            <a:ext cx="40087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27B8D31-8B81-43E9-B4BB-D975397AB952}"/>
              </a:ext>
            </a:extLst>
          </p:cNvPr>
          <p:cNvGrpSpPr/>
          <p:nvPr/>
        </p:nvGrpSpPr>
        <p:grpSpPr>
          <a:xfrm>
            <a:off x="1129872" y="1326798"/>
            <a:ext cx="10188542" cy="4502812"/>
            <a:chOff x="1129872" y="1326798"/>
            <a:chExt cx="10188542" cy="4502812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CFD62AA-8D86-403F-B60B-C2DE7C2287E8}"/>
                </a:ext>
              </a:extLst>
            </p:cNvPr>
            <p:cNvSpPr/>
            <p:nvPr/>
          </p:nvSpPr>
          <p:spPr>
            <a:xfrm>
              <a:off x="8390487" y="1467675"/>
              <a:ext cx="2586875" cy="2170598"/>
            </a:xfrm>
            <a:prstGeom prst="roundRect">
              <a:avLst>
                <a:gd name="adj" fmla="val 490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912DBB3-7CF5-48A3-9A95-53DFB367BF4A}"/>
                </a:ext>
              </a:extLst>
            </p:cNvPr>
            <p:cNvGrpSpPr/>
            <p:nvPr/>
          </p:nvGrpSpPr>
          <p:grpSpPr>
            <a:xfrm>
              <a:off x="1129872" y="1326798"/>
              <a:ext cx="10188542" cy="4502812"/>
              <a:chOff x="1129872" y="1326798"/>
              <a:chExt cx="10188542" cy="4502812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301A3BE8-8BF6-4EA5-9AD5-DD8114090480}"/>
                  </a:ext>
                </a:extLst>
              </p:cNvPr>
              <p:cNvSpPr/>
              <p:nvPr/>
            </p:nvSpPr>
            <p:spPr>
              <a:xfrm>
                <a:off x="6210856" y="3986148"/>
                <a:ext cx="4720848" cy="1714610"/>
              </a:xfrm>
              <a:prstGeom prst="roundRect">
                <a:avLst>
                  <a:gd name="adj" fmla="val 633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89D5EAF-5FFC-404A-982F-EC842DF57B09}"/>
                  </a:ext>
                </a:extLst>
              </p:cNvPr>
              <p:cNvSpPr/>
              <p:nvPr/>
            </p:nvSpPr>
            <p:spPr>
              <a:xfrm>
                <a:off x="4385031" y="1473842"/>
                <a:ext cx="1755545" cy="2198446"/>
              </a:xfrm>
              <a:prstGeom prst="roundRect">
                <a:avLst>
                  <a:gd name="adj" fmla="val 7729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36BD57A-1721-49D4-96F8-81BE16C80409}"/>
                  </a:ext>
                </a:extLst>
              </p:cNvPr>
              <p:cNvSpPr/>
              <p:nvPr/>
            </p:nvSpPr>
            <p:spPr>
              <a:xfrm>
                <a:off x="1129872" y="1384767"/>
                <a:ext cx="3062006" cy="4408322"/>
              </a:xfrm>
              <a:prstGeom prst="roundRect">
                <a:avLst>
                  <a:gd name="adj" fmla="val 55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AF6BA4-2CD7-4E20-AE0E-5B7BDDC5B002}"/>
                  </a:ext>
                </a:extLst>
              </p:cNvPr>
              <p:cNvSpPr txBox="1"/>
              <p:nvPr/>
            </p:nvSpPr>
            <p:spPr>
              <a:xfrm rot="16200000">
                <a:off x="10318612" y="2462321"/>
                <a:ext cx="15605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400"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dirty="0"/>
                  <a:t>Design Time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F869DE-4BC9-4A35-9927-41B84106546F}"/>
                  </a:ext>
                </a:extLst>
              </p:cNvPr>
              <p:cNvSpPr txBox="1"/>
              <p:nvPr/>
            </p:nvSpPr>
            <p:spPr>
              <a:xfrm>
                <a:off x="1499602" y="1326798"/>
                <a:ext cx="26117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Input Task and System Specifications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34C410C1-7BE8-48CB-9EAC-073B51BD239E}"/>
                  </a:ext>
                </a:extLst>
              </p:cNvPr>
              <p:cNvSpPr/>
              <p:nvPr/>
            </p:nvSpPr>
            <p:spPr>
              <a:xfrm>
                <a:off x="8577020" y="2573472"/>
                <a:ext cx="2304567" cy="952475"/>
              </a:xfrm>
              <a:prstGeom prst="roundRect">
                <a:avLst>
                  <a:gd name="adj" fmla="val 8095"/>
                </a:avLst>
              </a:prstGeom>
              <a:solidFill>
                <a:schemeClr val="bg2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9551DF-13E5-476C-9A26-4DB5C70CAB24}"/>
                  </a:ext>
                </a:extLst>
              </p:cNvPr>
              <p:cNvSpPr txBox="1"/>
              <p:nvPr/>
            </p:nvSpPr>
            <p:spPr>
              <a:xfrm>
                <a:off x="8416329" y="2690614"/>
                <a:ext cx="255895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Store all Attack-Aware Schedules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3AC5407-514C-4C25-9A67-1395C52A049B}"/>
                  </a:ext>
                </a:extLst>
              </p:cNvPr>
              <p:cNvSpPr/>
              <p:nvPr/>
            </p:nvSpPr>
            <p:spPr>
              <a:xfrm>
                <a:off x="1214637" y="2004550"/>
                <a:ext cx="2910617" cy="2871768"/>
              </a:xfrm>
              <a:prstGeom prst="roundRect">
                <a:avLst>
                  <a:gd name="adj" fmla="val 2974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: Rounded Corners 10">
                    <a:extLst>
                      <a:ext uri="{FF2B5EF4-FFF2-40B4-BE49-F238E27FC236}">
                        <a16:creationId xmlns:a16="http://schemas.microsoft.com/office/drawing/2014/main" id="{8AC202C2-CB33-43BB-B29F-2C30906488C7}"/>
                      </a:ext>
                    </a:extLst>
                  </p:cNvPr>
                  <p:cNvSpPr/>
                  <p:nvPr/>
                </p:nvSpPr>
                <p:spPr>
                  <a:xfrm>
                    <a:off x="1521189" y="2052076"/>
                    <a:ext cx="2477751" cy="412525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ctr"/>
                    <a:r>
                      <a:rPr lang="en-IN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Task</a:t>
                    </a:r>
                    <a14:m>
                      <m:oMath xmlns:m="http://schemas.openxmlformats.org/officeDocument/2006/math">
                        <m:r>
                          <a:rPr lang="en-I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r>
                          <a:rPr lang="en-I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ctr"/>
                    <a: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            </a:t>
                    </a:r>
                    <a:endParaRPr lang="en-IN" sz="2000" dirty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Rectangle: Rounded Corners 10">
                    <a:extLst>
                      <a:ext uri="{FF2B5EF4-FFF2-40B4-BE49-F238E27FC236}">
                        <a16:creationId xmlns:a16="http://schemas.microsoft.com/office/drawing/2014/main" id="{8AC202C2-CB33-43BB-B29F-2C30906488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1189" y="2052076"/>
                    <a:ext cx="2477751" cy="412525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 t="-8696" b="-20290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1C04499-974A-4924-BDD6-928890D606FB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3934" y="3244318"/>
                    <a:ext cx="266875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Trusted  Task Set </a:t>
                    </a:r>
                    <a14:m>
                      <m:oMath xmlns:m="http://schemas.openxmlformats.org/officeDocument/2006/math">
                        <m:r>
                          <a:rPr lang="en-I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1C04499-974A-4924-BDD6-928890D606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3934" y="3244318"/>
                    <a:ext cx="2668751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576" r="-2575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70EA4AE-017A-47E1-A502-971B40197B9A}"/>
                  </a:ext>
                </a:extLst>
              </p:cNvPr>
              <p:cNvSpPr/>
              <p:nvPr/>
            </p:nvSpPr>
            <p:spPr>
              <a:xfrm>
                <a:off x="1214637" y="4932700"/>
                <a:ext cx="2893178" cy="777981"/>
              </a:xfrm>
              <a:prstGeom prst="roundRect">
                <a:avLst>
                  <a:gd name="adj" fmla="val 11084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: Rounded Corners 13">
                    <a:extLst>
                      <a:ext uri="{FF2B5EF4-FFF2-40B4-BE49-F238E27FC236}">
                        <a16:creationId xmlns:a16="http://schemas.microsoft.com/office/drawing/2014/main" id="{1AB31337-5ADF-4BC6-8339-D8ADE54A6CD1}"/>
                      </a:ext>
                    </a:extLst>
                  </p:cNvPr>
                  <p:cNvSpPr/>
                  <p:nvPr/>
                </p:nvSpPr>
                <p:spPr>
                  <a:xfrm>
                    <a:off x="1675700" y="5282408"/>
                    <a:ext cx="2169642" cy="326142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Task </a:t>
                    </a:r>
                    <a14:m>
                      <m:oMath xmlns:m="http://schemas.openxmlformats.org/officeDocument/2006/math">
                        <m:r>
                          <a:rPr lang="en-I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0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Rectangle: Rounded Corners 13">
                    <a:extLst>
                      <a:ext uri="{FF2B5EF4-FFF2-40B4-BE49-F238E27FC236}">
                        <a16:creationId xmlns:a16="http://schemas.microsoft.com/office/drawing/2014/main" id="{1AB31337-5ADF-4BC6-8339-D8ADE54A6CD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5700" y="5282408"/>
                    <a:ext cx="2169642" cy="326142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 t="-22222" b="-42593"/>
                    </a:stretch>
                  </a:blipFill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5C24702-BE59-4A9C-BFA1-8F0E567EA39D}"/>
                      </a:ext>
                    </a:extLst>
                  </p:cNvPr>
                  <p:cNvSpPr txBox="1"/>
                  <p:nvPr/>
                </p:nvSpPr>
                <p:spPr>
                  <a:xfrm>
                    <a:off x="1407793" y="4881398"/>
                    <a:ext cx="271746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1400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dirty="0">
                        <a:solidFill>
                          <a:srgbClr val="FF0000"/>
                        </a:solidFill>
                      </a:rPr>
                      <a:t>Untrusted Task Set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20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5C24702-BE59-4A9C-BFA1-8F0E567EA3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7793" y="4881398"/>
                    <a:ext cx="2717461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42" t="-9231" r="-1121" b="-27692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0020567-3EE6-47C5-A0F7-BC16E730CEEF}"/>
                      </a:ext>
                    </a:extLst>
                  </p:cNvPr>
                  <p:cNvSpPr txBox="1"/>
                  <p:nvPr/>
                </p:nvSpPr>
                <p:spPr>
                  <a:xfrm>
                    <a:off x="4445020" y="1418709"/>
                    <a:ext cx="1792118" cy="256794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Switchable periodicities </a:t>
                    </a:r>
                    <a:r>
                      <a:rPr lang="en-IN" sz="2000" b="0" i="1" dirty="0"/>
                      <a:t>P=</a:t>
                    </a:r>
                    <a14:m>
                      <m:oMath xmlns:m="http://schemas.openxmlformats.org/officeDocument/2006/math">
                        <m:r>
                          <a:rPr lang="en-IN" sz="2000" b="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IN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000" b="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000" b="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</m:sub>
                        </m:sSub>
                        <m:r>
                          <a:rPr lang="en-IN" sz="2000" b="0" i="1">
                            <a:latin typeface="Cambria Math" panose="02040503050406030204" pitchFamily="18" charset="0"/>
                          </a:rPr>
                          <m:t>..}</m:t>
                        </m:r>
                      </m:oMath>
                    </a14:m>
                    <a:endParaRPr lang="en-IN" sz="2000" b="0" i="1" dirty="0"/>
                  </a:p>
                  <a:p>
                    <a:r>
                      <a:rPr lang="en-IN" sz="2000" b="0" dirty="0"/>
                      <a:t> that maintain system stability </a:t>
                    </a:r>
                  </a:p>
                  <a:p>
                    <a:endParaRPr lang="en-IN" sz="2000" b="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0020567-3EE6-47C5-A0F7-BC16E730CE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5020" y="1418709"/>
                    <a:ext cx="1792118" cy="256794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425" r="-340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EF9A4C7-D976-4676-B25D-66DFA456635B}"/>
                  </a:ext>
                </a:extLst>
              </p:cNvPr>
              <p:cNvSpPr/>
              <p:nvPr/>
            </p:nvSpPr>
            <p:spPr>
              <a:xfrm>
                <a:off x="8576197" y="1602686"/>
                <a:ext cx="2334620" cy="841933"/>
              </a:xfrm>
              <a:prstGeom prst="roundRect">
                <a:avLst>
                  <a:gd name="adj" fmla="val 809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63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3ED009-6A86-4CB9-BD6C-728FBE708601}"/>
                  </a:ext>
                </a:extLst>
              </p:cNvPr>
              <p:cNvSpPr txBox="1"/>
              <p:nvPr/>
            </p:nvSpPr>
            <p:spPr>
              <a:xfrm>
                <a:off x="8688504" y="1578253"/>
                <a:ext cx="239354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Attack probability Analysis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DEBF0AB-C874-46CA-B03E-21F84FC56761}"/>
                  </a:ext>
                </a:extLst>
              </p:cNvPr>
              <p:cNvSpPr/>
              <p:nvPr/>
            </p:nvSpPr>
            <p:spPr>
              <a:xfrm>
                <a:off x="4296560" y="1371492"/>
                <a:ext cx="7021853" cy="2385462"/>
              </a:xfrm>
              <a:prstGeom prst="roundRect">
                <a:avLst>
                  <a:gd name="adj" fmla="val 4184"/>
                </a:avLst>
              </a:prstGeom>
              <a:noFill/>
              <a:ln w="285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BEB573-9385-4790-AB52-170D093E46E2}"/>
                  </a:ext>
                </a:extLst>
              </p:cNvPr>
              <p:cNvSpPr txBox="1"/>
              <p:nvPr/>
            </p:nvSpPr>
            <p:spPr>
              <a:xfrm rot="16200000">
                <a:off x="10493391" y="4732645"/>
                <a:ext cx="1234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000"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dirty="0"/>
                  <a:t>Run Time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0FA6D9-721C-4C22-BB75-37391B826053}"/>
                  </a:ext>
                </a:extLst>
              </p:cNvPr>
              <p:cNvSpPr txBox="1"/>
              <p:nvPr/>
            </p:nvSpPr>
            <p:spPr>
              <a:xfrm>
                <a:off x="9474687" y="4454023"/>
                <a:ext cx="167940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400" b="0" dirty="0" err="1"/>
                  <a:t>S</a:t>
                </a:r>
                <a:r>
                  <a:rPr lang="en-IN" b="0" dirty="0" err="1"/>
                  <a:t>CHED</a:t>
                </a:r>
                <a:r>
                  <a:rPr lang="en-IN" sz="2400" b="0" dirty="0" err="1"/>
                  <a:t>S</a:t>
                </a:r>
                <a:r>
                  <a:rPr lang="en-IN" sz="2000" b="0" dirty="0" err="1"/>
                  <a:t>el</a:t>
                </a:r>
                <a:r>
                  <a:rPr lang="en-IN" sz="2000" b="0" dirty="0"/>
                  <a:t>()</a:t>
                </a:r>
              </a:p>
              <a:p>
                <a:r>
                  <a:rPr lang="en-IN" sz="2000" b="0" dirty="0"/>
                  <a:t>Algorithm</a:t>
                </a:r>
              </a:p>
              <a:p>
                <a:endParaRPr lang="en-IN" sz="2000" b="0" dirty="0"/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0284209-BA86-484F-A8FA-D8B66A52FA4A}"/>
                  </a:ext>
                </a:extLst>
              </p:cNvPr>
              <p:cNvGrpSpPr/>
              <p:nvPr/>
            </p:nvGrpSpPr>
            <p:grpSpPr>
              <a:xfrm>
                <a:off x="6221508" y="2759902"/>
                <a:ext cx="2035885" cy="940850"/>
                <a:chOff x="6255248" y="-12102"/>
                <a:chExt cx="2035885" cy="940850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E892F1B1-0DD8-4BD9-8DE2-3BA18DAEE9FF}"/>
                    </a:ext>
                  </a:extLst>
                </p:cNvPr>
                <p:cNvSpPr/>
                <p:nvPr/>
              </p:nvSpPr>
              <p:spPr>
                <a:xfrm>
                  <a:off x="6255248" y="-12102"/>
                  <a:ext cx="2010043" cy="928640"/>
                </a:xfrm>
                <a:prstGeom prst="roundRect">
                  <a:avLst>
                    <a:gd name="adj" fmla="val 7163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3CFFDBB-A2AB-4AD2-BB86-5CD659DDA59C}"/>
                    </a:ext>
                  </a:extLst>
                </p:cNvPr>
                <p:cNvSpPr/>
                <p:nvPr/>
              </p:nvSpPr>
              <p:spPr>
                <a:xfrm>
                  <a:off x="6263819" y="220862"/>
                  <a:ext cx="202731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Secure Sampling Period Selection</a:t>
                  </a:r>
                </a:p>
              </p:txBody>
            </p:sp>
          </p:grp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0199679C-AED4-4F93-85F2-C474E95DCFDE}"/>
                  </a:ext>
                </a:extLst>
              </p:cNvPr>
              <p:cNvGrpSpPr/>
              <p:nvPr/>
            </p:nvGrpSpPr>
            <p:grpSpPr>
              <a:xfrm>
                <a:off x="6303952" y="1476762"/>
                <a:ext cx="2143217" cy="1142974"/>
                <a:chOff x="2647995" y="5718182"/>
                <a:chExt cx="2143217" cy="1142974"/>
              </a:xfrm>
            </p:grpSpPr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DCB1A268-BF3D-4BB7-88F4-1D57E20F9BAA}"/>
                    </a:ext>
                  </a:extLst>
                </p:cNvPr>
                <p:cNvSpPr/>
                <p:nvPr/>
              </p:nvSpPr>
              <p:spPr>
                <a:xfrm>
                  <a:off x="2647995" y="5718182"/>
                  <a:ext cx="1953788" cy="1142974"/>
                </a:xfrm>
                <a:prstGeom prst="roundRect">
                  <a:avLst>
                    <a:gd name="adj" fmla="val 7500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966FCE4-EAB0-4AB3-9251-EF65A9789E80}"/>
                    </a:ext>
                  </a:extLst>
                </p:cNvPr>
                <p:cNvSpPr txBox="1"/>
                <p:nvPr/>
              </p:nvSpPr>
              <p:spPr>
                <a:xfrm>
                  <a:off x="2661518" y="5756273"/>
                  <a:ext cx="212969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b="0" dirty="0"/>
                    <a:t>All feasible schedules</a:t>
                  </a:r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21CDBDA5-75D1-432A-B57E-03E008BD91AB}"/>
                    </a:ext>
                  </a:extLst>
                </p:cNvPr>
                <p:cNvGrpSpPr/>
                <p:nvPr/>
              </p:nvGrpSpPr>
              <p:grpSpPr>
                <a:xfrm>
                  <a:off x="2907280" y="6480354"/>
                  <a:ext cx="1567532" cy="276271"/>
                  <a:chOff x="7244294" y="5219392"/>
                  <a:chExt cx="1829591" cy="435507"/>
                </a:xfrm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8DD92CED-C162-4F28-ADD2-C4EB483844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21152" y="5382436"/>
                    <a:ext cx="1680388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9FE0B3D-320E-4524-82E9-4CCE1C308471}"/>
                      </a:ext>
                    </a:extLst>
                  </p:cNvPr>
                  <p:cNvSpPr/>
                  <p:nvPr/>
                </p:nvSpPr>
                <p:spPr>
                  <a:xfrm>
                    <a:off x="7714043" y="5228656"/>
                    <a:ext cx="274999" cy="149439"/>
                  </a:xfrm>
                  <a:prstGeom prst="rect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dk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527FC3CE-3D41-4031-ABA1-632188625D4D}"/>
                      </a:ext>
                    </a:extLst>
                  </p:cNvPr>
                  <p:cNvSpPr/>
                  <p:nvPr/>
                </p:nvSpPr>
                <p:spPr>
                  <a:xfrm>
                    <a:off x="8113715" y="5228656"/>
                    <a:ext cx="275579" cy="1456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137F9211-688F-439C-8479-A49CB7A88C3F}"/>
                      </a:ext>
                    </a:extLst>
                  </p:cNvPr>
                  <p:cNvSpPr/>
                  <p:nvPr/>
                </p:nvSpPr>
                <p:spPr>
                  <a:xfrm>
                    <a:off x="7316639" y="5228658"/>
                    <a:ext cx="245203" cy="153101"/>
                  </a:xfrm>
                  <a:prstGeom prst="rect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23CB31B-7296-4DAE-B454-3DDA086A8AD8}"/>
                      </a:ext>
                    </a:extLst>
                  </p:cNvPr>
                  <p:cNvSpPr/>
                  <p:nvPr/>
                </p:nvSpPr>
                <p:spPr>
                  <a:xfrm>
                    <a:off x="8513966" y="5219392"/>
                    <a:ext cx="350713" cy="151205"/>
                  </a:xfrm>
                  <a:prstGeom prst="rect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BF5100F5-E8A5-4061-B4F7-FD679701B2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44294" y="5654899"/>
                    <a:ext cx="1829591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F230366C-80B0-4105-B983-B0AA6C119E94}"/>
                      </a:ext>
                    </a:extLst>
                  </p:cNvPr>
                  <p:cNvSpPr/>
                  <p:nvPr/>
                </p:nvSpPr>
                <p:spPr>
                  <a:xfrm>
                    <a:off x="7337224" y="5502488"/>
                    <a:ext cx="299416" cy="152411"/>
                  </a:xfrm>
                  <a:prstGeom prst="rect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dk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A8EC68EB-2361-4614-A05D-6906B85B2638}"/>
                      </a:ext>
                    </a:extLst>
                  </p:cNvPr>
                  <p:cNvSpPr/>
                  <p:nvPr/>
                </p:nvSpPr>
                <p:spPr>
                  <a:xfrm>
                    <a:off x="8058149" y="5501798"/>
                    <a:ext cx="300048" cy="153101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5B200022-29B9-44D7-AC56-5D83A9B69B4E}"/>
                      </a:ext>
                    </a:extLst>
                  </p:cNvPr>
                  <p:cNvSpPr/>
                  <p:nvPr/>
                </p:nvSpPr>
                <p:spPr>
                  <a:xfrm>
                    <a:off x="7704511" y="5501798"/>
                    <a:ext cx="266975" cy="152411"/>
                  </a:xfrm>
                  <a:prstGeom prst="rect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369A3438-F7E6-4AD1-ABF4-BCDA15BA0238}"/>
                      </a:ext>
                    </a:extLst>
                  </p:cNvPr>
                  <p:cNvSpPr/>
                  <p:nvPr/>
                </p:nvSpPr>
                <p:spPr>
                  <a:xfrm>
                    <a:off x="8444859" y="5502488"/>
                    <a:ext cx="443999" cy="151691"/>
                  </a:xfrm>
                  <a:prstGeom prst="rect">
                    <a:avLst/>
                  </a:prstGeom>
                  <a:ln/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E607EA2-5A13-44FD-9A8D-1A2898E834C0}"/>
                  </a:ext>
                </a:extLst>
              </p:cNvPr>
              <p:cNvSpPr txBox="1"/>
              <p:nvPr/>
            </p:nvSpPr>
            <p:spPr>
              <a:xfrm>
                <a:off x="1531012" y="3534728"/>
                <a:ext cx="2414074" cy="606096"/>
              </a:xfrm>
              <a:prstGeom prst="roundRect">
                <a:avLst>
                  <a:gd name="adj" fmla="val 972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1300">
                    <a:latin typeface="Cambria" panose="02040503050406030204" pitchFamily="18" charset="0"/>
                    <a:ea typeface="Cambria" panose="020405030504060302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Detector Threshold (Th)</a:t>
                </a:r>
              </a:p>
            </p:txBody>
          </p:sp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011C398E-3631-4572-98EA-14FED441BAD2}"/>
                  </a:ext>
                </a:extLst>
              </p:cNvPr>
              <p:cNvSpPr/>
              <p:nvPr/>
            </p:nvSpPr>
            <p:spPr>
              <a:xfrm>
                <a:off x="8155396" y="2040701"/>
                <a:ext cx="421625" cy="277066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801502C5-F9E2-4095-A882-B3CD35B9E447}"/>
                  </a:ext>
                </a:extLst>
              </p:cNvPr>
              <p:cNvSpPr/>
              <p:nvPr/>
            </p:nvSpPr>
            <p:spPr>
              <a:xfrm>
                <a:off x="4285426" y="3853638"/>
                <a:ext cx="7032988" cy="1975972"/>
              </a:xfrm>
              <a:prstGeom prst="roundRect">
                <a:avLst>
                  <a:gd name="adj" fmla="val 5639"/>
                </a:avLst>
              </a:prstGeom>
              <a:noFill/>
              <a:ln w="285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88A4942-183E-47A0-8DAD-D2AC5FF83E4B}"/>
                  </a:ext>
                </a:extLst>
              </p:cNvPr>
              <p:cNvSpPr/>
              <p:nvPr/>
            </p:nvSpPr>
            <p:spPr>
              <a:xfrm>
                <a:off x="1542994" y="4236405"/>
                <a:ext cx="2414074" cy="575220"/>
              </a:xfrm>
              <a:prstGeom prst="roundRect">
                <a:avLst>
                  <a:gd name="adj" fmla="val 1941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Tolerable Attack Probability (TAP)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</a:t>
                </a: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D338637-E2A5-486B-9D24-72077E8FACCD}"/>
                  </a:ext>
                </a:extLst>
              </p:cNvPr>
              <p:cNvSpPr/>
              <p:nvPr/>
            </p:nvSpPr>
            <p:spPr>
              <a:xfrm>
                <a:off x="6388713" y="4129299"/>
                <a:ext cx="3257306" cy="649449"/>
              </a:xfrm>
              <a:prstGeom prst="roundRect">
                <a:avLst>
                  <a:gd name="adj" fmla="val 15022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8100">
                <a:solidFill>
                  <a:schemeClr val="accent6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E08C51-C379-4871-A61E-A033A1BDE37B}"/>
                  </a:ext>
                </a:extLst>
              </p:cNvPr>
              <p:cNvSpPr txBox="1"/>
              <p:nvPr/>
            </p:nvSpPr>
            <p:spPr>
              <a:xfrm>
                <a:off x="6299153" y="4216064"/>
                <a:ext cx="33253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Schedules Under SVT</a:t>
                </a:r>
              </a:p>
            </p:txBody>
          </p:sp>
          <p:sp>
            <p:nvSpPr>
              <p:cNvPr id="42" name="Arrow: Right 41">
                <a:extLst>
                  <a:ext uri="{FF2B5EF4-FFF2-40B4-BE49-F238E27FC236}">
                    <a16:creationId xmlns:a16="http://schemas.microsoft.com/office/drawing/2014/main" id="{28BC42E1-114E-484A-AA9F-E887852EB40E}"/>
                  </a:ext>
                </a:extLst>
              </p:cNvPr>
              <p:cNvSpPr/>
              <p:nvPr/>
            </p:nvSpPr>
            <p:spPr>
              <a:xfrm>
                <a:off x="5921818" y="3127060"/>
                <a:ext cx="329022" cy="244366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3" name="Arrow: Right 42">
                <a:extLst>
                  <a:ext uri="{FF2B5EF4-FFF2-40B4-BE49-F238E27FC236}">
                    <a16:creationId xmlns:a16="http://schemas.microsoft.com/office/drawing/2014/main" id="{B88EC1D5-73B7-4E70-AF66-27B601A98C8B}"/>
                  </a:ext>
                </a:extLst>
              </p:cNvPr>
              <p:cNvSpPr/>
              <p:nvPr/>
            </p:nvSpPr>
            <p:spPr>
              <a:xfrm rot="16200000">
                <a:off x="7111533" y="2611144"/>
                <a:ext cx="329022" cy="244366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8E141FA2-6EB8-462E-8429-05C7A92D0D59}"/>
                  </a:ext>
                </a:extLst>
              </p:cNvPr>
              <p:cNvSpPr/>
              <p:nvPr/>
            </p:nvSpPr>
            <p:spPr>
              <a:xfrm>
                <a:off x="1521189" y="2546103"/>
                <a:ext cx="2477751" cy="41252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Criticality Level</a:t>
                </a:r>
              </a:p>
              <a:p>
                <a:pPr algn="ctr"/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</a:t>
                </a: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0FC02058-CB52-44FC-A33F-DF14083811CD}"/>
                  </a:ext>
                </a:extLst>
              </p:cNvPr>
              <p:cNvSpPr/>
              <p:nvPr/>
            </p:nvSpPr>
            <p:spPr>
              <a:xfrm>
                <a:off x="1513337" y="3042981"/>
                <a:ext cx="2473389" cy="41252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System Specification</a:t>
                </a:r>
              </a:p>
              <a:p>
                <a:pPr algn="ctr"/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</a:t>
                </a:r>
                <a:endParaRPr lang="en-IN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0B88660D-4FC6-4A99-B1AE-97931ADC0B03}"/>
                  </a:ext>
                </a:extLst>
              </p:cNvPr>
              <p:cNvGrpSpPr/>
              <p:nvPr/>
            </p:nvGrpSpPr>
            <p:grpSpPr>
              <a:xfrm>
                <a:off x="4403175" y="3910339"/>
                <a:ext cx="1565046" cy="1800342"/>
                <a:chOff x="-481119" y="4613859"/>
                <a:chExt cx="1565046" cy="1800342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869CD093-E34F-4C08-8B9D-236C92756066}"/>
                    </a:ext>
                  </a:extLst>
                </p:cNvPr>
                <p:cNvSpPr/>
                <p:nvPr/>
              </p:nvSpPr>
              <p:spPr>
                <a:xfrm>
                  <a:off x="-481119" y="4630196"/>
                  <a:ext cx="1551966" cy="1784005"/>
                </a:xfrm>
                <a:prstGeom prst="roundRect">
                  <a:avLst>
                    <a:gd name="adj" fmla="val 8815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381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C11FAB96-1BC3-4CD8-89ED-9737502C57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456066" y="4613859"/>
                      <a:ext cx="1539993" cy="6454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oMath>
                        </m:oMathPara>
                      </a14:m>
                      <a:endParaRPr lang="en-I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𝑟𝑒𝑠𝑖𝑑𝑢𝑒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𝑇h</m:t>
                            </m:r>
                          </m:oMath>
                        </m:oMathPara>
                      </a14:m>
                      <a:endPara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C11FAB96-1BC3-4CD8-89ED-9737502C57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456066" y="4613859"/>
                      <a:ext cx="1539993" cy="64549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5A843FFB-D929-4CDD-8993-A9C480144774}"/>
                  </a:ext>
                </a:extLst>
              </p:cNvPr>
              <p:cNvGrpSpPr/>
              <p:nvPr/>
            </p:nvGrpSpPr>
            <p:grpSpPr>
              <a:xfrm>
                <a:off x="6367161" y="4862060"/>
                <a:ext cx="3278858" cy="772478"/>
                <a:chOff x="2834197" y="5542279"/>
                <a:chExt cx="3278858" cy="922150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F2BBF3F0-A484-44D3-B2F4-77BFEEC2EC76}"/>
                    </a:ext>
                  </a:extLst>
                </p:cNvPr>
                <p:cNvSpPr/>
                <p:nvPr/>
              </p:nvSpPr>
              <p:spPr>
                <a:xfrm>
                  <a:off x="2841685" y="5542279"/>
                  <a:ext cx="3271370" cy="922150"/>
                </a:xfrm>
                <a:prstGeom prst="roundRect">
                  <a:avLst>
                    <a:gd name="adj" fmla="val 15022"/>
                  </a:avLst>
                </a:prstGeom>
                <a:solidFill>
                  <a:srgbClr val="FDD1D1"/>
                </a:solidFill>
                <a:ln w="381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775AA208-6325-465E-8069-A0758C1AE1C9}"/>
                    </a:ext>
                  </a:extLst>
                </p:cNvPr>
                <p:cNvSpPr txBox="1"/>
                <p:nvPr/>
              </p:nvSpPr>
              <p:spPr>
                <a:xfrm>
                  <a:off x="2834197" y="5544939"/>
                  <a:ext cx="3224187" cy="8450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b="0" dirty="0"/>
                    <a:t>Schedules Under Tolerable Attack Probability (TAP)</a:t>
                  </a: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AA70C9A-749A-4EBF-B318-74F0C612EC3D}"/>
                  </a:ext>
                </a:extLst>
              </p:cNvPr>
              <p:cNvGrpSpPr/>
              <p:nvPr/>
            </p:nvGrpSpPr>
            <p:grpSpPr>
              <a:xfrm>
                <a:off x="4535384" y="4547022"/>
                <a:ext cx="1113374" cy="1073606"/>
                <a:chOff x="212393" y="4737717"/>
                <a:chExt cx="1113374" cy="1073606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F008AF07-3373-47E8-9C43-22C17433E808}"/>
                    </a:ext>
                  </a:extLst>
                </p:cNvPr>
                <p:cNvGrpSpPr/>
                <p:nvPr/>
              </p:nvGrpSpPr>
              <p:grpSpPr>
                <a:xfrm>
                  <a:off x="212393" y="5399312"/>
                  <a:ext cx="1113374" cy="412011"/>
                  <a:chOff x="1020218" y="571931"/>
                  <a:chExt cx="1113374" cy="412011"/>
                </a:xfrm>
              </p:grpSpPr>
              <p:sp>
                <p:nvSpPr>
                  <p:cNvPr id="62" name="Rectangle: Rounded Corners 61">
                    <a:extLst>
                      <a:ext uri="{FF2B5EF4-FFF2-40B4-BE49-F238E27FC236}">
                        <a16:creationId xmlns:a16="http://schemas.microsoft.com/office/drawing/2014/main" id="{362617C6-A7E5-4B8E-B0D3-84831CD18F62}"/>
                      </a:ext>
                    </a:extLst>
                  </p:cNvPr>
                  <p:cNvSpPr/>
                  <p:nvPr/>
                </p:nvSpPr>
                <p:spPr>
                  <a:xfrm>
                    <a:off x="1209111" y="571931"/>
                    <a:ext cx="796804" cy="412011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8576B86-F2EA-4EFA-A693-194929F17680}"/>
                      </a:ext>
                    </a:extLst>
                  </p:cNvPr>
                  <p:cNvSpPr txBox="1"/>
                  <p:nvPr/>
                </p:nvSpPr>
                <p:spPr>
                  <a:xfrm>
                    <a:off x="1020218" y="579191"/>
                    <a:ext cx="11133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Yes</a:t>
                    </a: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020D1C62-E5AD-46EA-AEC4-5BC6B674D694}"/>
                    </a:ext>
                  </a:extLst>
                </p:cNvPr>
                <p:cNvGrpSpPr/>
                <p:nvPr/>
              </p:nvGrpSpPr>
              <p:grpSpPr>
                <a:xfrm>
                  <a:off x="291904" y="4737717"/>
                  <a:ext cx="1012844" cy="422255"/>
                  <a:chOff x="999200" y="-846249"/>
                  <a:chExt cx="1012844" cy="422255"/>
                </a:xfrm>
              </p:grpSpPr>
              <p:sp>
                <p:nvSpPr>
                  <p:cNvPr id="47" name="Rectangle: Rounded Corners 46">
                    <a:extLst>
                      <a:ext uri="{FF2B5EF4-FFF2-40B4-BE49-F238E27FC236}">
                        <a16:creationId xmlns:a16="http://schemas.microsoft.com/office/drawing/2014/main" id="{9F5807EB-EB07-46F1-97EB-8F0CA141DF7A}"/>
                      </a:ext>
                    </a:extLst>
                  </p:cNvPr>
                  <p:cNvSpPr/>
                  <p:nvPr/>
                </p:nvSpPr>
                <p:spPr>
                  <a:xfrm>
                    <a:off x="1118412" y="-836004"/>
                    <a:ext cx="780707" cy="412010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00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580C8946-D226-4FF9-ADD9-88A303F99B1D}"/>
                      </a:ext>
                    </a:extLst>
                  </p:cNvPr>
                  <p:cNvSpPr txBox="1"/>
                  <p:nvPr/>
                </p:nvSpPr>
                <p:spPr>
                  <a:xfrm>
                    <a:off x="999200" y="-846249"/>
                    <a:ext cx="101284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No</a:t>
                    </a:r>
                  </a:p>
                </p:txBody>
              </p:sp>
            </p:grpSp>
          </p:grpSp>
          <p:cxnSp>
            <p:nvCxnSpPr>
              <p:cNvPr id="40" name="Connector: Elbow 39">
                <a:extLst>
                  <a:ext uri="{FF2B5EF4-FFF2-40B4-BE49-F238E27FC236}">
                    <a16:creationId xmlns:a16="http://schemas.microsoft.com/office/drawing/2014/main" id="{57CA45FA-CEDF-4529-9F22-EEE0A4D8B4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10570" y="4379140"/>
                <a:ext cx="894348" cy="399285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140EF75E-4AD7-467B-98B9-6CBE7FFDDE47}"/>
                  </a:ext>
                </a:extLst>
              </p:cNvPr>
              <p:cNvCxnSpPr>
                <a:cxnSpLocks/>
                <a:endCxn id="141" idx="1"/>
              </p:cNvCxnSpPr>
              <p:nvPr/>
            </p:nvCxnSpPr>
            <p:spPr>
              <a:xfrm flipV="1">
                <a:off x="5479123" y="5218231"/>
                <a:ext cx="888038" cy="184360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accent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Arrow: Right 86">
                <a:extLst>
                  <a:ext uri="{FF2B5EF4-FFF2-40B4-BE49-F238E27FC236}">
                    <a16:creationId xmlns:a16="http://schemas.microsoft.com/office/drawing/2014/main" id="{C1E4ECD1-37F8-479C-BB23-9CC2A301AFCD}"/>
                  </a:ext>
                </a:extLst>
              </p:cNvPr>
              <p:cNvSpPr/>
              <p:nvPr/>
            </p:nvSpPr>
            <p:spPr>
              <a:xfrm>
                <a:off x="4039720" y="4491623"/>
                <a:ext cx="491027" cy="244366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88" name="Arrow: Right 87">
                <a:extLst>
                  <a:ext uri="{FF2B5EF4-FFF2-40B4-BE49-F238E27FC236}">
                    <a16:creationId xmlns:a16="http://schemas.microsoft.com/office/drawing/2014/main" id="{CCB03CC3-B8A2-4D45-962C-971BC0089184}"/>
                  </a:ext>
                </a:extLst>
              </p:cNvPr>
              <p:cNvSpPr/>
              <p:nvPr/>
            </p:nvSpPr>
            <p:spPr>
              <a:xfrm>
                <a:off x="4043669" y="2967020"/>
                <a:ext cx="491027" cy="244366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4" name="Arrow: Right 43">
                <a:extLst>
                  <a:ext uri="{FF2B5EF4-FFF2-40B4-BE49-F238E27FC236}">
                    <a16:creationId xmlns:a16="http://schemas.microsoft.com/office/drawing/2014/main" id="{993C52FF-9F05-48BC-8B65-BDF0B6A304C8}"/>
                  </a:ext>
                </a:extLst>
              </p:cNvPr>
              <p:cNvSpPr/>
              <p:nvPr/>
            </p:nvSpPr>
            <p:spPr>
              <a:xfrm rot="5400000">
                <a:off x="9420280" y="2311784"/>
                <a:ext cx="393152" cy="276229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5" name="Arrow: Right 44">
                <a:extLst>
                  <a:ext uri="{FF2B5EF4-FFF2-40B4-BE49-F238E27FC236}">
                    <a16:creationId xmlns:a16="http://schemas.microsoft.com/office/drawing/2014/main" id="{22A33EA2-196B-465C-A453-5C9A7858A9BE}"/>
                  </a:ext>
                </a:extLst>
              </p:cNvPr>
              <p:cNvSpPr/>
              <p:nvPr/>
            </p:nvSpPr>
            <p:spPr>
              <a:xfrm rot="5400000">
                <a:off x="8520134" y="3768669"/>
                <a:ext cx="527460" cy="266667"/>
              </a:xfrm>
              <a:prstGeom prst="rightArrow">
                <a:avLst/>
              </a:prstGeom>
              <a:solidFill>
                <a:srgbClr val="0070C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0A009B-1B41-461E-A340-62CB81A9A67D}"/>
                </a:ext>
              </a:extLst>
            </p:cNvPr>
            <p:cNvGrpSpPr/>
            <p:nvPr/>
          </p:nvGrpSpPr>
          <p:grpSpPr>
            <a:xfrm>
              <a:off x="4377570" y="1446773"/>
              <a:ext cx="618206" cy="400110"/>
              <a:chOff x="6614771" y="-798362"/>
              <a:chExt cx="618206" cy="40011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B0E5387-1EF6-4324-AA61-A2988E380AA6}"/>
                  </a:ext>
                </a:extLst>
              </p:cNvPr>
              <p:cNvSpPr/>
              <p:nvPr/>
            </p:nvSpPr>
            <p:spPr>
              <a:xfrm>
                <a:off x="6614772" y="-737755"/>
                <a:ext cx="342764" cy="30826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508893-2491-4580-B8D7-6AB9B85798BC}"/>
                  </a:ext>
                </a:extLst>
              </p:cNvPr>
              <p:cNvSpPr txBox="1"/>
              <p:nvPr/>
            </p:nvSpPr>
            <p:spPr>
              <a:xfrm>
                <a:off x="6614771" y="-798362"/>
                <a:ext cx="6182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040AAAF-D04E-4975-A576-F97463F55CA6}"/>
                </a:ext>
              </a:extLst>
            </p:cNvPr>
            <p:cNvGrpSpPr/>
            <p:nvPr/>
          </p:nvGrpSpPr>
          <p:grpSpPr>
            <a:xfrm>
              <a:off x="6289036" y="2711635"/>
              <a:ext cx="618206" cy="400110"/>
              <a:chOff x="6614771" y="-798362"/>
              <a:chExt cx="618206" cy="40011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C62C070-E2F7-4793-B9D1-F6C0784B6176}"/>
                  </a:ext>
                </a:extLst>
              </p:cNvPr>
              <p:cNvSpPr/>
              <p:nvPr/>
            </p:nvSpPr>
            <p:spPr>
              <a:xfrm>
                <a:off x="6614772" y="-737755"/>
                <a:ext cx="342764" cy="30826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3C8344A-C5DD-4E7E-8515-40AA6DDD7C92}"/>
                  </a:ext>
                </a:extLst>
              </p:cNvPr>
              <p:cNvSpPr txBox="1"/>
              <p:nvPr/>
            </p:nvSpPr>
            <p:spPr>
              <a:xfrm>
                <a:off x="6614771" y="-798362"/>
                <a:ext cx="6182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91955E0-44A1-45F0-8CE8-0674BF8705EF}"/>
                </a:ext>
              </a:extLst>
            </p:cNvPr>
            <p:cNvGrpSpPr/>
            <p:nvPr/>
          </p:nvGrpSpPr>
          <p:grpSpPr>
            <a:xfrm>
              <a:off x="6382354" y="1467675"/>
              <a:ext cx="618206" cy="400110"/>
              <a:chOff x="6614771" y="-798362"/>
              <a:chExt cx="618206" cy="40011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BAAD7D8-0ADB-49AC-946D-BAEBB300F5B3}"/>
                  </a:ext>
                </a:extLst>
              </p:cNvPr>
              <p:cNvSpPr/>
              <p:nvPr/>
            </p:nvSpPr>
            <p:spPr>
              <a:xfrm>
                <a:off x="6614772" y="-737755"/>
                <a:ext cx="342764" cy="30826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00CB7D-46A2-43B9-9845-7682B3D2A7E9}"/>
                  </a:ext>
                </a:extLst>
              </p:cNvPr>
              <p:cNvSpPr txBox="1"/>
              <p:nvPr/>
            </p:nvSpPr>
            <p:spPr>
              <a:xfrm>
                <a:off x="6614771" y="-798362"/>
                <a:ext cx="6182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F9933E0-A5BC-4053-9667-A7D5E9940188}"/>
                </a:ext>
              </a:extLst>
            </p:cNvPr>
            <p:cNvGrpSpPr/>
            <p:nvPr/>
          </p:nvGrpSpPr>
          <p:grpSpPr>
            <a:xfrm>
              <a:off x="8438070" y="1455404"/>
              <a:ext cx="618206" cy="400110"/>
              <a:chOff x="6614771" y="-798362"/>
              <a:chExt cx="618206" cy="400110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5C3718A-E43A-49F8-B069-F7E946692F7E}"/>
                  </a:ext>
                </a:extLst>
              </p:cNvPr>
              <p:cNvSpPr/>
              <p:nvPr/>
            </p:nvSpPr>
            <p:spPr>
              <a:xfrm>
                <a:off x="6614772" y="-737755"/>
                <a:ext cx="342764" cy="30826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BCFD7E2-1E2F-492B-B657-224E5E1D6738}"/>
                  </a:ext>
                </a:extLst>
              </p:cNvPr>
              <p:cNvSpPr txBox="1"/>
              <p:nvPr/>
            </p:nvSpPr>
            <p:spPr>
              <a:xfrm>
                <a:off x="6614771" y="-798362"/>
                <a:ext cx="6182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4075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A9A4737-8DE9-40ED-816C-065E952FC138}"/>
              </a:ext>
            </a:extLst>
          </p:cNvPr>
          <p:cNvSpPr/>
          <p:nvPr/>
        </p:nvSpPr>
        <p:spPr>
          <a:xfrm>
            <a:off x="8663301" y="947148"/>
            <a:ext cx="936063" cy="3553200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340D58E-92E0-40E7-B0D7-2AE2FB3E5DFE}"/>
              </a:ext>
            </a:extLst>
          </p:cNvPr>
          <p:cNvGrpSpPr/>
          <p:nvPr/>
        </p:nvGrpSpPr>
        <p:grpSpPr>
          <a:xfrm>
            <a:off x="2467300" y="947147"/>
            <a:ext cx="4154213" cy="2950529"/>
            <a:chOff x="2467300" y="947147"/>
            <a:chExt cx="4154213" cy="295052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D11B7C1-60EF-43FF-B656-019A032BC90B}"/>
                </a:ext>
              </a:extLst>
            </p:cNvPr>
            <p:cNvSpPr/>
            <p:nvPr/>
          </p:nvSpPr>
          <p:spPr>
            <a:xfrm>
              <a:off x="2467300" y="1217982"/>
              <a:ext cx="4154213" cy="894867"/>
            </a:xfrm>
            <a:prstGeom prst="roundRect">
              <a:avLst>
                <a:gd name="adj" fmla="val 884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834F79C-7111-46BF-AB03-4BCDE9A9A735}"/>
                </a:ext>
              </a:extLst>
            </p:cNvPr>
            <p:cNvSpPr/>
            <p:nvPr/>
          </p:nvSpPr>
          <p:spPr>
            <a:xfrm>
              <a:off x="2467300" y="2730732"/>
              <a:ext cx="4154213" cy="894867"/>
            </a:xfrm>
            <a:prstGeom prst="roundRect">
              <a:avLst>
                <a:gd name="adj" fmla="val 860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C6386A4-6A37-4581-95C7-258D5E007B3B}"/>
                </a:ext>
              </a:extLst>
            </p:cNvPr>
            <p:cNvGrpSpPr/>
            <p:nvPr/>
          </p:nvGrpSpPr>
          <p:grpSpPr>
            <a:xfrm>
              <a:off x="2569731" y="3160188"/>
              <a:ext cx="4051779" cy="406885"/>
              <a:chOff x="1106838" y="1559265"/>
              <a:chExt cx="5767045" cy="35962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121647-08E7-457D-B71C-60AE5B94B59A}"/>
                  </a:ext>
                </a:extLst>
              </p:cNvPr>
              <p:cNvSpPr/>
              <p:nvPr/>
            </p:nvSpPr>
            <p:spPr>
              <a:xfrm>
                <a:off x="5135517" y="1561073"/>
                <a:ext cx="1321542" cy="34937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5391F3-7CBC-42FA-82E8-1962A43E13D8}"/>
                  </a:ext>
                </a:extLst>
              </p:cNvPr>
              <p:cNvSpPr/>
              <p:nvPr/>
            </p:nvSpPr>
            <p:spPr>
              <a:xfrm>
                <a:off x="3773797" y="1559265"/>
                <a:ext cx="1361723" cy="355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571478-CA6B-482B-8BC7-07EA4B4CCB00}"/>
                  </a:ext>
                </a:extLst>
              </p:cNvPr>
              <p:cNvSpPr/>
              <p:nvPr/>
            </p:nvSpPr>
            <p:spPr>
              <a:xfrm>
                <a:off x="1108728" y="1559265"/>
                <a:ext cx="1321815" cy="3596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CF68EAF-599B-488D-99A9-BC1181FCC7EA}"/>
                  </a:ext>
                </a:extLst>
              </p:cNvPr>
              <p:cNvSpPr/>
              <p:nvPr/>
            </p:nvSpPr>
            <p:spPr>
              <a:xfrm>
                <a:off x="2439173" y="1559265"/>
                <a:ext cx="1321815" cy="3550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41934DE-90A6-4661-B785-8A812D983420}"/>
                      </a:ext>
                    </a:extLst>
                  </p:cNvPr>
                  <p:cNvSpPr txBox="1"/>
                  <p:nvPr/>
                </p:nvSpPr>
                <p:spPr>
                  <a:xfrm>
                    <a:off x="5314115" y="1617827"/>
                    <a:ext cx="911977" cy="22125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41934DE-90A6-4661-B785-8A812D9834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4115" y="1617827"/>
                    <a:ext cx="911977" cy="2212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E344B27-37C8-4E68-8E57-F8277183779A}"/>
                      </a:ext>
                    </a:extLst>
                  </p:cNvPr>
                  <p:cNvSpPr txBox="1"/>
                  <p:nvPr/>
                </p:nvSpPr>
                <p:spPr>
                  <a:xfrm>
                    <a:off x="1312704" y="1606909"/>
                    <a:ext cx="911977" cy="2197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E344B27-37C8-4E68-8E57-F827718377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2704" y="1606909"/>
                    <a:ext cx="911977" cy="2197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1656D4-262A-4EC1-8BBE-742DCB2A647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9688" y="1618960"/>
                    <a:ext cx="911977" cy="22011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1656D4-262A-4EC1-8BBE-742DCB2A64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9688" y="1618960"/>
                    <a:ext cx="911977" cy="22011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C455122-19A1-4B24-9633-86AFE7846B26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846" y="1618903"/>
                    <a:ext cx="911977" cy="2201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C455122-19A1-4B24-9633-86AFE7846B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3846" y="1618903"/>
                    <a:ext cx="911977" cy="22017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944B3BC-BE27-4EFD-B66D-0FAF8C00D2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6838" y="1915284"/>
                <a:ext cx="5767045" cy="2362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E76425F-E770-4F4B-94E8-BB0D471392BF}"/>
                </a:ext>
              </a:extLst>
            </p:cNvPr>
            <p:cNvSpPr/>
            <p:nvPr/>
          </p:nvSpPr>
          <p:spPr>
            <a:xfrm>
              <a:off x="5767783" y="1640909"/>
              <a:ext cx="398610" cy="3952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4863F16-1C27-49F9-A41F-1D9656D72FEA}"/>
                </a:ext>
              </a:extLst>
            </p:cNvPr>
            <p:cNvSpPr/>
            <p:nvPr/>
          </p:nvSpPr>
          <p:spPr>
            <a:xfrm>
              <a:off x="4289226" y="1638864"/>
              <a:ext cx="372675" cy="4016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746BD9-382F-491D-958A-8F7C2C21813F}"/>
                </a:ext>
              </a:extLst>
            </p:cNvPr>
            <p:cNvSpPr/>
            <p:nvPr/>
          </p:nvSpPr>
          <p:spPr>
            <a:xfrm>
              <a:off x="2548491" y="1638864"/>
              <a:ext cx="542039" cy="4068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370206-887B-43B2-854B-CDC8F7EC484B}"/>
                </a:ext>
              </a:extLst>
            </p:cNvPr>
            <p:cNvSpPr/>
            <p:nvPr/>
          </p:nvSpPr>
          <p:spPr>
            <a:xfrm>
              <a:off x="3860037" y="1637799"/>
              <a:ext cx="429189" cy="4085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5E61F5B-94DC-433A-A0A2-B0E61EDD2063}"/>
                </a:ext>
              </a:extLst>
            </p:cNvPr>
            <p:cNvGrpSpPr/>
            <p:nvPr/>
          </p:nvGrpSpPr>
          <p:grpSpPr>
            <a:xfrm>
              <a:off x="2633921" y="2309817"/>
              <a:ext cx="3878265" cy="324950"/>
              <a:chOff x="1764899" y="4337361"/>
              <a:chExt cx="2098675" cy="32495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981A49D-BF31-4836-BDA1-3DB67F883DA2}"/>
                  </a:ext>
                </a:extLst>
              </p:cNvPr>
              <p:cNvSpPr/>
              <p:nvPr/>
            </p:nvSpPr>
            <p:spPr>
              <a:xfrm>
                <a:off x="1764899" y="4341795"/>
                <a:ext cx="2098675" cy="32051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C174C6F-A593-4845-8B22-3DD8FF02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7181" y="4339578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D57DBAC-D9A0-4EB2-958C-1A6034C07E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9527" y="4339578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43D8C24-5B17-41EC-8C1F-716AFFCC34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5554" y="4339578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A7124ED-A9A0-4663-A2F7-766C840BE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046" y="4337361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F2C5C01-FBB8-41F3-8436-B702C169F8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4525" y="4339578"/>
                <a:ext cx="0" cy="32051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1195961-E3F6-4DC6-8DE2-588E5C620C37}"/>
                </a:ext>
              </a:extLst>
            </p:cNvPr>
            <p:cNvCxnSpPr>
              <a:cxnSpLocks/>
            </p:cNvCxnSpPr>
            <p:nvPr/>
          </p:nvCxnSpPr>
          <p:spPr>
            <a:xfrm>
              <a:off x="3169834" y="2312034"/>
              <a:ext cx="0" cy="3205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4D8EB9B-FB10-48E2-AD5F-D09C77F9D783}"/>
                </a:ext>
              </a:extLst>
            </p:cNvPr>
            <p:cNvCxnSpPr>
              <a:cxnSpLocks/>
            </p:cNvCxnSpPr>
            <p:nvPr/>
          </p:nvCxnSpPr>
          <p:spPr>
            <a:xfrm>
              <a:off x="3611780" y="2312034"/>
              <a:ext cx="0" cy="3205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339C1A0-4743-4ABC-93E9-7C80689CA1AD}"/>
                </a:ext>
              </a:extLst>
            </p:cNvPr>
            <p:cNvCxnSpPr>
              <a:cxnSpLocks/>
            </p:cNvCxnSpPr>
            <p:nvPr/>
          </p:nvCxnSpPr>
          <p:spPr>
            <a:xfrm>
              <a:off x="4018845" y="2312034"/>
              <a:ext cx="0" cy="3205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D44CF86-0A1B-4FF1-A9D8-F2F4D043653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309817"/>
              <a:ext cx="0" cy="32273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0A2BEF-B210-4C75-9DF2-E539B2390CE3}"/>
                </a:ext>
              </a:extLst>
            </p:cNvPr>
            <p:cNvSpPr/>
            <p:nvPr/>
          </p:nvSpPr>
          <p:spPr>
            <a:xfrm>
              <a:off x="3090530" y="1636646"/>
              <a:ext cx="769507" cy="40974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27E0AAD-ACB7-45A8-AA88-1D9DB03F22E1}"/>
                </a:ext>
              </a:extLst>
            </p:cNvPr>
            <p:cNvSpPr/>
            <p:nvPr/>
          </p:nvSpPr>
          <p:spPr>
            <a:xfrm>
              <a:off x="4673071" y="1638864"/>
              <a:ext cx="1094712" cy="4041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7320E9-3B56-4D72-82D0-E800E5186143}"/>
                </a:ext>
              </a:extLst>
            </p:cNvPr>
            <p:cNvSpPr txBox="1"/>
            <p:nvPr/>
          </p:nvSpPr>
          <p:spPr>
            <a:xfrm>
              <a:off x="2472123" y="1179336"/>
              <a:ext cx="1240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Core-1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665E842-E415-495F-9217-B29EDD436CE0}"/>
                </a:ext>
              </a:extLst>
            </p:cNvPr>
            <p:cNvSpPr txBox="1"/>
            <p:nvPr/>
          </p:nvSpPr>
          <p:spPr>
            <a:xfrm>
              <a:off x="3732539" y="2727669"/>
              <a:ext cx="1240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Core-2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21D1071-64C8-4FF8-9C4F-DA2A2803D052}"/>
                </a:ext>
              </a:extLst>
            </p:cNvPr>
            <p:cNvSpPr txBox="1"/>
            <p:nvPr/>
          </p:nvSpPr>
          <p:spPr>
            <a:xfrm>
              <a:off x="4435702" y="2320594"/>
              <a:ext cx="1240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Data Buffer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DBEF5A0-0ABA-46B8-8C7A-13CE1CCD4814}"/>
                </a:ext>
              </a:extLst>
            </p:cNvPr>
            <p:cNvSpPr/>
            <p:nvPr/>
          </p:nvSpPr>
          <p:spPr>
            <a:xfrm>
              <a:off x="6166389" y="1638864"/>
              <a:ext cx="238496" cy="4041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BB37741-11E2-4690-9128-975CE6498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7163" y="2041667"/>
              <a:ext cx="4051779" cy="2672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CBB910C4-1A06-46D6-83D8-172D478E53A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rot="5400000" flipH="1" flipV="1">
              <a:off x="2914720" y="2771728"/>
              <a:ext cx="509137" cy="267785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69465AC1-8C34-428D-BEAF-0E35E5D3A5C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40697" y="2698546"/>
              <a:ext cx="522915" cy="40831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31C4E24-296B-4935-AE8B-F16CF4E4EB02}"/>
                </a:ext>
              </a:extLst>
            </p:cNvPr>
            <p:cNvCxnSpPr>
              <a:cxnSpLocks/>
            </p:cNvCxnSpPr>
            <p:nvPr/>
          </p:nvCxnSpPr>
          <p:spPr>
            <a:xfrm>
              <a:off x="5443707" y="2316468"/>
              <a:ext cx="0" cy="32273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EF3C570F-12E9-46BC-A3F4-62A86F1E2690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rot="16200000" flipV="1">
              <a:off x="5483347" y="2781161"/>
              <a:ext cx="508159" cy="25398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DACB4FD-AF1E-47D1-88FB-6530546084CA}"/>
                </a:ext>
              </a:extLst>
            </p:cNvPr>
            <p:cNvSpPr/>
            <p:nvPr/>
          </p:nvSpPr>
          <p:spPr>
            <a:xfrm>
              <a:off x="3188116" y="2316468"/>
              <a:ext cx="185315" cy="31190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574EF-157D-456C-A60E-8C6FD97DFFF1}"/>
                </a:ext>
              </a:extLst>
            </p:cNvPr>
            <p:cNvSpPr/>
            <p:nvPr/>
          </p:nvSpPr>
          <p:spPr>
            <a:xfrm>
              <a:off x="5459610" y="2320827"/>
              <a:ext cx="185315" cy="31190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E5B6E495-C8CD-4B5A-B500-D41B0DD301BC}"/>
                </a:ext>
              </a:extLst>
            </p:cNvPr>
            <p:cNvCxnSpPr>
              <a:cxnSpLocks/>
              <a:stCxn id="92" idx="0"/>
              <a:endCxn id="42" idx="2"/>
            </p:cNvCxnSpPr>
            <p:nvPr/>
          </p:nvCxnSpPr>
          <p:spPr>
            <a:xfrm rot="5400000" flipH="1" flipV="1">
              <a:off x="3542663" y="1784499"/>
              <a:ext cx="270080" cy="793858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A2FD9C9D-CCB0-4920-BE50-D490525EC78F}"/>
                </a:ext>
              </a:extLst>
            </p:cNvPr>
            <p:cNvCxnSpPr>
              <a:cxnSpLocks/>
              <a:stCxn id="93" idx="0"/>
              <a:endCxn id="39" idx="2"/>
            </p:cNvCxnSpPr>
            <p:nvPr/>
          </p:nvCxnSpPr>
          <p:spPr>
            <a:xfrm rot="5400000" flipH="1" flipV="1">
              <a:off x="5617361" y="1971100"/>
              <a:ext cx="284635" cy="41482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FD85F44-CCD6-4FD8-B214-7B1B34E2E7E2}"/>
                </a:ext>
              </a:extLst>
            </p:cNvPr>
            <p:cNvSpPr txBox="1"/>
            <p:nvPr/>
          </p:nvSpPr>
          <p:spPr>
            <a:xfrm>
              <a:off x="3861041" y="1665220"/>
              <a:ext cx="474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Tx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DD489FD-55A8-4CDF-A349-7E40A4658491}"/>
                </a:ext>
              </a:extLst>
            </p:cNvPr>
            <p:cNvSpPr txBox="1"/>
            <p:nvPr/>
          </p:nvSpPr>
          <p:spPr>
            <a:xfrm>
              <a:off x="5767783" y="1687985"/>
              <a:ext cx="474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Tx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042B421-BAC6-4A05-AA1E-469C512930C0}"/>
                </a:ext>
              </a:extLst>
            </p:cNvPr>
            <p:cNvSpPr/>
            <p:nvPr/>
          </p:nvSpPr>
          <p:spPr>
            <a:xfrm>
              <a:off x="3519888" y="947147"/>
              <a:ext cx="936063" cy="2950529"/>
            </a:xfrm>
            <a:prstGeom prst="roundRect">
              <a:avLst/>
            </a:prstGeom>
            <a:solidFill>
              <a:srgbClr val="FF0000">
                <a:alpha val="1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EEBC52B7-A5A9-41D0-A4E6-8F96DDB83F15}"/>
                </a:ext>
              </a:extLst>
            </p:cNvPr>
            <p:cNvSpPr/>
            <p:nvPr/>
          </p:nvSpPr>
          <p:spPr>
            <a:xfrm>
              <a:off x="5416719" y="1001513"/>
              <a:ext cx="936063" cy="2890819"/>
            </a:xfrm>
            <a:prstGeom prst="roundRect">
              <a:avLst/>
            </a:prstGeom>
            <a:solidFill>
              <a:srgbClr val="FF0000">
                <a:alpha val="1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88380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A03C3D6-33E1-46D6-A540-D7771850BF5F}"/>
              </a:ext>
            </a:extLst>
          </p:cNvPr>
          <p:cNvSpPr/>
          <p:nvPr/>
        </p:nvSpPr>
        <p:spPr>
          <a:xfrm>
            <a:off x="2964288" y="4657482"/>
            <a:ext cx="2509929" cy="764646"/>
          </a:xfrm>
          <a:prstGeom prst="roundRect">
            <a:avLst>
              <a:gd name="adj" fmla="val 5375"/>
            </a:avLst>
          </a:prstGeom>
          <a:solidFill>
            <a:srgbClr val="FAF7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7D74EE74-6E3D-4C67-BB8F-D6B496D1D367}"/>
              </a:ext>
            </a:extLst>
          </p:cNvPr>
          <p:cNvSpPr/>
          <p:nvPr/>
        </p:nvSpPr>
        <p:spPr>
          <a:xfrm flipH="1">
            <a:off x="1772127" y="2948482"/>
            <a:ext cx="3819094" cy="8498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7A10EF7-EF93-4CC8-B4A2-1757ABE7ECF4}"/>
              </a:ext>
            </a:extLst>
          </p:cNvPr>
          <p:cNvSpPr/>
          <p:nvPr/>
        </p:nvSpPr>
        <p:spPr>
          <a:xfrm flipH="1">
            <a:off x="1772129" y="2066651"/>
            <a:ext cx="3819093" cy="881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06689A9-D9AB-431A-9338-661B0791D2EB}"/>
              </a:ext>
            </a:extLst>
          </p:cNvPr>
          <p:cNvSpPr/>
          <p:nvPr/>
        </p:nvSpPr>
        <p:spPr>
          <a:xfrm flipH="1">
            <a:off x="1772132" y="1224875"/>
            <a:ext cx="3819093" cy="8520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DF86F2-FB6E-4124-A1E5-D34A7FE86692}"/>
              </a:ext>
            </a:extLst>
          </p:cNvPr>
          <p:cNvSpPr/>
          <p:nvPr/>
        </p:nvSpPr>
        <p:spPr>
          <a:xfrm>
            <a:off x="5781599" y="2066652"/>
            <a:ext cx="3760465" cy="25777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5BF52D8-1197-4882-9BD2-C4B700D36834}"/>
              </a:ext>
            </a:extLst>
          </p:cNvPr>
          <p:cNvSpPr/>
          <p:nvPr/>
        </p:nvSpPr>
        <p:spPr>
          <a:xfrm>
            <a:off x="5781600" y="1169654"/>
            <a:ext cx="3768967" cy="9066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7D47F8-80D4-4FD2-AA33-59C10C58498B}"/>
              </a:ext>
            </a:extLst>
          </p:cNvPr>
          <p:cNvGraphicFramePr>
            <a:graphicFrameLocks noGrp="1"/>
          </p:cNvGraphicFramePr>
          <p:nvPr/>
        </p:nvGraphicFramePr>
        <p:xfrm>
          <a:off x="2771610" y="1216793"/>
          <a:ext cx="2824812" cy="301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80BAFA0D-D6FE-488F-A7E3-5DDA1CE6CB00}"/>
              </a:ext>
            </a:extLst>
          </p:cNvPr>
          <p:cNvSpPr txBox="1"/>
          <p:nvPr/>
        </p:nvSpPr>
        <p:spPr>
          <a:xfrm>
            <a:off x="2236520" y="1367062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26302D-1F7A-450A-831A-174E84B21EB2}"/>
              </a:ext>
            </a:extLst>
          </p:cNvPr>
          <p:cNvSpPr txBox="1"/>
          <p:nvPr/>
        </p:nvSpPr>
        <p:spPr>
          <a:xfrm rot="16200000">
            <a:off x="5605839" y="1353643"/>
            <a:ext cx="806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D8403D-08E2-47B3-930D-EF27FB172538}"/>
              </a:ext>
            </a:extLst>
          </p:cNvPr>
          <p:cNvSpPr txBox="1"/>
          <p:nvPr/>
        </p:nvSpPr>
        <p:spPr>
          <a:xfrm rot="16200000">
            <a:off x="1346128" y="1164333"/>
            <a:ext cx="12828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EC6DB11-3C68-40C7-9D5B-1A718D27F25D}"/>
              </a:ext>
            </a:extLst>
          </p:cNvPr>
          <p:cNvSpPr txBox="1"/>
          <p:nvPr/>
        </p:nvSpPr>
        <p:spPr>
          <a:xfrm>
            <a:off x="2794874" y="3855336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EC3D2D7-7D81-468C-BE66-9D643F4DB2B6}"/>
              </a:ext>
            </a:extLst>
          </p:cNvPr>
          <p:cNvSpPr txBox="1"/>
          <p:nvPr/>
        </p:nvSpPr>
        <p:spPr>
          <a:xfrm>
            <a:off x="3039002" y="624904"/>
            <a:ext cx="218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is 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96B0DEF-7E98-416C-858E-3523A4DE1125}"/>
              </a:ext>
            </a:extLst>
          </p:cNvPr>
          <p:cNvSpPr txBox="1"/>
          <p:nvPr/>
        </p:nvSpPr>
        <p:spPr>
          <a:xfrm>
            <a:off x="5892985" y="595431"/>
            <a:ext cx="384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one hyperperiod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7D2178-280A-4B6C-AC57-B1A4A121B5AD}"/>
              </a:ext>
            </a:extLst>
          </p:cNvPr>
          <p:cNvSpPr txBox="1"/>
          <p:nvPr/>
        </p:nvSpPr>
        <p:spPr>
          <a:xfrm>
            <a:off x="12367877" y="3465052"/>
            <a:ext cx="213573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Observations: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Attacker uses finds out that victim periodically arrives at first slot (</a:t>
            </a:r>
            <a:r>
              <a:rPr lang="en-US" sz="1500" i="1" dirty="0">
                <a:latin typeface="Cambria" panose="02040503050406030204" pitchFamily="18" charset="0"/>
                <a:ea typeface="Cambria" panose="02040503050406030204" pitchFamily="18" charset="0"/>
              </a:rPr>
              <a:t>since attacker does not execute there even once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Since the attacker task executes at both the columns, it confuses the attacker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0D7AB24F-82C4-4D58-B428-A3049F6956FE}"/>
              </a:ext>
            </a:extLst>
          </p:cNvPr>
          <p:cNvGraphicFramePr>
            <a:graphicFrameLocks noGrp="1"/>
          </p:cNvGraphicFramePr>
          <p:nvPr/>
        </p:nvGraphicFramePr>
        <p:xfrm>
          <a:off x="2763638" y="4193890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80F5F7C-4AF7-4737-9D35-7F9EBC52040B}"/>
              </a:ext>
            </a:extLst>
          </p:cNvPr>
          <p:cNvCxnSpPr>
            <a:cxnSpLocks/>
          </p:cNvCxnSpPr>
          <p:nvPr/>
        </p:nvCxnSpPr>
        <p:spPr>
          <a:xfrm>
            <a:off x="4180979" y="147099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C09265E-BAA8-4806-A3AF-6885637772F0}"/>
              </a:ext>
            </a:extLst>
          </p:cNvPr>
          <p:cNvCxnSpPr>
            <a:cxnSpLocks/>
          </p:cNvCxnSpPr>
          <p:nvPr/>
        </p:nvCxnSpPr>
        <p:spPr>
          <a:xfrm>
            <a:off x="4180979" y="190529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32B39D1-C8B7-4189-AE9A-775512E2ACDC}"/>
              </a:ext>
            </a:extLst>
          </p:cNvPr>
          <p:cNvCxnSpPr>
            <a:cxnSpLocks/>
          </p:cNvCxnSpPr>
          <p:nvPr/>
        </p:nvCxnSpPr>
        <p:spPr>
          <a:xfrm>
            <a:off x="4180979" y="2334227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9E42773-534D-4DC5-9FCC-C05A9A7C22AA}"/>
              </a:ext>
            </a:extLst>
          </p:cNvPr>
          <p:cNvCxnSpPr>
            <a:cxnSpLocks/>
          </p:cNvCxnSpPr>
          <p:nvPr/>
        </p:nvCxnSpPr>
        <p:spPr>
          <a:xfrm>
            <a:off x="4180979" y="277016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6C1BE2E-305E-4614-B8AB-12C96A0D8B48}"/>
              </a:ext>
            </a:extLst>
          </p:cNvPr>
          <p:cNvCxnSpPr>
            <a:cxnSpLocks/>
          </p:cNvCxnSpPr>
          <p:nvPr/>
        </p:nvCxnSpPr>
        <p:spPr>
          <a:xfrm>
            <a:off x="4180979" y="362285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094658A-848B-497A-A1B6-0DB4C9391355}"/>
              </a:ext>
            </a:extLst>
          </p:cNvPr>
          <p:cNvCxnSpPr>
            <a:cxnSpLocks/>
          </p:cNvCxnSpPr>
          <p:nvPr/>
        </p:nvCxnSpPr>
        <p:spPr>
          <a:xfrm>
            <a:off x="4180979" y="318983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10DAF12C-125C-4B66-92EA-352B982134DF}"/>
              </a:ext>
            </a:extLst>
          </p:cNvPr>
          <p:cNvSpPr txBox="1"/>
          <p:nvPr/>
        </p:nvSpPr>
        <p:spPr>
          <a:xfrm>
            <a:off x="2226240" y="177321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51FD609-90D0-4FEB-9F15-35CEEE966D26}"/>
              </a:ext>
            </a:extLst>
          </p:cNvPr>
          <p:cNvSpPr txBox="1"/>
          <p:nvPr/>
        </p:nvSpPr>
        <p:spPr>
          <a:xfrm>
            <a:off x="2212376" y="224446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D19A91F-2CE2-441C-AA0E-4FA314288C1D}"/>
              </a:ext>
            </a:extLst>
          </p:cNvPr>
          <p:cNvSpPr txBox="1"/>
          <p:nvPr/>
        </p:nvSpPr>
        <p:spPr>
          <a:xfrm>
            <a:off x="2223137" y="26530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9D5CE8A-FD19-4B56-8C5F-51ED5A5B98B4}"/>
              </a:ext>
            </a:extLst>
          </p:cNvPr>
          <p:cNvSpPr txBox="1"/>
          <p:nvPr/>
        </p:nvSpPr>
        <p:spPr>
          <a:xfrm>
            <a:off x="2207375" y="3118618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8C905D0-6102-4114-A142-2792A3A28051}"/>
              </a:ext>
            </a:extLst>
          </p:cNvPr>
          <p:cNvSpPr txBox="1"/>
          <p:nvPr/>
        </p:nvSpPr>
        <p:spPr>
          <a:xfrm>
            <a:off x="2174905" y="3491863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93290F-1A5A-4238-9602-B83243BB6732}"/>
              </a:ext>
            </a:extLst>
          </p:cNvPr>
          <p:cNvSpPr/>
          <p:nvPr/>
        </p:nvSpPr>
        <p:spPr>
          <a:xfrm>
            <a:off x="4188124" y="1776050"/>
            <a:ext cx="1407767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DD89016-A435-4353-BFF4-AF1E6CDA9CAF}"/>
              </a:ext>
            </a:extLst>
          </p:cNvPr>
          <p:cNvSpPr/>
          <p:nvPr/>
        </p:nvSpPr>
        <p:spPr>
          <a:xfrm>
            <a:off x="4167223" y="2637174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0851DB5-E546-4D50-9B66-A94D52B0FAD8}"/>
              </a:ext>
            </a:extLst>
          </p:cNvPr>
          <p:cNvSpPr/>
          <p:nvPr/>
        </p:nvSpPr>
        <p:spPr>
          <a:xfrm>
            <a:off x="4175783" y="3496450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3D21961-DB69-4398-A8C9-6A1E65A5A590}"/>
              </a:ext>
            </a:extLst>
          </p:cNvPr>
          <p:cNvSpPr/>
          <p:nvPr/>
        </p:nvSpPr>
        <p:spPr>
          <a:xfrm>
            <a:off x="4175639" y="4197221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6A18CCC5-BCE1-4191-A4D4-DE977438C1E7}"/>
              </a:ext>
            </a:extLst>
          </p:cNvPr>
          <p:cNvGraphicFramePr>
            <a:graphicFrameLocks noGrp="1"/>
          </p:cNvGraphicFramePr>
          <p:nvPr/>
        </p:nvGraphicFramePr>
        <p:xfrm>
          <a:off x="6717783" y="1209679"/>
          <a:ext cx="2824812" cy="3878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7246728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7769888"/>
                  </a:ext>
                </a:extLst>
              </a:tr>
            </a:tbl>
          </a:graphicData>
        </a:graphic>
      </p:graphicFrame>
      <p:sp>
        <p:nvSpPr>
          <p:cNvPr id="169" name="TextBox 168">
            <a:extLst>
              <a:ext uri="{FF2B5EF4-FFF2-40B4-BE49-F238E27FC236}">
                <a16:creationId xmlns:a16="http://schemas.microsoft.com/office/drawing/2014/main" id="{39F6BD5A-BBCC-4FE5-A78F-617C5896227D}"/>
              </a:ext>
            </a:extLst>
          </p:cNvPr>
          <p:cNvSpPr txBox="1"/>
          <p:nvPr/>
        </p:nvSpPr>
        <p:spPr>
          <a:xfrm>
            <a:off x="6138074" y="1335340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387B26E-3FB1-47FB-9360-020A3CC6F76C}"/>
              </a:ext>
            </a:extLst>
          </p:cNvPr>
          <p:cNvCxnSpPr>
            <a:cxnSpLocks/>
          </p:cNvCxnSpPr>
          <p:nvPr/>
        </p:nvCxnSpPr>
        <p:spPr>
          <a:xfrm>
            <a:off x="8127152" y="146387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E84187F-AD07-4E4A-99D8-86B6871F2941}"/>
              </a:ext>
            </a:extLst>
          </p:cNvPr>
          <p:cNvCxnSpPr>
            <a:cxnSpLocks/>
          </p:cNvCxnSpPr>
          <p:nvPr/>
        </p:nvCxnSpPr>
        <p:spPr>
          <a:xfrm>
            <a:off x="8127152" y="189817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33D3FAB-F3B7-4BBD-8AAF-BFDD535387FA}"/>
              </a:ext>
            </a:extLst>
          </p:cNvPr>
          <p:cNvCxnSpPr>
            <a:cxnSpLocks/>
          </p:cNvCxnSpPr>
          <p:nvPr/>
        </p:nvCxnSpPr>
        <p:spPr>
          <a:xfrm>
            <a:off x="8127152" y="2327113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3B3AABA-86D1-4724-8A4F-88505E2D1540}"/>
              </a:ext>
            </a:extLst>
          </p:cNvPr>
          <p:cNvCxnSpPr>
            <a:cxnSpLocks/>
          </p:cNvCxnSpPr>
          <p:nvPr/>
        </p:nvCxnSpPr>
        <p:spPr>
          <a:xfrm>
            <a:off x="8127152" y="276304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7F0B44A-ED94-4E96-8BEB-72BBCE7E90F0}"/>
              </a:ext>
            </a:extLst>
          </p:cNvPr>
          <p:cNvCxnSpPr>
            <a:cxnSpLocks/>
          </p:cNvCxnSpPr>
          <p:nvPr/>
        </p:nvCxnSpPr>
        <p:spPr>
          <a:xfrm>
            <a:off x="8127152" y="361574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2BE0CA4-C836-41D6-89D1-69C100F9C690}"/>
              </a:ext>
            </a:extLst>
          </p:cNvPr>
          <p:cNvCxnSpPr>
            <a:cxnSpLocks/>
          </p:cNvCxnSpPr>
          <p:nvPr/>
        </p:nvCxnSpPr>
        <p:spPr>
          <a:xfrm>
            <a:off x="8127152" y="318271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69B1FEA7-3BFE-4C4A-A9BC-20CF2B6BFCB0}"/>
              </a:ext>
            </a:extLst>
          </p:cNvPr>
          <p:cNvSpPr txBox="1"/>
          <p:nvPr/>
        </p:nvSpPr>
        <p:spPr>
          <a:xfrm>
            <a:off x="6128499" y="17851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ACC1D2-1680-4BAB-9150-3075A46A3A99}"/>
              </a:ext>
            </a:extLst>
          </p:cNvPr>
          <p:cNvSpPr txBox="1"/>
          <p:nvPr/>
        </p:nvSpPr>
        <p:spPr>
          <a:xfrm>
            <a:off x="6123606" y="2174703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734EA7E-D42C-49D2-A7AF-2E3392FB6EDC}"/>
              </a:ext>
            </a:extLst>
          </p:cNvPr>
          <p:cNvSpPr txBox="1"/>
          <p:nvPr/>
        </p:nvSpPr>
        <p:spPr>
          <a:xfrm>
            <a:off x="6137453" y="258524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AF90DC2-FF20-4630-A4A1-3D2E7739E26C}"/>
              </a:ext>
            </a:extLst>
          </p:cNvPr>
          <p:cNvSpPr txBox="1"/>
          <p:nvPr/>
        </p:nvSpPr>
        <p:spPr>
          <a:xfrm>
            <a:off x="6130975" y="3016576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4309A69-E4E0-43F3-81E7-82CC8D1316C2}"/>
              </a:ext>
            </a:extLst>
          </p:cNvPr>
          <p:cNvSpPr txBox="1"/>
          <p:nvPr/>
        </p:nvSpPr>
        <p:spPr>
          <a:xfrm>
            <a:off x="6127134" y="3480784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58FF7D9-4CB8-4EBA-AD2D-47CFB0FA5A62}"/>
              </a:ext>
            </a:extLst>
          </p:cNvPr>
          <p:cNvSpPr/>
          <p:nvPr/>
        </p:nvSpPr>
        <p:spPr>
          <a:xfrm>
            <a:off x="8130083" y="1768936"/>
            <a:ext cx="141198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6D5F8A9-F8F1-4E1B-973D-7E6A7745382A}"/>
              </a:ext>
            </a:extLst>
          </p:cNvPr>
          <p:cNvSpPr/>
          <p:nvPr/>
        </p:nvSpPr>
        <p:spPr>
          <a:xfrm>
            <a:off x="6717162" y="2630986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6FAB0FF-4661-4CD9-A54D-BA58271D4B50}"/>
              </a:ext>
            </a:extLst>
          </p:cNvPr>
          <p:cNvSpPr txBox="1"/>
          <p:nvPr/>
        </p:nvSpPr>
        <p:spPr>
          <a:xfrm>
            <a:off x="6127621" y="3918747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249CC8A-52E6-4B61-B17F-74C94CD07E70}"/>
              </a:ext>
            </a:extLst>
          </p:cNvPr>
          <p:cNvSpPr txBox="1"/>
          <p:nvPr/>
        </p:nvSpPr>
        <p:spPr>
          <a:xfrm>
            <a:off x="6074976" y="4337058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DAD925C-BB74-48A0-BFA9-A7144C80F9FC}"/>
              </a:ext>
            </a:extLst>
          </p:cNvPr>
          <p:cNvCxnSpPr>
            <a:cxnSpLocks/>
          </p:cNvCxnSpPr>
          <p:nvPr/>
        </p:nvCxnSpPr>
        <p:spPr>
          <a:xfrm>
            <a:off x="8125830" y="4059201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5A149D7-0D10-48BB-8B26-82F372F4D555}"/>
              </a:ext>
            </a:extLst>
          </p:cNvPr>
          <p:cNvCxnSpPr>
            <a:cxnSpLocks/>
          </p:cNvCxnSpPr>
          <p:nvPr/>
        </p:nvCxnSpPr>
        <p:spPr>
          <a:xfrm>
            <a:off x="8130082" y="447585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7F2714DD-1CE2-4511-A3F6-9A717F735185}"/>
              </a:ext>
            </a:extLst>
          </p:cNvPr>
          <p:cNvSpPr/>
          <p:nvPr/>
        </p:nvSpPr>
        <p:spPr>
          <a:xfrm>
            <a:off x="8118079" y="3065493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9F24EA-F2FA-4D67-8B91-B5C1BF7ADBB0}"/>
              </a:ext>
            </a:extLst>
          </p:cNvPr>
          <p:cNvSpPr/>
          <p:nvPr/>
        </p:nvSpPr>
        <p:spPr>
          <a:xfrm>
            <a:off x="6718160" y="4342519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3" name="Table 192">
            <a:extLst>
              <a:ext uri="{FF2B5EF4-FFF2-40B4-BE49-F238E27FC236}">
                <a16:creationId xmlns:a16="http://schemas.microsoft.com/office/drawing/2014/main" id="{1C370581-A496-447C-BD38-88F2E1F1452E}"/>
              </a:ext>
            </a:extLst>
          </p:cNvPr>
          <p:cNvGraphicFramePr>
            <a:graphicFrameLocks noGrp="1"/>
          </p:cNvGraphicFramePr>
          <p:nvPr/>
        </p:nvGraphicFramePr>
        <p:xfrm>
          <a:off x="6717927" y="5029832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sp>
        <p:nvSpPr>
          <p:cNvPr id="194" name="Rectangle 193">
            <a:extLst>
              <a:ext uri="{FF2B5EF4-FFF2-40B4-BE49-F238E27FC236}">
                <a16:creationId xmlns:a16="http://schemas.microsoft.com/office/drawing/2014/main" id="{2BD525C3-049F-4758-82FC-FDB51DB3F969}"/>
              </a:ext>
            </a:extLst>
          </p:cNvPr>
          <p:cNvSpPr/>
          <p:nvPr/>
        </p:nvSpPr>
        <p:spPr>
          <a:xfrm>
            <a:off x="8129928" y="5033163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61990DC-9824-4005-8594-2A2CF7E01D39}"/>
              </a:ext>
            </a:extLst>
          </p:cNvPr>
          <p:cNvSpPr txBox="1"/>
          <p:nvPr/>
        </p:nvSpPr>
        <p:spPr>
          <a:xfrm rot="16200000">
            <a:off x="1644223" y="2259912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C6278EF-C23A-4B5C-B019-C1798652F646}"/>
              </a:ext>
            </a:extLst>
          </p:cNvPr>
          <p:cNvSpPr txBox="1"/>
          <p:nvPr/>
        </p:nvSpPr>
        <p:spPr>
          <a:xfrm rot="16200000">
            <a:off x="1690072" y="3164045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3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7E9F53-A568-4BAC-AAFF-72889EEE5E1D}"/>
              </a:ext>
            </a:extLst>
          </p:cNvPr>
          <p:cNvSpPr txBox="1"/>
          <p:nvPr/>
        </p:nvSpPr>
        <p:spPr>
          <a:xfrm>
            <a:off x="6792381" y="4661547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8A7986B-11E3-48A0-8A57-37064CB2E780}"/>
              </a:ext>
            </a:extLst>
          </p:cNvPr>
          <p:cNvSpPr/>
          <p:nvPr/>
        </p:nvSpPr>
        <p:spPr>
          <a:xfrm>
            <a:off x="3193092" y="4714121"/>
            <a:ext cx="47822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706780D-C166-4DAA-A684-A2542121B486}"/>
              </a:ext>
            </a:extLst>
          </p:cNvPr>
          <p:cNvCxnSpPr>
            <a:cxnSpLocks/>
          </p:cNvCxnSpPr>
          <p:nvPr/>
        </p:nvCxnSpPr>
        <p:spPr>
          <a:xfrm>
            <a:off x="3318554" y="1345958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DBE0D6C5-FCAD-44AB-96BE-393A6E7BBAFC}"/>
              </a:ext>
            </a:extLst>
          </p:cNvPr>
          <p:cNvCxnSpPr>
            <a:cxnSpLocks/>
          </p:cNvCxnSpPr>
          <p:nvPr/>
        </p:nvCxnSpPr>
        <p:spPr>
          <a:xfrm>
            <a:off x="3318554" y="2209195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0B7AFCF-1E7C-4C20-A78E-FBCF9FC150EB}"/>
              </a:ext>
            </a:extLst>
          </p:cNvPr>
          <p:cNvCxnSpPr>
            <a:cxnSpLocks/>
          </p:cNvCxnSpPr>
          <p:nvPr/>
        </p:nvCxnSpPr>
        <p:spPr>
          <a:xfrm>
            <a:off x="3318554" y="3071914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85CAB58-90E5-493D-9918-3BF9A083E63D}"/>
              </a:ext>
            </a:extLst>
          </p:cNvPr>
          <p:cNvCxnSpPr>
            <a:cxnSpLocks/>
          </p:cNvCxnSpPr>
          <p:nvPr/>
        </p:nvCxnSpPr>
        <p:spPr>
          <a:xfrm>
            <a:off x="4745877" y="476426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4A9AA43-AD38-439F-AE1A-9C5C8F230255}"/>
              </a:ext>
            </a:extLst>
          </p:cNvPr>
          <p:cNvCxnSpPr>
            <a:cxnSpLocks/>
          </p:cNvCxnSpPr>
          <p:nvPr/>
        </p:nvCxnSpPr>
        <p:spPr>
          <a:xfrm>
            <a:off x="7334037" y="136706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1A1064A-CD62-4395-AECC-CF847B20BBAD}"/>
              </a:ext>
            </a:extLst>
          </p:cNvPr>
          <p:cNvSpPr txBox="1"/>
          <p:nvPr/>
        </p:nvSpPr>
        <p:spPr>
          <a:xfrm rot="16200000">
            <a:off x="5364111" y="3088038"/>
            <a:ext cx="1231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ACCAB23-2A8A-45FD-9CFD-B43E07F7836D}"/>
              </a:ext>
            </a:extLst>
          </p:cNvPr>
          <p:cNvCxnSpPr>
            <a:cxnSpLocks/>
          </p:cNvCxnSpPr>
          <p:nvPr/>
        </p:nvCxnSpPr>
        <p:spPr>
          <a:xfrm>
            <a:off x="7388797" y="2216309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E28BD553-331A-4920-8B3E-B0DFD692C42F}"/>
              </a:ext>
            </a:extLst>
          </p:cNvPr>
          <p:cNvCxnSpPr>
            <a:cxnSpLocks/>
          </p:cNvCxnSpPr>
          <p:nvPr/>
        </p:nvCxnSpPr>
        <p:spPr>
          <a:xfrm>
            <a:off x="8815491" y="263098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0E4A3E3-26A1-4B93-AF8E-D1340AC90AC7}"/>
              </a:ext>
            </a:extLst>
          </p:cNvPr>
          <p:cNvCxnSpPr>
            <a:cxnSpLocks/>
          </p:cNvCxnSpPr>
          <p:nvPr/>
        </p:nvCxnSpPr>
        <p:spPr>
          <a:xfrm>
            <a:off x="7405298" y="3487950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CC89D7E7-D471-4A63-86DF-A53938786C65}"/>
              </a:ext>
            </a:extLst>
          </p:cNvPr>
          <p:cNvCxnSpPr>
            <a:cxnSpLocks/>
          </p:cNvCxnSpPr>
          <p:nvPr/>
        </p:nvCxnSpPr>
        <p:spPr>
          <a:xfrm>
            <a:off x="8836074" y="3909177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F24208E-1BC3-4848-A3ED-F9F0C78490B4}"/>
              </a:ext>
            </a:extLst>
          </p:cNvPr>
          <p:cNvSpPr txBox="1"/>
          <p:nvPr/>
        </p:nvSpPr>
        <p:spPr>
          <a:xfrm>
            <a:off x="2771610" y="5017046"/>
            <a:ext cx="1323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Attacker task execution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6767BF5-912A-46C8-9550-59B1D19E7471}"/>
              </a:ext>
            </a:extLst>
          </p:cNvPr>
          <p:cNvSpPr txBox="1"/>
          <p:nvPr/>
        </p:nvSpPr>
        <p:spPr>
          <a:xfrm>
            <a:off x="3892500" y="4986879"/>
            <a:ext cx="1668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Actual arrival column of victim task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519942A-91B0-48C8-BC01-8AF9E3158DB1}"/>
              </a:ext>
            </a:extLst>
          </p:cNvPr>
          <p:cNvSpPr/>
          <p:nvPr/>
        </p:nvSpPr>
        <p:spPr>
          <a:xfrm>
            <a:off x="6722680" y="5030202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E069A28-DB99-48E0-8E6B-34DF1DCAF412}"/>
              </a:ext>
            </a:extLst>
          </p:cNvPr>
          <p:cNvSpPr txBox="1"/>
          <p:nvPr/>
        </p:nvSpPr>
        <p:spPr>
          <a:xfrm>
            <a:off x="1564033" y="4617547"/>
            <a:ext cx="13136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Attacker never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arrives in 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column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01A50BE1-C299-43E5-A4F8-E40386ED55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60873" y="4344824"/>
            <a:ext cx="912154" cy="299562"/>
          </a:xfrm>
          <a:prstGeom prst="bentConnector3">
            <a:avLst>
              <a:gd name="adj1" fmla="val 10068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64FBA9F-504A-42AD-9856-6DDAB8D2794B}"/>
              </a:ext>
            </a:extLst>
          </p:cNvPr>
          <p:cNvSpPr/>
          <p:nvPr/>
        </p:nvSpPr>
        <p:spPr>
          <a:xfrm>
            <a:off x="5387648" y="181590"/>
            <a:ext cx="1321542" cy="3493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2ED5924-8785-41E9-9C61-FDB179841BC8}"/>
              </a:ext>
            </a:extLst>
          </p:cNvPr>
          <p:cNvSpPr/>
          <p:nvPr/>
        </p:nvSpPr>
        <p:spPr>
          <a:xfrm>
            <a:off x="4025928" y="179782"/>
            <a:ext cx="1361723" cy="3550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22ED34B-5B97-4779-97DE-4D2BC6F22672}"/>
              </a:ext>
            </a:extLst>
          </p:cNvPr>
          <p:cNvSpPr/>
          <p:nvPr/>
        </p:nvSpPr>
        <p:spPr>
          <a:xfrm>
            <a:off x="1360859" y="179782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E9C1B9B-F809-40DF-97DD-4F48458BC1F9}"/>
              </a:ext>
            </a:extLst>
          </p:cNvPr>
          <p:cNvSpPr/>
          <p:nvPr/>
        </p:nvSpPr>
        <p:spPr>
          <a:xfrm>
            <a:off x="2691304" y="179782"/>
            <a:ext cx="1321815" cy="3550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A9AFFFF-5593-429F-B0CF-BB258690FA60}"/>
                  </a:ext>
                </a:extLst>
              </p:cNvPr>
              <p:cNvSpPr txBox="1"/>
              <p:nvPr/>
            </p:nvSpPr>
            <p:spPr>
              <a:xfrm>
                <a:off x="5592294" y="210080"/>
                <a:ext cx="911977" cy="281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A9AFFFF-5593-429F-B0CF-BB258690F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294" y="210080"/>
                <a:ext cx="911977" cy="281552"/>
              </a:xfrm>
              <a:prstGeom prst="rect">
                <a:avLst/>
              </a:prstGeom>
              <a:blipFill>
                <a:blip r:embed="rId2"/>
                <a:stretch>
                  <a:fillRect t="-2128" b="-170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42604CD-C31E-42D1-9473-A722F407A242}"/>
                  </a:ext>
                </a:extLst>
              </p:cNvPr>
              <p:cNvSpPr txBox="1"/>
              <p:nvPr/>
            </p:nvSpPr>
            <p:spPr>
              <a:xfrm>
                <a:off x="1552973" y="188992"/>
                <a:ext cx="911977" cy="2796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42604CD-C31E-42D1-9473-A722F407A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973" y="188992"/>
                <a:ext cx="911977" cy="279628"/>
              </a:xfrm>
              <a:prstGeom prst="rect">
                <a:avLst/>
              </a:prstGeom>
              <a:blipFill>
                <a:blip r:embed="rId3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4E8AA89-E12E-4176-A9F8-4C38B0879028}"/>
                  </a:ext>
                </a:extLst>
              </p:cNvPr>
              <p:cNvSpPr txBox="1"/>
              <p:nvPr/>
            </p:nvSpPr>
            <p:spPr>
              <a:xfrm>
                <a:off x="2842150" y="227426"/>
                <a:ext cx="911977" cy="2801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4E8AA89-E12E-4176-A9F8-4C38B0879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50" y="227426"/>
                <a:ext cx="911977" cy="280141"/>
              </a:xfrm>
              <a:prstGeom prst="rect">
                <a:avLst/>
              </a:prstGeom>
              <a:blipFill>
                <a:blip r:embed="rId4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0A8B817-BE5F-480D-868A-F87709F03A49}"/>
                  </a:ext>
                </a:extLst>
              </p:cNvPr>
              <p:cNvSpPr txBox="1"/>
              <p:nvPr/>
            </p:nvSpPr>
            <p:spPr>
              <a:xfrm>
                <a:off x="4193510" y="207908"/>
                <a:ext cx="911977" cy="2802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0A8B817-BE5F-480D-868A-F87709F03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510" y="207908"/>
                <a:ext cx="911977" cy="280205"/>
              </a:xfrm>
              <a:prstGeom prst="rect">
                <a:avLst/>
              </a:prstGeom>
              <a:blipFill>
                <a:blip r:embed="rId5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5B80CC0-77D6-4DD5-B994-528F956E2E7E}"/>
              </a:ext>
            </a:extLst>
          </p:cNvPr>
          <p:cNvCxnSpPr>
            <a:cxnSpLocks/>
          </p:cNvCxnSpPr>
          <p:nvPr/>
        </p:nvCxnSpPr>
        <p:spPr>
          <a:xfrm flipV="1">
            <a:off x="1358969" y="535801"/>
            <a:ext cx="5767045" cy="236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845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882F48-211B-49F9-93AA-49447964C8EE}"/>
              </a:ext>
            </a:extLst>
          </p:cNvPr>
          <p:cNvSpPr/>
          <p:nvPr/>
        </p:nvSpPr>
        <p:spPr>
          <a:xfrm>
            <a:off x="1297453" y="1177673"/>
            <a:ext cx="542039" cy="406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41C142-AC19-42F3-ACBD-A90E7B525153}"/>
              </a:ext>
            </a:extLst>
          </p:cNvPr>
          <p:cNvCxnSpPr>
            <a:cxnSpLocks/>
          </p:cNvCxnSpPr>
          <p:nvPr/>
        </p:nvCxnSpPr>
        <p:spPr>
          <a:xfrm>
            <a:off x="7209662" y="4367205"/>
            <a:ext cx="0" cy="3227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B9DDF-FFD7-4C06-8BCB-6E0A3347E7A9}"/>
              </a:ext>
            </a:extLst>
          </p:cNvPr>
          <p:cNvSpPr/>
          <p:nvPr/>
        </p:nvSpPr>
        <p:spPr>
          <a:xfrm>
            <a:off x="1258186" y="645907"/>
            <a:ext cx="769507" cy="41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01B04F-C6C3-44C1-98E3-7786C31FEAD1}"/>
              </a:ext>
            </a:extLst>
          </p:cNvPr>
          <p:cNvCxnSpPr>
            <a:cxnSpLocks/>
          </p:cNvCxnSpPr>
          <p:nvPr/>
        </p:nvCxnSpPr>
        <p:spPr>
          <a:xfrm>
            <a:off x="7045449" y="3833668"/>
            <a:ext cx="0" cy="3227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15D8201-0E16-4102-BC9A-3EC25EC7C8D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29075" y="3947972"/>
            <a:ext cx="508159" cy="25398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17DA5FA-CDD0-4454-A5B0-327DC83DCC85}"/>
              </a:ext>
            </a:extLst>
          </p:cNvPr>
          <p:cNvSpPr/>
          <p:nvPr/>
        </p:nvSpPr>
        <p:spPr>
          <a:xfrm>
            <a:off x="7042068" y="2568166"/>
            <a:ext cx="185315" cy="311903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4F8A5D-278B-47A9-A6D0-D0F2AFA41A40}"/>
              </a:ext>
            </a:extLst>
          </p:cNvPr>
          <p:cNvSpPr/>
          <p:nvPr/>
        </p:nvSpPr>
        <p:spPr>
          <a:xfrm>
            <a:off x="7154701" y="3777391"/>
            <a:ext cx="185315" cy="311903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72CD983-ADF6-45E8-8F09-B0DB579B88C8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80383" y="877063"/>
            <a:ext cx="369378" cy="2907694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3501AE7-C9FF-4B9D-BA95-D2C219451D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03417" y="663609"/>
            <a:ext cx="284635" cy="41482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990337A-C59C-44F9-A9BF-06B7771F39DB}"/>
              </a:ext>
            </a:extLst>
          </p:cNvPr>
          <p:cNvSpPr/>
          <p:nvPr/>
        </p:nvSpPr>
        <p:spPr>
          <a:xfrm>
            <a:off x="7807532" y="621456"/>
            <a:ext cx="936063" cy="2890819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47D634-13EB-4D33-9037-AD20E8EA8941}"/>
              </a:ext>
            </a:extLst>
          </p:cNvPr>
          <p:cNvSpPr txBox="1"/>
          <p:nvPr/>
        </p:nvSpPr>
        <p:spPr>
          <a:xfrm>
            <a:off x="6368828" y="2146221"/>
            <a:ext cx="420381" cy="406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Tx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013C1B3-EE47-41AB-8B57-29BFEDC83F0F}"/>
              </a:ext>
            </a:extLst>
          </p:cNvPr>
          <p:cNvSpPr/>
          <p:nvPr/>
        </p:nvSpPr>
        <p:spPr>
          <a:xfrm>
            <a:off x="8049907" y="1222648"/>
            <a:ext cx="474920" cy="2950529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ADC8178-C3A9-43D4-80F2-4C0639D452E5}"/>
              </a:ext>
            </a:extLst>
          </p:cNvPr>
          <p:cNvSpPr/>
          <p:nvPr/>
        </p:nvSpPr>
        <p:spPr>
          <a:xfrm>
            <a:off x="1585245" y="3162591"/>
            <a:ext cx="264195" cy="2453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AADD25-868D-4155-B469-3D2906D64960}"/>
              </a:ext>
            </a:extLst>
          </p:cNvPr>
          <p:cNvSpPr/>
          <p:nvPr/>
        </p:nvSpPr>
        <p:spPr>
          <a:xfrm>
            <a:off x="2359317" y="465544"/>
            <a:ext cx="497049" cy="38536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B4E92F-EF38-4AB9-930F-BC7079400831}"/>
              </a:ext>
            </a:extLst>
          </p:cNvPr>
          <p:cNvSpPr/>
          <p:nvPr/>
        </p:nvSpPr>
        <p:spPr>
          <a:xfrm>
            <a:off x="3235114" y="239496"/>
            <a:ext cx="941019" cy="42411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80B377-9681-4E48-81D2-52E96CE5B136}"/>
              </a:ext>
            </a:extLst>
          </p:cNvPr>
          <p:cNvSpPr/>
          <p:nvPr/>
        </p:nvSpPr>
        <p:spPr>
          <a:xfrm>
            <a:off x="2007914" y="4062887"/>
            <a:ext cx="490960" cy="1180983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43BA091-A2CB-4888-ABC4-C1CE54FF3CA5}"/>
              </a:ext>
            </a:extLst>
          </p:cNvPr>
          <p:cNvSpPr txBox="1"/>
          <p:nvPr/>
        </p:nvSpPr>
        <p:spPr>
          <a:xfrm>
            <a:off x="6694251" y="1557707"/>
            <a:ext cx="69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AEW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D3C8585-DA89-46B7-AF99-576EFA8EE7E0}"/>
              </a:ext>
            </a:extLst>
          </p:cNvPr>
          <p:cNvSpPr txBox="1"/>
          <p:nvPr/>
        </p:nvSpPr>
        <p:spPr>
          <a:xfrm>
            <a:off x="241114" y="2612528"/>
            <a:ext cx="69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AEW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394A6B7-DBDB-4A70-85A5-D16D9C847349}"/>
              </a:ext>
            </a:extLst>
          </p:cNvPr>
          <p:cNvGrpSpPr/>
          <p:nvPr/>
        </p:nvGrpSpPr>
        <p:grpSpPr>
          <a:xfrm>
            <a:off x="3259103" y="1349053"/>
            <a:ext cx="2962467" cy="2471833"/>
            <a:chOff x="3259103" y="1349053"/>
            <a:chExt cx="2962467" cy="247183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DA4B1F2-96CD-4F04-9A11-EA3196B9EA85}"/>
                </a:ext>
              </a:extLst>
            </p:cNvPr>
            <p:cNvSpPr/>
            <p:nvPr/>
          </p:nvSpPr>
          <p:spPr>
            <a:xfrm>
              <a:off x="3259103" y="2468148"/>
              <a:ext cx="2704577" cy="320516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10DDFC-1398-401C-ACA8-3CA031E78A99}"/>
                </a:ext>
              </a:extLst>
            </p:cNvPr>
            <p:cNvSpPr txBox="1"/>
            <p:nvPr/>
          </p:nvSpPr>
          <p:spPr>
            <a:xfrm>
              <a:off x="4168185" y="2463359"/>
              <a:ext cx="1240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Data Buffer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E4FFDF8-2110-4968-A3E5-AD6527D14799}"/>
                </a:ext>
              </a:extLst>
            </p:cNvPr>
            <p:cNvSpPr/>
            <p:nvPr/>
          </p:nvSpPr>
          <p:spPr>
            <a:xfrm>
              <a:off x="4807028" y="3050610"/>
              <a:ext cx="312591" cy="3812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4BFD01E-BC25-4D94-96F4-389C5B92F005}"/>
                </a:ext>
              </a:extLst>
            </p:cNvPr>
            <p:cNvSpPr/>
            <p:nvPr/>
          </p:nvSpPr>
          <p:spPr>
            <a:xfrm>
              <a:off x="3285361" y="3050610"/>
              <a:ext cx="304147" cy="384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EEABA53-A00B-464B-89BC-B41E94D04506}"/>
                </a:ext>
              </a:extLst>
            </p:cNvPr>
            <p:cNvCxnSpPr>
              <a:cxnSpLocks/>
            </p:cNvCxnSpPr>
            <p:nvPr/>
          </p:nvCxnSpPr>
          <p:spPr>
            <a:xfrm>
              <a:off x="3280948" y="3434161"/>
              <a:ext cx="2815052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3B2EDD1-633B-4E4B-B0FB-E3A1BE8C838D}"/>
                </a:ext>
              </a:extLst>
            </p:cNvPr>
            <p:cNvSpPr/>
            <p:nvPr/>
          </p:nvSpPr>
          <p:spPr>
            <a:xfrm>
              <a:off x="5626506" y="1837082"/>
              <a:ext cx="337174" cy="42983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E91FCDC-A436-4832-9501-1816B405FAD4}"/>
                </a:ext>
              </a:extLst>
            </p:cNvPr>
            <p:cNvSpPr/>
            <p:nvPr/>
          </p:nvSpPr>
          <p:spPr>
            <a:xfrm>
              <a:off x="3285361" y="1834791"/>
              <a:ext cx="814096" cy="42551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FE306C5-D312-490A-95A1-B2F4FE4B91E4}"/>
                </a:ext>
              </a:extLst>
            </p:cNvPr>
            <p:cNvSpPr/>
            <p:nvPr/>
          </p:nvSpPr>
          <p:spPr>
            <a:xfrm>
              <a:off x="4099457" y="1834791"/>
              <a:ext cx="352041" cy="4236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23B77571-FB71-4AEA-8FE9-5CBE68F45429}"/>
                </a:ext>
              </a:extLst>
            </p:cNvPr>
            <p:cNvGrpSpPr/>
            <p:nvPr/>
          </p:nvGrpSpPr>
          <p:grpSpPr>
            <a:xfrm>
              <a:off x="3293879" y="1349053"/>
              <a:ext cx="2824340" cy="505805"/>
              <a:chOff x="3333844" y="1206815"/>
              <a:chExt cx="2824340" cy="505805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FE8128C-3890-4BD7-B003-3DE49717C0B5}"/>
                  </a:ext>
                </a:extLst>
              </p:cNvPr>
              <p:cNvSpPr/>
              <p:nvPr/>
            </p:nvSpPr>
            <p:spPr>
              <a:xfrm>
                <a:off x="3333844" y="1219635"/>
                <a:ext cx="2697576" cy="442202"/>
              </a:xfrm>
              <a:prstGeom prst="roundRect">
                <a:avLst>
                  <a:gd name="adj" fmla="val 3416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 dirty="0"/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69984C24-0044-47AD-95B4-AA48A7E68907}"/>
                  </a:ext>
                </a:extLst>
              </p:cNvPr>
              <p:cNvGrpSpPr/>
              <p:nvPr/>
            </p:nvGrpSpPr>
            <p:grpSpPr>
              <a:xfrm>
                <a:off x="3406415" y="1206815"/>
                <a:ext cx="2751769" cy="505805"/>
                <a:chOff x="3161626" y="3796871"/>
                <a:chExt cx="2751769" cy="505805"/>
              </a:xfrm>
            </p:grpSpPr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2DD6CD04-E93E-49B0-BF43-2CFADE9B92DF}"/>
                    </a:ext>
                  </a:extLst>
                </p:cNvPr>
                <p:cNvSpPr/>
                <p:nvPr/>
              </p:nvSpPr>
              <p:spPr>
                <a:xfrm>
                  <a:off x="3161626" y="3887358"/>
                  <a:ext cx="304147" cy="2561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4FACD21C-0EA0-48D0-A2E2-763EC505846D}"/>
                    </a:ext>
                  </a:extLst>
                </p:cNvPr>
                <p:cNvSpPr txBox="1"/>
                <p:nvPr/>
              </p:nvSpPr>
              <p:spPr>
                <a:xfrm>
                  <a:off x="3406811" y="3796871"/>
                  <a:ext cx="86076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Control </a:t>
                  </a:r>
                </a:p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Task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A0E6DAEC-A184-4A7B-9AAF-71743F17CE6D}"/>
                    </a:ext>
                  </a:extLst>
                </p:cNvPr>
                <p:cNvSpPr txBox="1"/>
                <p:nvPr/>
              </p:nvSpPr>
              <p:spPr>
                <a:xfrm>
                  <a:off x="4318886" y="3870800"/>
                  <a:ext cx="76324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Tx Task</a:t>
                  </a: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8F623988-5472-4F3F-BE81-FC507D3C49E3}"/>
                    </a:ext>
                  </a:extLst>
                </p:cNvPr>
                <p:cNvSpPr/>
                <p:nvPr/>
              </p:nvSpPr>
              <p:spPr>
                <a:xfrm>
                  <a:off x="4995885" y="3915747"/>
                  <a:ext cx="264195" cy="24535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7BE394D-741B-46B5-B64D-A2595B18FFF2}"/>
                    </a:ext>
                  </a:extLst>
                </p:cNvPr>
                <p:cNvSpPr txBox="1"/>
                <p:nvPr/>
              </p:nvSpPr>
              <p:spPr>
                <a:xfrm>
                  <a:off x="5221968" y="3841011"/>
                  <a:ext cx="69142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Other </a:t>
                  </a:r>
                </a:p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Tasks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BFB6CC6-C49E-487A-98CB-BE139371411D}"/>
                    </a:ext>
                  </a:extLst>
                </p:cNvPr>
                <p:cNvSpPr/>
                <p:nvPr/>
              </p:nvSpPr>
              <p:spPr>
                <a:xfrm>
                  <a:off x="4052399" y="3890669"/>
                  <a:ext cx="282803" cy="24535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67A9DB5-0919-4E30-A9E1-4A44AA18EA11}"/>
                </a:ext>
              </a:extLst>
            </p:cNvPr>
            <p:cNvSpPr txBox="1"/>
            <p:nvPr/>
          </p:nvSpPr>
          <p:spPr>
            <a:xfrm>
              <a:off x="3603694" y="3543887"/>
              <a:ext cx="1109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200" dirty="0"/>
                <a:t>AEW Start</a:t>
              </a: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0727D42B-D72E-4DCE-99C4-957A7FA17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062" y="2258478"/>
              <a:ext cx="226" cy="20967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7323489-2743-47D8-B7E2-C695111E4F66}"/>
                </a:ext>
              </a:extLst>
            </p:cNvPr>
            <p:cNvSpPr/>
            <p:nvPr/>
          </p:nvSpPr>
          <p:spPr>
            <a:xfrm>
              <a:off x="5119619" y="3050612"/>
              <a:ext cx="844061" cy="3869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37D2328-D607-484D-9BF5-C4740D05289B}"/>
                </a:ext>
              </a:extLst>
            </p:cNvPr>
            <p:cNvSpPr/>
            <p:nvPr/>
          </p:nvSpPr>
          <p:spPr>
            <a:xfrm>
              <a:off x="4461520" y="1834791"/>
              <a:ext cx="1163300" cy="43605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A07A67F-F6A5-46E9-95CF-F2F7E0A7F678}"/>
                </a:ext>
              </a:extLst>
            </p:cNvPr>
            <p:cNvSpPr/>
            <p:nvPr/>
          </p:nvSpPr>
          <p:spPr>
            <a:xfrm>
              <a:off x="3589509" y="3049245"/>
              <a:ext cx="1217520" cy="37975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DB9A9A5-872E-4FB8-9ABE-696BD122AA72}"/>
                </a:ext>
              </a:extLst>
            </p:cNvPr>
            <p:cNvCxnSpPr>
              <a:cxnSpLocks/>
            </p:cNvCxnSpPr>
            <p:nvPr/>
          </p:nvCxnSpPr>
          <p:spPr>
            <a:xfrm>
              <a:off x="4103440" y="1834480"/>
              <a:ext cx="7860" cy="1733711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C48C7F9F-0A7B-40E3-B69E-0FAD92B72496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 rot="5400000" flipH="1" flipV="1">
              <a:off x="3765947" y="2142753"/>
              <a:ext cx="429629" cy="237392"/>
            </a:xfrm>
            <a:prstGeom prst="bentConnector2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428A79B-5C23-4328-8CC9-80D5638689C4}"/>
                </a:ext>
              </a:extLst>
            </p:cNvPr>
            <p:cNvSpPr/>
            <p:nvPr/>
          </p:nvSpPr>
          <p:spPr>
            <a:xfrm flipV="1">
              <a:off x="3594936" y="2984991"/>
              <a:ext cx="519361" cy="527284"/>
            </a:xfrm>
            <a:prstGeom prst="roundRect">
              <a:avLst>
                <a:gd name="adj" fmla="val 9012"/>
              </a:avLst>
            </a:prstGeom>
            <a:solidFill>
              <a:srgbClr val="FF0000">
                <a:alpha val="11000"/>
              </a:srgb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FA0CD404-5733-4E6D-9C32-FA7CECA1FB3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372090" y="2861263"/>
              <a:ext cx="302270" cy="12714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: Elbow 104">
              <a:extLst>
                <a:ext uri="{FF2B5EF4-FFF2-40B4-BE49-F238E27FC236}">
                  <a16:creationId xmlns:a16="http://schemas.microsoft.com/office/drawing/2014/main" id="{144DA1BF-67FB-4155-946D-403269B3ABF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904915" y="2861292"/>
              <a:ext cx="302270" cy="12714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94B5A2D0-6DF2-43E8-A4AD-477202AE16AD}"/>
                </a:ext>
              </a:extLst>
            </p:cNvPr>
            <p:cNvSpPr/>
            <p:nvPr/>
          </p:nvSpPr>
          <p:spPr>
            <a:xfrm flipV="1">
              <a:off x="5111793" y="2996722"/>
              <a:ext cx="519361" cy="527284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11000"/>
              </a:srgb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F0D6149-1D98-4EF3-9386-E692105411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2708" y="1834480"/>
              <a:ext cx="8616" cy="169624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1438BBF-52F1-4208-9616-E53249E8EA43}"/>
                </a:ext>
              </a:extLst>
            </p:cNvPr>
            <p:cNvCxnSpPr>
              <a:cxnSpLocks/>
              <a:endCxn id="110" idx="1"/>
            </p:cNvCxnSpPr>
            <p:nvPr/>
          </p:nvCxnSpPr>
          <p:spPr>
            <a:xfrm flipH="1">
              <a:off x="3603694" y="3456896"/>
              <a:ext cx="2390" cy="2254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21F2DE8-10CA-4CE1-9D64-28C0D651C481}"/>
                </a:ext>
              </a:extLst>
            </p:cNvPr>
            <p:cNvSpPr txBox="1"/>
            <p:nvPr/>
          </p:nvSpPr>
          <p:spPr>
            <a:xfrm>
              <a:off x="5111793" y="3541952"/>
              <a:ext cx="1109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200" dirty="0"/>
                <a:t>AEW Start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D397CB87-CA3A-430F-BB14-14C4ED152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6662" y="3428063"/>
              <a:ext cx="1" cy="2517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2D29284-E1D4-4777-885D-F22917910B88}"/>
                </a:ext>
              </a:extLst>
            </p:cNvPr>
            <p:cNvCxnSpPr>
              <a:cxnSpLocks/>
            </p:cNvCxnSpPr>
            <p:nvPr/>
          </p:nvCxnSpPr>
          <p:spPr>
            <a:xfrm>
              <a:off x="3280948" y="2267449"/>
              <a:ext cx="2815052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8582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946FAE-2E24-4EEB-A12B-51C47D8BD198}"/>
              </a:ext>
            </a:extLst>
          </p:cNvPr>
          <p:cNvSpPr/>
          <p:nvPr/>
        </p:nvSpPr>
        <p:spPr>
          <a:xfrm>
            <a:off x="5781599" y="2066652"/>
            <a:ext cx="3760465" cy="25777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E546DF-E9E5-4D2D-BC8A-3FB57CB852F7}"/>
              </a:ext>
            </a:extLst>
          </p:cNvPr>
          <p:cNvSpPr/>
          <p:nvPr/>
        </p:nvSpPr>
        <p:spPr>
          <a:xfrm>
            <a:off x="5781600" y="1169654"/>
            <a:ext cx="3768967" cy="9066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47484-7D76-4648-AFAF-6D775729D8D1}"/>
              </a:ext>
            </a:extLst>
          </p:cNvPr>
          <p:cNvSpPr txBox="1"/>
          <p:nvPr/>
        </p:nvSpPr>
        <p:spPr>
          <a:xfrm rot="16200000">
            <a:off x="5605839" y="1353643"/>
            <a:ext cx="806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B338D-23F1-45CE-9EBF-CD243935CC1F}"/>
              </a:ext>
            </a:extLst>
          </p:cNvPr>
          <p:cNvSpPr txBox="1"/>
          <p:nvPr/>
        </p:nvSpPr>
        <p:spPr>
          <a:xfrm>
            <a:off x="876369" y="0"/>
            <a:ext cx="384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one hyperperiod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0A857-9483-4419-9BB9-B8377C89BE85}"/>
              </a:ext>
            </a:extLst>
          </p:cNvPr>
          <p:cNvSpPr txBox="1"/>
          <p:nvPr/>
        </p:nvSpPr>
        <p:spPr>
          <a:xfrm>
            <a:off x="6138074" y="1335340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AEA839-C5D0-445E-B689-0811BDF21073}"/>
              </a:ext>
            </a:extLst>
          </p:cNvPr>
          <p:cNvCxnSpPr>
            <a:cxnSpLocks/>
          </p:cNvCxnSpPr>
          <p:nvPr/>
        </p:nvCxnSpPr>
        <p:spPr>
          <a:xfrm>
            <a:off x="8127152" y="146387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7AE10F-3984-4E98-9D3F-33696DF7D8B8}"/>
              </a:ext>
            </a:extLst>
          </p:cNvPr>
          <p:cNvCxnSpPr>
            <a:cxnSpLocks/>
          </p:cNvCxnSpPr>
          <p:nvPr/>
        </p:nvCxnSpPr>
        <p:spPr>
          <a:xfrm>
            <a:off x="8127152" y="189817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BEF0B7-9B64-46F3-AB0F-365EA0E8F328}"/>
              </a:ext>
            </a:extLst>
          </p:cNvPr>
          <p:cNvCxnSpPr>
            <a:cxnSpLocks/>
          </p:cNvCxnSpPr>
          <p:nvPr/>
        </p:nvCxnSpPr>
        <p:spPr>
          <a:xfrm>
            <a:off x="8127152" y="2327113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C0D912-914F-4953-87A9-0EE1B8B34D08}"/>
              </a:ext>
            </a:extLst>
          </p:cNvPr>
          <p:cNvCxnSpPr>
            <a:cxnSpLocks/>
          </p:cNvCxnSpPr>
          <p:nvPr/>
        </p:nvCxnSpPr>
        <p:spPr>
          <a:xfrm>
            <a:off x="8127152" y="276304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73498B-8250-46F4-BEAA-B645D880D8E8}"/>
              </a:ext>
            </a:extLst>
          </p:cNvPr>
          <p:cNvCxnSpPr>
            <a:cxnSpLocks/>
          </p:cNvCxnSpPr>
          <p:nvPr/>
        </p:nvCxnSpPr>
        <p:spPr>
          <a:xfrm>
            <a:off x="8127152" y="361574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B28E99-55D2-4A58-8008-8D2E0136EBE4}"/>
              </a:ext>
            </a:extLst>
          </p:cNvPr>
          <p:cNvCxnSpPr>
            <a:cxnSpLocks/>
          </p:cNvCxnSpPr>
          <p:nvPr/>
        </p:nvCxnSpPr>
        <p:spPr>
          <a:xfrm>
            <a:off x="8127152" y="318271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896CDD-7A63-46EC-AF06-CF9109F29DBA}"/>
              </a:ext>
            </a:extLst>
          </p:cNvPr>
          <p:cNvSpPr txBox="1"/>
          <p:nvPr/>
        </p:nvSpPr>
        <p:spPr>
          <a:xfrm>
            <a:off x="6128499" y="17851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79C31-0A63-442B-8A8C-71A8E44AE7E7}"/>
              </a:ext>
            </a:extLst>
          </p:cNvPr>
          <p:cNvSpPr txBox="1"/>
          <p:nvPr/>
        </p:nvSpPr>
        <p:spPr>
          <a:xfrm>
            <a:off x="6123606" y="2174703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13A89F-FC62-4CA7-8B3E-041ADF69931D}"/>
              </a:ext>
            </a:extLst>
          </p:cNvPr>
          <p:cNvSpPr txBox="1"/>
          <p:nvPr/>
        </p:nvSpPr>
        <p:spPr>
          <a:xfrm>
            <a:off x="6137453" y="258524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E7B11-9562-40DA-85D5-D928BA2AF39E}"/>
              </a:ext>
            </a:extLst>
          </p:cNvPr>
          <p:cNvSpPr txBox="1"/>
          <p:nvPr/>
        </p:nvSpPr>
        <p:spPr>
          <a:xfrm>
            <a:off x="6130975" y="3016576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47ED65-C839-41A7-AA00-1EC05D5BC2CF}"/>
              </a:ext>
            </a:extLst>
          </p:cNvPr>
          <p:cNvSpPr txBox="1"/>
          <p:nvPr/>
        </p:nvSpPr>
        <p:spPr>
          <a:xfrm>
            <a:off x="6127134" y="3480784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A0795-0683-42CE-80C8-8770BCE12E59}"/>
              </a:ext>
            </a:extLst>
          </p:cNvPr>
          <p:cNvSpPr/>
          <p:nvPr/>
        </p:nvSpPr>
        <p:spPr>
          <a:xfrm>
            <a:off x="8130083" y="1768936"/>
            <a:ext cx="141198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5C9F41-D28E-4AFE-B4C7-EA91C82C588A}"/>
              </a:ext>
            </a:extLst>
          </p:cNvPr>
          <p:cNvSpPr/>
          <p:nvPr/>
        </p:nvSpPr>
        <p:spPr>
          <a:xfrm>
            <a:off x="6717162" y="2630986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8E595F-133A-4D13-A816-89C56C5E057F}"/>
              </a:ext>
            </a:extLst>
          </p:cNvPr>
          <p:cNvSpPr txBox="1"/>
          <p:nvPr/>
        </p:nvSpPr>
        <p:spPr>
          <a:xfrm>
            <a:off x="6127621" y="3918747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D3CEF8-13A5-4AB3-9F11-37A590F711C0}"/>
              </a:ext>
            </a:extLst>
          </p:cNvPr>
          <p:cNvSpPr txBox="1"/>
          <p:nvPr/>
        </p:nvSpPr>
        <p:spPr>
          <a:xfrm>
            <a:off x="6074976" y="4337058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249EDB-8C39-4D5C-8E8D-78327F67B194}"/>
              </a:ext>
            </a:extLst>
          </p:cNvPr>
          <p:cNvCxnSpPr>
            <a:cxnSpLocks/>
          </p:cNvCxnSpPr>
          <p:nvPr/>
        </p:nvCxnSpPr>
        <p:spPr>
          <a:xfrm>
            <a:off x="8125830" y="4059201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BAD40C-95D6-435A-AC7E-1DDFC49A1011}"/>
              </a:ext>
            </a:extLst>
          </p:cNvPr>
          <p:cNvCxnSpPr>
            <a:cxnSpLocks/>
          </p:cNvCxnSpPr>
          <p:nvPr/>
        </p:nvCxnSpPr>
        <p:spPr>
          <a:xfrm>
            <a:off x="8130082" y="447585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C8FF2F5-63D5-4B56-9139-5701B9DDD076}"/>
              </a:ext>
            </a:extLst>
          </p:cNvPr>
          <p:cNvSpPr/>
          <p:nvPr/>
        </p:nvSpPr>
        <p:spPr>
          <a:xfrm>
            <a:off x="8118079" y="3065493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C6D599-DC29-43FD-B769-B76B8C4DD588}"/>
              </a:ext>
            </a:extLst>
          </p:cNvPr>
          <p:cNvSpPr/>
          <p:nvPr/>
        </p:nvSpPr>
        <p:spPr>
          <a:xfrm>
            <a:off x="6718160" y="4342519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7B07CAB-7FF1-4991-B35F-6398AA72F5BB}"/>
              </a:ext>
            </a:extLst>
          </p:cNvPr>
          <p:cNvGraphicFramePr>
            <a:graphicFrameLocks noGrp="1"/>
          </p:cNvGraphicFramePr>
          <p:nvPr/>
        </p:nvGraphicFramePr>
        <p:xfrm>
          <a:off x="6717927" y="5029832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7C043131-00D7-479C-84C3-3068C02776F7}"/>
              </a:ext>
            </a:extLst>
          </p:cNvPr>
          <p:cNvSpPr/>
          <p:nvPr/>
        </p:nvSpPr>
        <p:spPr>
          <a:xfrm>
            <a:off x="8129928" y="5033163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58710D-32E7-419E-A058-6A550C1F2C24}"/>
              </a:ext>
            </a:extLst>
          </p:cNvPr>
          <p:cNvSpPr txBox="1"/>
          <p:nvPr/>
        </p:nvSpPr>
        <p:spPr>
          <a:xfrm>
            <a:off x="6792381" y="4661547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277035-41F2-4536-B4A8-43D97144077A}"/>
              </a:ext>
            </a:extLst>
          </p:cNvPr>
          <p:cNvCxnSpPr>
            <a:cxnSpLocks/>
          </p:cNvCxnSpPr>
          <p:nvPr/>
        </p:nvCxnSpPr>
        <p:spPr>
          <a:xfrm>
            <a:off x="7334037" y="136706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5DFB18C-B8E3-4D6B-8A9F-FF4CB452B543}"/>
              </a:ext>
            </a:extLst>
          </p:cNvPr>
          <p:cNvSpPr txBox="1"/>
          <p:nvPr/>
        </p:nvSpPr>
        <p:spPr>
          <a:xfrm rot="16200000">
            <a:off x="5364111" y="3088038"/>
            <a:ext cx="1231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60C354-FEF5-40B1-B5C0-52AB4601FB42}"/>
              </a:ext>
            </a:extLst>
          </p:cNvPr>
          <p:cNvCxnSpPr>
            <a:cxnSpLocks/>
          </p:cNvCxnSpPr>
          <p:nvPr/>
        </p:nvCxnSpPr>
        <p:spPr>
          <a:xfrm>
            <a:off x="7388797" y="2216309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057F05-F3D0-4FA0-89AB-D90CF3E1CFFB}"/>
              </a:ext>
            </a:extLst>
          </p:cNvPr>
          <p:cNvCxnSpPr>
            <a:cxnSpLocks/>
          </p:cNvCxnSpPr>
          <p:nvPr/>
        </p:nvCxnSpPr>
        <p:spPr>
          <a:xfrm>
            <a:off x="8815491" y="263098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118B8E-4C2E-4F9A-88F5-05FB31199C0D}"/>
              </a:ext>
            </a:extLst>
          </p:cNvPr>
          <p:cNvCxnSpPr>
            <a:cxnSpLocks/>
          </p:cNvCxnSpPr>
          <p:nvPr/>
        </p:nvCxnSpPr>
        <p:spPr>
          <a:xfrm>
            <a:off x="7405298" y="3487950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99870C-590A-46FD-89FC-37134E7906D8}"/>
              </a:ext>
            </a:extLst>
          </p:cNvPr>
          <p:cNvCxnSpPr>
            <a:cxnSpLocks/>
          </p:cNvCxnSpPr>
          <p:nvPr/>
        </p:nvCxnSpPr>
        <p:spPr>
          <a:xfrm>
            <a:off x="8836074" y="3909177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B7A6877-A0B6-45F5-96AE-755E829B0AC0}"/>
              </a:ext>
            </a:extLst>
          </p:cNvPr>
          <p:cNvSpPr/>
          <p:nvPr/>
        </p:nvSpPr>
        <p:spPr>
          <a:xfrm>
            <a:off x="6722680" y="5030202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4D7008-0316-4CA1-BEA2-9012DB9A0FEA}"/>
                  </a:ext>
                </a:extLst>
              </p:cNvPr>
              <p:cNvSpPr txBox="1"/>
              <p:nvPr/>
            </p:nvSpPr>
            <p:spPr>
              <a:xfrm>
                <a:off x="5592294" y="210080"/>
                <a:ext cx="911977" cy="281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64D7008-0316-4CA1-BEA2-9012DB9A0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294" y="210080"/>
                <a:ext cx="911977" cy="281552"/>
              </a:xfrm>
              <a:prstGeom prst="rect">
                <a:avLst/>
              </a:prstGeom>
              <a:blipFill>
                <a:blip r:embed="rId2"/>
                <a:stretch>
                  <a:fillRect t="-2128" b="-170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51582C7-3DFC-4C1C-B8C5-B7A9C55B70DE}"/>
              </a:ext>
            </a:extLst>
          </p:cNvPr>
          <p:cNvGrpSpPr/>
          <p:nvPr/>
        </p:nvGrpSpPr>
        <p:grpSpPr>
          <a:xfrm>
            <a:off x="912979" y="2121028"/>
            <a:ext cx="3604012" cy="1565169"/>
            <a:chOff x="912979" y="2121028"/>
            <a:chExt cx="3604012" cy="1565169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918C00C-6D19-4928-91D0-79CDC07C811C}"/>
                </a:ext>
              </a:extLst>
            </p:cNvPr>
            <p:cNvCxnSpPr>
              <a:cxnSpLocks/>
            </p:cNvCxnSpPr>
            <p:nvPr/>
          </p:nvCxnSpPr>
          <p:spPr>
            <a:xfrm>
              <a:off x="1618995" y="2477993"/>
              <a:ext cx="144263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6B8FF1B-A0AB-4F90-A726-32CE0F418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1080" y="2463992"/>
              <a:ext cx="715911" cy="93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502DCC7-5DB5-4E6E-8B23-774B7FCA20DB}"/>
                </a:ext>
              </a:extLst>
            </p:cNvPr>
            <p:cNvCxnSpPr>
              <a:cxnSpLocks/>
            </p:cNvCxnSpPr>
            <p:nvPr/>
          </p:nvCxnSpPr>
          <p:spPr>
            <a:xfrm>
              <a:off x="912979" y="2147021"/>
              <a:ext cx="0" cy="1529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C1E1D70-9F42-4403-84E9-10D24023B940}"/>
                </a:ext>
              </a:extLst>
            </p:cNvPr>
            <p:cNvCxnSpPr>
              <a:cxnSpLocks/>
            </p:cNvCxnSpPr>
            <p:nvPr/>
          </p:nvCxnSpPr>
          <p:spPr>
            <a:xfrm>
              <a:off x="4495468" y="2156591"/>
              <a:ext cx="0" cy="1529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AD4406E-6FE2-484B-9398-4BF3634CFB2F}"/>
                </a:ext>
              </a:extLst>
            </p:cNvPr>
            <p:cNvCxnSpPr>
              <a:cxnSpLocks/>
            </p:cNvCxnSpPr>
            <p:nvPr/>
          </p:nvCxnSpPr>
          <p:spPr>
            <a:xfrm>
              <a:off x="1618995" y="2911824"/>
              <a:ext cx="144263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552989D-5EDA-423B-A0E2-ACE73F4AB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9556" y="2895482"/>
              <a:ext cx="715911" cy="93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005E4F-F3AB-48E0-AF3B-2EFF73685667}"/>
                </a:ext>
              </a:extLst>
            </p:cNvPr>
            <p:cNvSpPr txBox="1"/>
            <p:nvPr/>
          </p:nvSpPr>
          <p:spPr>
            <a:xfrm>
              <a:off x="2893958" y="2547356"/>
              <a:ext cx="10343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/>
                <a:t> ………   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2AB4A21-41C5-4A96-BDC4-79343B89DF98}"/>
                </a:ext>
              </a:extLst>
            </p:cNvPr>
            <p:cNvCxnSpPr>
              <a:cxnSpLocks/>
            </p:cNvCxnSpPr>
            <p:nvPr/>
          </p:nvCxnSpPr>
          <p:spPr>
            <a:xfrm>
              <a:off x="1618995" y="3313040"/>
              <a:ext cx="144263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D0C3968-5920-4EDA-A217-A47495230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1080" y="3308373"/>
              <a:ext cx="715911" cy="93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26F1807-D3F9-4CAA-B9E7-8471237B554B}"/>
                </a:ext>
              </a:extLst>
            </p:cNvPr>
            <p:cNvCxnSpPr>
              <a:cxnSpLocks/>
            </p:cNvCxnSpPr>
            <p:nvPr/>
          </p:nvCxnSpPr>
          <p:spPr>
            <a:xfrm>
              <a:off x="1618995" y="2147021"/>
              <a:ext cx="0" cy="1529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4DC63FB-B12F-4BAD-B152-34B202B17C6C}"/>
                </a:ext>
              </a:extLst>
            </p:cNvPr>
            <p:cNvCxnSpPr>
              <a:cxnSpLocks/>
            </p:cNvCxnSpPr>
            <p:nvPr/>
          </p:nvCxnSpPr>
          <p:spPr>
            <a:xfrm>
              <a:off x="2331232" y="2147021"/>
              <a:ext cx="0" cy="1529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0C51DE-A018-45AB-98C3-3C7EF25E0C4A}"/>
                </a:ext>
              </a:extLst>
            </p:cNvPr>
            <p:cNvCxnSpPr>
              <a:cxnSpLocks/>
            </p:cNvCxnSpPr>
            <p:nvPr/>
          </p:nvCxnSpPr>
          <p:spPr>
            <a:xfrm>
              <a:off x="3061634" y="2156591"/>
              <a:ext cx="0" cy="1529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1B99E1B-F8C3-4341-ABAC-5B53CDE6B61A}"/>
                </a:ext>
              </a:extLst>
            </p:cNvPr>
            <p:cNvCxnSpPr>
              <a:cxnSpLocks/>
            </p:cNvCxnSpPr>
            <p:nvPr/>
          </p:nvCxnSpPr>
          <p:spPr>
            <a:xfrm>
              <a:off x="3801080" y="2126819"/>
              <a:ext cx="0" cy="1529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968267F-EE2A-4AE9-A4EB-C556CFC363A6}"/>
                </a:ext>
              </a:extLst>
            </p:cNvPr>
            <p:cNvSpPr txBox="1"/>
            <p:nvPr/>
          </p:nvSpPr>
          <p:spPr>
            <a:xfrm>
              <a:off x="2885986" y="2957564"/>
              <a:ext cx="10343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/>
                <a:t> ………   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3DA4F34-4770-4264-AA2D-DAC3CEFC0DC0}"/>
                </a:ext>
              </a:extLst>
            </p:cNvPr>
            <p:cNvSpPr txBox="1"/>
            <p:nvPr/>
          </p:nvSpPr>
          <p:spPr>
            <a:xfrm>
              <a:off x="2894843" y="2121028"/>
              <a:ext cx="10343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/>
                <a:t> ………   </a:t>
              </a:r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47D1745-8B35-4BA1-90E4-336097735815}"/>
              </a:ext>
            </a:extLst>
          </p:cNvPr>
          <p:cNvCxnSpPr>
            <a:cxnSpLocks/>
          </p:cNvCxnSpPr>
          <p:nvPr/>
        </p:nvCxnSpPr>
        <p:spPr>
          <a:xfrm>
            <a:off x="2741408" y="1813421"/>
            <a:ext cx="0" cy="312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27F1497-56CB-4B4B-B6AE-E1483D56C5E8}"/>
              </a:ext>
            </a:extLst>
          </p:cNvPr>
          <p:cNvCxnSpPr>
            <a:cxnSpLocks/>
          </p:cNvCxnSpPr>
          <p:nvPr/>
        </p:nvCxnSpPr>
        <p:spPr>
          <a:xfrm>
            <a:off x="2500055" y="1823152"/>
            <a:ext cx="0" cy="30473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E135D5-5DBF-4059-A664-B8934933DDC6}"/>
              </a:ext>
            </a:extLst>
          </p:cNvPr>
          <p:cNvSpPr txBox="1"/>
          <p:nvPr/>
        </p:nvSpPr>
        <p:spPr>
          <a:xfrm>
            <a:off x="834795" y="2121028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7CACA55-7561-4CC7-92B4-3EF61DC2BA73}"/>
              </a:ext>
            </a:extLst>
          </p:cNvPr>
          <p:cNvSpPr txBox="1"/>
          <p:nvPr/>
        </p:nvSpPr>
        <p:spPr>
          <a:xfrm>
            <a:off x="832710" y="2547356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 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1E2DA2-CF6C-4480-BED5-15D86B27CDB7}"/>
              </a:ext>
            </a:extLst>
          </p:cNvPr>
          <p:cNvSpPr txBox="1"/>
          <p:nvPr/>
        </p:nvSpPr>
        <p:spPr>
          <a:xfrm>
            <a:off x="830625" y="2957564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 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7294895-1EBE-452A-BEB2-AA3B4499C490}"/>
              </a:ext>
            </a:extLst>
          </p:cNvPr>
          <p:cNvCxnSpPr>
            <a:cxnSpLocks/>
          </p:cNvCxnSpPr>
          <p:nvPr/>
        </p:nvCxnSpPr>
        <p:spPr>
          <a:xfrm>
            <a:off x="274884" y="2154446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E20C6A5-B1E2-47FB-9A01-9A8B9AF04D6E}"/>
              </a:ext>
            </a:extLst>
          </p:cNvPr>
          <p:cNvCxnSpPr>
            <a:cxnSpLocks/>
          </p:cNvCxnSpPr>
          <p:nvPr/>
        </p:nvCxnSpPr>
        <p:spPr>
          <a:xfrm>
            <a:off x="274884" y="2473474"/>
            <a:ext cx="6380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AF1AE67-DF05-46D1-9ECB-E19402BDE03E}"/>
              </a:ext>
            </a:extLst>
          </p:cNvPr>
          <p:cNvCxnSpPr>
            <a:cxnSpLocks/>
          </p:cNvCxnSpPr>
          <p:nvPr/>
        </p:nvCxnSpPr>
        <p:spPr>
          <a:xfrm>
            <a:off x="274884" y="2911824"/>
            <a:ext cx="6450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C7C8A43-8096-46E0-842C-0AE2F5D18CE1}"/>
              </a:ext>
            </a:extLst>
          </p:cNvPr>
          <p:cNvCxnSpPr>
            <a:cxnSpLocks/>
          </p:cNvCxnSpPr>
          <p:nvPr/>
        </p:nvCxnSpPr>
        <p:spPr>
          <a:xfrm>
            <a:off x="274884" y="3309381"/>
            <a:ext cx="638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7401412C-FEF4-42E8-8F46-A7F6DB76A3CB}"/>
              </a:ext>
            </a:extLst>
          </p:cNvPr>
          <p:cNvSpPr/>
          <p:nvPr/>
        </p:nvSpPr>
        <p:spPr>
          <a:xfrm>
            <a:off x="1627137" y="2577231"/>
            <a:ext cx="701407" cy="334593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05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7B338D-23F1-45CE-9EBF-CD243935CC1F}"/>
              </a:ext>
            </a:extLst>
          </p:cNvPr>
          <p:cNvSpPr txBox="1"/>
          <p:nvPr/>
        </p:nvSpPr>
        <p:spPr>
          <a:xfrm>
            <a:off x="876369" y="0"/>
            <a:ext cx="384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one hyperperiod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18C00C-6D19-4928-91D0-79CDC07C811C}"/>
              </a:ext>
            </a:extLst>
          </p:cNvPr>
          <p:cNvCxnSpPr>
            <a:cxnSpLocks/>
          </p:cNvCxnSpPr>
          <p:nvPr/>
        </p:nvCxnSpPr>
        <p:spPr>
          <a:xfrm>
            <a:off x="2220480" y="1799113"/>
            <a:ext cx="14426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B8FF1B-A0AB-4F90-A726-32CE0F4181AD}"/>
              </a:ext>
            </a:extLst>
          </p:cNvPr>
          <p:cNvCxnSpPr>
            <a:cxnSpLocks/>
          </p:cNvCxnSpPr>
          <p:nvPr/>
        </p:nvCxnSpPr>
        <p:spPr>
          <a:xfrm flipV="1">
            <a:off x="4402565" y="1785112"/>
            <a:ext cx="715911" cy="9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502DCC7-5DB5-4E6E-8B23-774B7FCA20DB}"/>
              </a:ext>
            </a:extLst>
          </p:cNvPr>
          <p:cNvCxnSpPr>
            <a:cxnSpLocks/>
          </p:cNvCxnSpPr>
          <p:nvPr/>
        </p:nvCxnSpPr>
        <p:spPr>
          <a:xfrm>
            <a:off x="1514464" y="1468141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C1E1D70-9F42-4403-84E9-10D24023B940}"/>
              </a:ext>
            </a:extLst>
          </p:cNvPr>
          <p:cNvCxnSpPr>
            <a:cxnSpLocks/>
          </p:cNvCxnSpPr>
          <p:nvPr/>
        </p:nvCxnSpPr>
        <p:spPr>
          <a:xfrm>
            <a:off x="5096953" y="1477711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AD4406E-6FE2-484B-9398-4BF3634CFB2F}"/>
              </a:ext>
            </a:extLst>
          </p:cNvPr>
          <p:cNvCxnSpPr>
            <a:cxnSpLocks/>
          </p:cNvCxnSpPr>
          <p:nvPr/>
        </p:nvCxnSpPr>
        <p:spPr>
          <a:xfrm>
            <a:off x="2220480" y="2232944"/>
            <a:ext cx="14426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552989D-5EDA-423B-A0E2-ACE73F4AB28E}"/>
              </a:ext>
            </a:extLst>
          </p:cNvPr>
          <p:cNvCxnSpPr>
            <a:cxnSpLocks/>
          </p:cNvCxnSpPr>
          <p:nvPr/>
        </p:nvCxnSpPr>
        <p:spPr>
          <a:xfrm flipV="1">
            <a:off x="4381041" y="2216602"/>
            <a:ext cx="715911" cy="9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B005E4F-F3AB-48E0-AF3B-2EFF73685667}"/>
              </a:ext>
            </a:extLst>
          </p:cNvPr>
          <p:cNvSpPr txBox="1"/>
          <p:nvPr/>
        </p:nvSpPr>
        <p:spPr>
          <a:xfrm>
            <a:off x="3495443" y="1868476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………  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AB4A21-41C5-4A96-BDC4-79343B89DF98}"/>
              </a:ext>
            </a:extLst>
          </p:cNvPr>
          <p:cNvCxnSpPr>
            <a:cxnSpLocks/>
          </p:cNvCxnSpPr>
          <p:nvPr/>
        </p:nvCxnSpPr>
        <p:spPr>
          <a:xfrm>
            <a:off x="2220480" y="2634160"/>
            <a:ext cx="14426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D0C3968-5920-4EDA-A217-A47495230EF7}"/>
              </a:ext>
            </a:extLst>
          </p:cNvPr>
          <p:cNvCxnSpPr>
            <a:cxnSpLocks/>
          </p:cNvCxnSpPr>
          <p:nvPr/>
        </p:nvCxnSpPr>
        <p:spPr>
          <a:xfrm flipV="1">
            <a:off x="4402565" y="2629493"/>
            <a:ext cx="715911" cy="9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6F1807-D3F9-4CAA-B9E7-8471237B554B}"/>
              </a:ext>
            </a:extLst>
          </p:cNvPr>
          <p:cNvCxnSpPr>
            <a:cxnSpLocks/>
          </p:cNvCxnSpPr>
          <p:nvPr/>
        </p:nvCxnSpPr>
        <p:spPr>
          <a:xfrm>
            <a:off x="2220480" y="1468141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4DC63FB-B12F-4BAD-B152-34B202B17C6C}"/>
              </a:ext>
            </a:extLst>
          </p:cNvPr>
          <p:cNvCxnSpPr>
            <a:cxnSpLocks/>
          </p:cNvCxnSpPr>
          <p:nvPr/>
        </p:nvCxnSpPr>
        <p:spPr>
          <a:xfrm>
            <a:off x="2932717" y="1468141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30C51DE-A018-45AB-98C3-3C7EF25E0C4A}"/>
              </a:ext>
            </a:extLst>
          </p:cNvPr>
          <p:cNvCxnSpPr>
            <a:cxnSpLocks/>
          </p:cNvCxnSpPr>
          <p:nvPr/>
        </p:nvCxnSpPr>
        <p:spPr>
          <a:xfrm>
            <a:off x="3663119" y="1477711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1B99E1B-F8C3-4341-ABAC-5B53CDE6B61A}"/>
              </a:ext>
            </a:extLst>
          </p:cNvPr>
          <p:cNvCxnSpPr>
            <a:cxnSpLocks/>
          </p:cNvCxnSpPr>
          <p:nvPr/>
        </p:nvCxnSpPr>
        <p:spPr>
          <a:xfrm>
            <a:off x="4402565" y="1447939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3DA4F34-4770-4264-AA2D-DAC3CEFC0DC0}"/>
              </a:ext>
            </a:extLst>
          </p:cNvPr>
          <p:cNvSpPr txBox="1"/>
          <p:nvPr/>
        </p:nvSpPr>
        <p:spPr>
          <a:xfrm>
            <a:off x="3496328" y="1442148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………   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47D1745-8B35-4BA1-90E4-336097735815}"/>
              </a:ext>
            </a:extLst>
          </p:cNvPr>
          <p:cNvCxnSpPr>
            <a:cxnSpLocks/>
          </p:cNvCxnSpPr>
          <p:nvPr/>
        </p:nvCxnSpPr>
        <p:spPr>
          <a:xfrm>
            <a:off x="4317642" y="4103272"/>
            <a:ext cx="0" cy="312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27F1497-56CB-4B4B-B6AE-E1483D56C5E8}"/>
              </a:ext>
            </a:extLst>
          </p:cNvPr>
          <p:cNvCxnSpPr>
            <a:cxnSpLocks/>
          </p:cNvCxnSpPr>
          <p:nvPr/>
        </p:nvCxnSpPr>
        <p:spPr>
          <a:xfrm>
            <a:off x="4095627" y="4111256"/>
            <a:ext cx="0" cy="30473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E135D5-5DBF-4059-A664-B8934933DDC6}"/>
              </a:ext>
            </a:extLst>
          </p:cNvPr>
          <p:cNvSpPr txBox="1"/>
          <p:nvPr/>
        </p:nvSpPr>
        <p:spPr>
          <a:xfrm>
            <a:off x="1436280" y="1442148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7CACA55-7561-4CC7-92B4-3EF61DC2BA73}"/>
              </a:ext>
            </a:extLst>
          </p:cNvPr>
          <p:cNvSpPr txBox="1"/>
          <p:nvPr/>
        </p:nvSpPr>
        <p:spPr>
          <a:xfrm>
            <a:off x="1434195" y="1868476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 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1E2DA2-CF6C-4480-BED5-15D86B27CDB7}"/>
              </a:ext>
            </a:extLst>
          </p:cNvPr>
          <p:cNvSpPr txBox="1"/>
          <p:nvPr/>
        </p:nvSpPr>
        <p:spPr>
          <a:xfrm>
            <a:off x="1432110" y="2278684"/>
            <a:ext cx="10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…… 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7294895-1EBE-452A-BEB2-AA3B4499C490}"/>
              </a:ext>
            </a:extLst>
          </p:cNvPr>
          <p:cNvCxnSpPr>
            <a:cxnSpLocks/>
          </p:cNvCxnSpPr>
          <p:nvPr/>
        </p:nvCxnSpPr>
        <p:spPr>
          <a:xfrm>
            <a:off x="876369" y="1475566"/>
            <a:ext cx="0" cy="1529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E20C6A5-B1E2-47FB-9A01-9A8B9AF04D6E}"/>
              </a:ext>
            </a:extLst>
          </p:cNvPr>
          <p:cNvCxnSpPr>
            <a:cxnSpLocks/>
          </p:cNvCxnSpPr>
          <p:nvPr/>
        </p:nvCxnSpPr>
        <p:spPr>
          <a:xfrm>
            <a:off x="876369" y="1794594"/>
            <a:ext cx="6380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AF1AE67-DF05-46D1-9ECB-E19402BDE03E}"/>
              </a:ext>
            </a:extLst>
          </p:cNvPr>
          <p:cNvCxnSpPr>
            <a:cxnSpLocks/>
          </p:cNvCxnSpPr>
          <p:nvPr/>
        </p:nvCxnSpPr>
        <p:spPr>
          <a:xfrm>
            <a:off x="876369" y="2232944"/>
            <a:ext cx="6450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C7C8A43-8096-46E0-842C-0AE2F5D18CE1}"/>
              </a:ext>
            </a:extLst>
          </p:cNvPr>
          <p:cNvCxnSpPr>
            <a:cxnSpLocks/>
          </p:cNvCxnSpPr>
          <p:nvPr/>
        </p:nvCxnSpPr>
        <p:spPr>
          <a:xfrm>
            <a:off x="876369" y="2630501"/>
            <a:ext cx="6380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7401412C-FEF4-42E8-8F46-A7F6DB76A3CB}"/>
              </a:ext>
            </a:extLst>
          </p:cNvPr>
          <p:cNvSpPr/>
          <p:nvPr/>
        </p:nvSpPr>
        <p:spPr>
          <a:xfrm>
            <a:off x="2229714" y="1878578"/>
            <a:ext cx="701407" cy="334593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68B1427-3D67-4D6E-B92E-F278850A5807}"/>
              </a:ext>
            </a:extLst>
          </p:cNvPr>
          <p:cNvGrpSpPr/>
          <p:nvPr/>
        </p:nvGrpSpPr>
        <p:grpSpPr>
          <a:xfrm>
            <a:off x="2229714" y="4330373"/>
            <a:ext cx="4636701" cy="826576"/>
            <a:chOff x="2222848" y="4364780"/>
            <a:chExt cx="4636701" cy="82657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968267F-EE2A-4AE9-A4EB-C556CFC363A6}"/>
                </a:ext>
              </a:extLst>
            </p:cNvPr>
            <p:cNvSpPr txBox="1"/>
            <p:nvPr/>
          </p:nvSpPr>
          <p:spPr>
            <a:xfrm>
              <a:off x="4480075" y="4364780"/>
              <a:ext cx="1034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 ………   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F6F5A6-B062-493A-9537-2CBF12DD88D0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48" y="4601951"/>
              <a:ext cx="2369751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CF288A1-9692-4FF3-80EE-E395FB4ED5A6}"/>
                </a:ext>
              </a:extLst>
            </p:cNvPr>
            <p:cNvCxnSpPr>
              <a:cxnSpLocks/>
            </p:cNvCxnSpPr>
            <p:nvPr/>
          </p:nvCxnSpPr>
          <p:spPr>
            <a:xfrm>
              <a:off x="2393833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9BE332D-E61E-4051-9335-DA580556AE64}"/>
                </a:ext>
              </a:extLst>
            </p:cNvPr>
            <p:cNvCxnSpPr>
              <a:cxnSpLocks/>
            </p:cNvCxnSpPr>
            <p:nvPr/>
          </p:nvCxnSpPr>
          <p:spPr>
            <a:xfrm>
              <a:off x="3133330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6F21072-2BCB-479E-BCDA-A06DB21DBE60}"/>
                </a:ext>
              </a:extLst>
            </p:cNvPr>
            <p:cNvCxnSpPr>
              <a:cxnSpLocks/>
            </p:cNvCxnSpPr>
            <p:nvPr/>
          </p:nvCxnSpPr>
          <p:spPr>
            <a:xfrm>
              <a:off x="3842328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995F14E-9755-4F45-831E-D0AED101BDCC}"/>
                </a:ext>
              </a:extLst>
            </p:cNvPr>
            <p:cNvCxnSpPr>
              <a:cxnSpLocks/>
            </p:cNvCxnSpPr>
            <p:nvPr/>
          </p:nvCxnSpPr>
          <p:spPr>
            <a:xfrm>
              <a:off x="4554103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2903612-BB32-4266-A8F2-59FC7315890E}"/>
                </a:ext>
              </a:extLst>
            </p:cNvPr>
            <p:cNvCxnSpPr>
              <a:cxnSpLocks/>
            </p:cNvCxnSpPr>
            <p:nvPr/>
          </p:nvCxnSpPr>
          <p:spPr>
            <a:xfrm>
              <a:off x="5274763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4FBE99F-2A26-44AB-A871-61F543DFEB95}"/>
                </a:ext>
              </a:extLst>
            </p:cNvPr>
            <p:cNvCxnSpPr>
              <a:cxnSpLocks/>
            </p:cNvCxnSpPr>
            <p:nvPr/>
          </p:nvCxnSpPr>
          <p:spPr>
            <a:xfrm>
              <a:off x="6009523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D7D66DB-2A3C-4906-9903-0939EEE3D13D}"/>
                </a:ext>
              </a:extLst>
            </p:cNvPr>
            <p:cNvCxnSpPr>
              <a:cxnSpLocks/>
            </p:cNvCxnSpPr>
            <p:nvPr/>
          </p:nvCxnSpPr>
          <p:spPr>
            <a:xfrm>
              <a:off x="6733423" y="4463616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C3EC374-E4EE-4213-859F-45316372E264}"/>
                </a:ext>
              </a:extLst>
            </p:cNvPr>
            <p:cNvCxnSpPr>
              <a:cxnSpLocks/>
            </p:cNvCxnSpPr>
            <p:nvPr/>
          </p:nvCxnSpPr>
          <p:spPr>
            <a:xfrm>
              <a:off x="5206009" y="4601951"/>
              <a:ext cx="16535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E052B8A-3D70-4B38-9424-936ECCF6E991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48" y="5051540"/>
              <a:ext cx="2369751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F40A707-3B3E-4B98-9194-461925EA1105}"/>
                </a:ext>
              </a:extLst>
            </p:cNvPr>
            <p:cNvCxnSpPr>
              <a:cxnSpLocks/>
            </p:cNvCxnSpPr>
            <p:nvPr/>
          </p:nvCxnSpPr>
          <p:spPr>
            <a:xfrm>
              <a:off x="2393833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689EEF5-370D-49B4-A0CB-876D38F1DDC4}"/>
                </a:ext>
              </a:extLst>
            </p:cNvPr>
            <p:cNvCxnSpPr>
              <a:cxnSpLocks/>
            </p:cNvCxnSpPr>
            <p:nvPr/>
          </p:nvCxnSpPr>
          <p:spPr>
            <a:xfrm>
              <a:off x="3133330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2D86FB4-B047-429B-A5B2-B12C1AE20A88}"/>
                </a:ext>
              </a:extLst>
            </p:cNvPr>
            <p:cNvCxnSpPr>
              <a:cxnSpLocks/>
            </p:cNvCxnSpPr>
            <p:nvPr/>
          </p:nvCxnSpPr>
          <p:spPr>
            <a:xfrm>
              <a:off x="3842328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B1A2649-5981-4BD9-A405-D7C239C74A52}"/>
                </a:ext>
              </a:extLst>
            </p:cNvPr>
            <p:cNvCxnSpPr>
              <a:cxnSpLocks/>
            </p:cNvCxnSpPr>
            <p:nvPr/>
          </p:nvCxnSpPr>
          <p:spPr>
            <a:xfrm>
              <a:off x="4554103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E8D1C21-D94F-4524-B80D-F8E886C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5274763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C2C517-4D29-4623-83B9-2156B6392447}"/>
                </a:ext>
              </a:extLst>
            </p:cNvPr>
            <p:cNvCxnSpPr>
              <a:cxnSpLocks/>
            </p:cNvCxnSpPr>
            <p:nvPr/>
          </p:nvCxnSpPr>
          <p:spPr>
            <a:xfrm>
              <a:off x="6009523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05BE944-C0A7-46D1-818A-59AE0AC105E4}"/>
                </a:ext>
              </a:extLst>
            </p:cNvPr>
            <p:cNvCxnSpPr>
              <a:cxnSpLocks/>
            </p:cNvCxnSpPr>
            <p:nvPr/>
          </p:nvCxnSpPr>
          <p:spPr>
            <a:xfrm>
              <a:off x="6733423" y="4913205"/>
              <a:ext cx="0" cy="1383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404A209-1240-4215-A520-34646021C25F}"/>
                </a:ext>
              </a:extLst>
            </p:cNvPr>
            <p:cNvCxnSpPr>
              <a:cxnSpLocks/>
            </p:cNvCxnSpPr>
            <p:nvPr/>
          </p:nvCxnSpPr>
          <p:spPr>
            <a:xfrm>
              <a:off x="5206009" y="5051540"/>
              <a:ext cx="165354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7FF1F09-E4CD-4EBE-9414-DA4A79A23293}"/>
                </a:ext>
              </a:extLst>
            </p:cNvPr>
            <p:cNvSpPr txBox="1"/>
            <p:nvPr/>
          </p:nvSpPr>
          <p:spPr>
            <a:xfrm>
              <a:off x="4480075" y="4791246"/>
              <a:ext cx="1034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 ………   </a:t>
              </a: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8F3C360-AE29-4FD5-ADC4-B1EBF0FE87F1}"/>
              </a:ext>
            </a:extLst>
          </p:cNvPr>
          <p:cNvSpPr/>
          <p:nvPr/>
        </p:nvSpPr>
        <p:spPr>
          <a:xfrm>
            <a:off x="5616407" y="3218632"/>
            <a:ext cx="1458657" cy="342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7E3DC45-596C-45F7-B30E-65EBE1049EAE}"/>
              </a:ext>
            </a:extLst>
          </p:cNvPr>
          <p:cNvSpPr/>
          <p:nvPr/>
        </p:nvSpPr>
        <p:spPr>
          <a:xfrm>
            <a:off x="557934" y="3530550"/>
            <a:ext cx="1434336" cy="342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B2B3A2-9CC6-465B-96D7-CF5852F77E72}"/>
              </a:ext>
            </a:extLst>
          </p:cNvPr>
          <p:cNvSpPr/>
          <p:nvPr/>
        </p:nvSpPr>
        <p:spPr>
          <a:xfrm>
            <a:off x="4725958" y="3390009"/>
            <a:ext cx="668768" cy="3427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2217100-7EA4-4021-BAED-C0712DA915DE}"/>
              </a:ext>
            </a:extLst>
          </p:cNvPr>
          <p:cNvCxnSpPr>
            <a:cxnSpLocks/>
          </p:cNvCxnSpPr>
          <p:nvPr/>
        </p:nvCxnSpPr>
        <p:spPr>
          <a:xfrm>
            <a:off x="2363204" y="4209046"/>
            <a:ext cx="1481726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FA88674-1325-40A7-8571-8D3C9D41776E}"/>
              </a:ext>
            </a:extLst>
          </p:cNvPr>
          <p:cNvCxnSpPr>
            <a:cxnSpLocks/>
          </p:cNvCxnSpPr>
          <p:nvPr/>
        </p:nvCxnSpPr>
        <p:spPr>
          <a:xfrm>
            <a:off x="5281629" y="4209046"/>
            <a:ext cx="1458660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766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roup 342">
            <a:extLst>
              <a:ext uri="{FF2B5EF4-FFF2-40B4-BE49-F238E27FC236}">
                <a16:creationId xmlns:a16="http://schemas.microsoft.com/office/drawing/2014/main" id="{F9E0D67C-4230-4C07-8F6B-9E565C952B5E}"/>
              </a:ext>
            </a:extLst>
          </p:cNvPr>
          <p:cNvGrpSpPr/>
          <p:nvPr/>
        </p:nvGrpSpPr>
        <p:grpSpPr>
          <a:xfrm>
            <a:off x="1962507" y="1408998"/>
            <a:ext cx="6917124" cy="3682970"/>
            <a:chOff x="1962507" y="1408998"/>
            <a:chExt cx="6917124" cy="368297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622911C-6133-43AB-A810-6F95B882438D}"/>
                </a:ext>
              </a:extLst>
            </p:cNvPr>
            <p:cNvGrpSpPr/>
            <p:nvPr/>
          </p:nvGrpSpPr>
          <p:grpSpPr>
            <a:xfrm>
              <a:off x="1962507" y="1943157"/>
              <a:ext cx="6917124" cy="3148811"/>
              <a:chOff x="590907" y="1982913"/>
              <a:chExt cx="6917124" cy="3148811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ECE558F-2C36-4C76-8B97-CC8CA65C643E}"/>
                  </a:ext>
                </a:extLst>
              </p:cNvPr>
              <p:cNvGrpSpPr/>
              <p:nvPr/>
            </p:nvGrpSpPr>
            <p:grpSpPr>
              <a:xfrm>
                <a:off x="590907" y="1982913"/>
                <a:ext cx="6917124" cy="3148811"/>
                <a:chOff x="590907" y="1982913"/>
                <a:chExt cx="6917124" cy="3148811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5F1542F5-74C0-4662-A822-65870BF3CB65}"/>
                    </a:ext>
                  </a:extLst>
                </p:cNvPr>
                <p:cNvSpPr/>
                <p:nvPr/>
              </p:nvSpPr>
              <p:spPr>
                <a:xfrm>
                  <a:off x="1068476" y="246226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D5D2C8D-9832-412E-96C6-C117D3C5992A}"/>
                    </a:ext>
                  </a:extLst>
                </p:cNvPr>
                <p:cNvSpPr/>
                <p:nvPr/>
              </p:nvSpPr>
              <p:spPr>
                <a:xfrm>
                  <a:off x="1585966" y="2462260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00BD93C-F590-46A8-8EB2-8EAEA6DE08BB}"/>
                    </a:ext>
                  </a:extLst>
                </p:cNvPr>
                <p:cNvSpPr/>
                <p:nvPr/>
              </p:nvSpPr>
              <p:spPr>
                <a:xfrm>
                  <a:off x="2103456" y="246226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96A281B-755F-4D08-942E-06BCD6BD4CE5}"/>
                    </a:ext>
                  </a:extLst>
                </p:cNvPr>
                <p:cNvSpPr/>
                <p:nvPr/>
              </p:nvSpPr>
              <p:spPr>
                <a:xfrm>
                  <a:off x="2620946" y="2462259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FE6165E-BDF5-403F-8FA8-332C6E55DC1C}"/>
                    </a:ext>
                  </a:extLst>
                </p:cNvPr>
                <p:cNvSpPr/>
                <p:nvPr/>
              </p:nvSpPr>
              <p:spPr>
                <a:xfrm>
                  <a:off x="1068476" y="271849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22CC297F-F153-46E4-8DF8-7CA05ABCCC4D}"/>
                    </a:ext>
                  </a:extLst>
                </p:cNvPr>
                <p:cNvSpPr/>
                <p:nvPr/>
              </p:nvSpPr>
              <p:spPr>
                <a:xfrm>
                  <a:off x="1585966" y="2718493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A4D9C0B6-F4A5-4FF1-ADA8-E3E37FA8006C}"/>
                    </a:ext>
                  </a:extLst>
                </p:cNvPr>
                <p:cNvSpPr/>
                <p:nvPr/>
              </p:nvSpPr>
              <p:spPr>
                <a:xfrm>
                  <a:off x="2103456" y="271849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F0B931B3-607D-435C-80A4-7F214AB0AE69}"/>
                    </a:ext>
                  </a:extLst>
                </p:cNvPr>
                <p:cNvSpPr/>
                <p:nvPr/>
              </p:nvSpPr>
              <p:spPr>
                <a:xfrm>
                  <a:off x="2620946" y="271849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C49344D1-66ED-4E8D-9868-1B386E271D53}"/>
                    </a:ext>
                  </a:extLst>
                </p:cNvPr>
                <p:cNvSpPr/>
                <p:nvPr/>
              </p:nvSpPr>
              <p:spPr>
                <a:xfrm>
                  <a:off x="1068476" y="2974726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14E62154-AE40-46D1-8854-76D14730302D}"/>
                    </a:ext>
                  </a:extLst>
                </p:cNvPr>
                <p:cNvSpPr/>
                <p:nvPr/>
              </p:nvSpPr>
              <p:spPr>
                <a:xfrm>
                  <a:off x="1585966" y="297472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69D4081D-03F4-434C-A54C-1905BA23ED43}"/>
                    </a:ext>
                  </a:extLst>
                </p:cNvPr>
                <p:cNvSpPr/>
                <p:nvPr/>
              </p:nvSpPr>
              <p:spPr>
                <a:xfrm>
                  <a:off x="2103456" y="297472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8C0A09EA-1F70-4EBF-822B-94C54C6F1B98}"/>
                    </a:ext>
                  </a:extLst>
                </p:cNvPr>
                <p:cNvSpPr/>
                <p:nvPr/>
              </p:nvSpPr>
              <p:spPr>
                <a:xfrm>
                  <a:off x="2620946" y="297472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D380C9D8-9EFD-470E-A7D8-A65BDDCEF321}"/>
                    </a:ext>
                  </a:extLst>
                </p:cNvPr>
                <p:cNvSpPr/>
                <p:nvPr/>
              </p:nvSpPr>
              <p:spPr>
                <a:xfrm>
                  <a:off x="1068476" y="321253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77716FF7-68F5-481F-9DD8-F9F43FAB7203}"/>
                    </a:ext>
                  </a:extLst>
                </p:cNvPr>
                <p:cNvSpPr/>
                <p:nvPr/>
              </p:nvSpPr>
              <p:spPr>
                <a:xfrm>
                  <a:off x="1585966" y="3212537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C472FAE7-C6B1-4F99-BC7D-21A391931ED0}"/>
                    </a:ext>
                  </a:extLst>
                </p:cNvPr>
                <p:cNvSpPr/>
                <p:nvPr/>
              </p:nvSpPr>
              <p:spPr>
                <a:xfrm>
                  <a:off x="2103456" y="3212537"/>
                  <a:ext cx="517490" cy="256233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8C366903-AF39-4FA0-B648-F353DF4A53BF}"/>
                    </a:ext>
                  </a:extLst>
                </p:cNvPr>
                <p:cNvSpPr/>
                <p:nvPr/>
              </p:nvSpPr>
              <p:spPr>
                <a:xfrm>
                  <a:off x="2620946" y="321253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63B69F8A-4EB5-487D-B302-DA8B6EFB3A84}"/>
                    </a:ext>
                  </a:extLst>
                </p:cNvPr>
                <p:cNvSpPr/>
                <p:nvPr/>
              </p:nvSpPr>
              <p:spPr>
                <a:xfrm>
                  <a:off x="1068476" y="346877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0A6514B8-7BD1-474C-B2E1-E5D933212252}"/>
                    </a:ext>
                  </a:extLst>
                </p:cNvPr>
                <p:cNvSpPr/>
                <p:nvPr/>
              </p:nvSpPr>
              <p:spPr>
                <a:xfrm>
                  <a:off x="1585966" y="3468770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807FA54C-1EDF-4042-89E4-A7F5731C864B}"/>
                    </a:ext>
                  </a:extLst>
                </p:cNvPr>
                <p:cNvSpPr/>
                <p:nvPr/>
              </p:nvSpPr>
              <p:spPr>
                <a:xfrm>
                  <a:off x="2103456" y="346877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C8500371-757F-4EC7-B1C4-126FAE94A711}"/>
                    </a:ext>
                  </a:extLst>
                </p:cNvPr>
                <p:cNvSpPr/>
                <p:nvPr/>
              </p:nvSpPr>
              <p:spPr>
                <a:xfrm>
                  <a:off x="2620946" y="346876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491C9D1-79E5-4CEC-AD48-CE1C4AD127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4876" y="1982913"/>
                      <a:ext cx="254214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1: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=4</a:t>
                      </a:r>
                    </a:p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(minimum sampling rate)</a:t>
                      </a: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491C9D1-79E5-4CEC-AD48-CE1C4AD127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4876" y="1982913"/>
                      <a:ext cx="2542141" cy="52322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3488" b="-930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4CE4F541-298B-4D29-BCC5-3D43C7CE4578}"/>
                    </a:ext>
                  </a:extLst>
                </p:cNvPr>
                <p:cNvSpPr/>
                <p:nvPr/>
              </p:nvSpPr>
              <p:spPr>
                <a:xfrm>
                  <a:off x="5438071" y="242413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25532AC8-1F41-4139-A7B0-5E947352EF23}"/>
                    </a:ext>
                  </a:extLst>
                </p:cNvPr>
                <p:cNvSpPr/>
                <p:nvPr/>
              </p:nvSpPr>
              <p:spPr>
                <a:xfrm>
                  <a:off x="5955561" y="242412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32CB2022-070C-4A8C-8EE5-FC5A35CCFE18}"/>
                    </a:ext>
                  </a:extLst>
                </p:cNvPr>
                <p:cNvSpPr/>
                <p:nvPr/>
              </p:nvSpPr>
              <p:spPr>
                <a:xfrm>
                  <a:off x="6473051" y="242412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ADAA3FE9-03C6-439E-84D0-B52572AF8A60}"/>
                    </a:ext>
                  </a:extLst>
                </p:cNvPr>
                <p:cNvSpPr/>
                <p:nvPr/>
              </p:nvSpPr>
              <p:spPr>
                <a:xfrm>
                  <a:off x="6990541" y="2424128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0C4FA8E8-548A-49EE-A59E-86AC468CFB7F}"/>
                    </a:ext>
                  </a:extLst>
                </p:cNvPr>
                <p:cNvSpPr/>
                <p:nvPr/>
              </p:nvSpPr>
              <p:spPr>
                <a:xfrm>
                  <a:off x="5438071" y="268036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E95609B7-3544-4A0A-A85F-5378DEBB30D0}"/>
                    </a:ext>
                  </a:extLst>
                </p:cNvPr>
                <p:cNvSpPr/>
                <p:nvPr/>
              </p:nvSpPr>
              <p:spPr>
                <a:xfrm>
                  <a:off x="5955561" y="268036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27A73B6F-61EA-442F-A0AC-7F2F093FFC0F}"/>
                    </a:ext>
                  </a:extLst>
                </p:cNvPr>
                <p:cNvSpPr/>
                <p:nvPr/>
              </p:nvSpPr>
              <p:spPr>
                <a:xfrm>
                  <a:off x="6473051" y="268036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02E8BCB8-9D34-4F08-A81F-9ADB55D44C10}"/>
                    </a:ext>
                  </a:extLst>
                </p:cNvPr>
                <p:cNvSpPr/>
                <p:nvPr/>
              </p:nvSpPr>
              <p:spPr>
                <a:xfrm>
                  <a:off x="6990541" y="2680361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95EE8DA1-9776-4D26-A17A-41B38E36E061}"/>
                    </a:ext>
                  </a:extLst>
                </p:cNvPr>
                <p:cNvSpPr/>
                <p:nvPr/>
              </p:nvSpPr>
              <p:spPr>
                <a:xfrm>
                  <a:off x="5438071" y="2936596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FCD6125D-BFDA-4066-8D09-C1812A3863AC}"/>
                    </a:ext>
                  </a:extLst>
                </p:cNvPr>
                <p:cNvSpPr/>
                <p:nvPr/>
              </p:nvSpPr>
              <p:spPr>
                <a:xfrm>
                  <a:off x="5955561" y="293659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BC3D30CA-D45E-415D-BC3E-56C02DBEC46C}"/>
                    </a:ext>
                  </a:extLst>
                </p:cNvPr>
                <p:cNvSpPr/>
                <p:nvPr/>
              </p:nvSpPr>
              <p:spPr>
                <a:xfrm>
                  <a:off x="6473051" y="293659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796BC94C-7865-44D8-BC14-ED53B8193EF3}"/>
                    </a:ext>
                  </a:extLst>
                </p:cNvPr>
                <p:cNvSpPr/>
                <p:nvPr/>
              </p:nvSpPr>
              <p:spPr>
                <a:xfrm>
                  <a:off x="6990541" y="293659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3703BAA5-26DB-4C8C-92E2-60FF8E8C13BB}"/>
                    </a:ext>
                  </a:extLst>
                </p:cNvPr>
                <p:cNvSpPr/>
                <p:nvPr/>
              </p:nvSpPr>
              <p:spPr>
                <a:xfrm>
                  <a:off x="5438071" y="319282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B1C9F580-0678-41C3-B60F-9DEF7E9C67E9}"/>
                    </a:ext>
                  </a:extLst>
                </p:cNvPr>
                <p:cNvSpPr/>
                <p:nvPr/>
              </p:nvSpPr>
              <p:spPr>
                <a:xfrm>
                  <a:off x="5955561" y="3192827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2FCF002D-FFEC-4B83-B105-53CC98999292}"/>
                    </a:ext>
                  </a:extLst>
                </p:cNvPr>
                <p:cNvSpPr/>
                <p:nvPr/>
              </p:nvSpPr>
              <p:spPr>
                <a:xfrm>
                  <a:off x="6473051" y="3192827"/>
                  <a:ext cx="517490" cy="256233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664AFCE7-ED70-42B6-A3B4-69110E7DE50D}"/>
                    </a:ext>
                  </a:extLst>
                </p:cNvPr>
                <p:cNvSpPr/>
                <p:nvPr/>
              </p:nvSpPr>
              <p:spPr>
                <a:xfrm>
                  <a:off x="6990541" y="319282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01DCEC0D-D7B8-4456-977D-CCA5B4EE977B}"/>
                    </a:ext>
                  </a:extLst>
                </p:cNvPr>
                <p:cNvSpPr/>
                <p:nvPr/>
              </p:nvSpPr>
              <p:spPr>
                <a:xfrm>
                  <a:off x="5438071" y="344906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1335DB8D-53E2-41B4-A869-D05DF31CABA5}"/>
                    </a:ext>
                  </a:extLst>
                </p:cNvPr>
                <p:cNvSpPr/>
                <p:nvPr/>
              </p:nvSpPr>
              <p:spPr>
                <a:xfrm>
                  <a:off x="5955561" y="344906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5F89362A-09B7-471D-9D09-5901D2EFB864}"/>
                    </a:ext>
                  </a:extLst>
                </p:cNvPr>
                <p:cNvSpPr/>
                <p:nvPr/>
              </p:nvSpPr>
              <p:spPr>
                <a:xfrm>
                  <a:off x="6473051" y="344906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EB5D9218-273C-471A-8DC7-EFD5E22157D2}"/>
                    </a:ext>
                  </a:extLst>
                </p:cNvPr>
                <p:cNvSpPr/>
                <p:nvPr/>
              </p:nvSpPr>
              <p:spPr>
                <a:xfrm>
                  <a:off x="6990541" y="344905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6A687621-E7EF-4BC0-A899-B1FF5655E166}"/>
                    </a:ext>
                  </a:extLst>
                </p:cNvPr>
                <p:cNvSpPr/>
                <p:nvPr/>
              </p:nvSpPr>
              <p:spPr>
                <a:xfrm>
                  <a:off x="5438071" y="370529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1D578B01-D5B3-4C75-B9B9-0A1D93A457C7}"/>
                    </a:ext>
                  </a:extLst>
                </p:cNvPr>
                <p:cNvSpPr/>
                <p:nvPr/>
              </p:nvSpPr>
              <p:spPr>
                <a:xfrm>
                  <a:off x="5955561" y="370529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9FC3A4D8-21CD-469B-B186-95821FD6BD5F}"/>
                    </a:ext>
                  </a:extLst>
                </p:cNvPr>
                <p:cNvSpPr/>
                <p:nvPr/>
              </p:nvSpPr>
              <p:spPr>
                <a:xfrm>
                  <a:off x="6473051" y="370529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7AD07E51-A4C4-4C4F-8B7B-5BAA2627D780}"/>
                    </a:ext>
                  </a:extLst>
                </p:cNvPr>
                <p:cNvSpPr/>
                <p:nvPr/>
              </p:nvSpPr>
              <p:spPr>
                <a:xfrm>
                  <a:off x="6990541" y="370529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80DD4003-FA1C-4E5C-8668-A77FB2EB1B62}"/>
                    </a:ext>
                  </a:extLst>
                </p:cNvPr>
                <p:cNvSpPr/>
                <p:nvPr/>
              </p:nvSpPr>
              <p:spPr>
                <a:xfrm>
                  <a:off x="5438071" y="394309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A5A46B7C-8EF3-4AFD-8350-9994AA75DF8E}"/>
                    </a:ext>
                  </a:extLst>
                </p:cNvPr>
                <p:cNvSpPr/>
                <p:nvPr/>
              </p:nvSpPr>
              <p:spPr>
                <a:xfrm>
                  <a:off x="5955561" y="3943094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DBAFED55-63BC-43D3-A89B-ADD245C814E2}"/>
                    </a:ext>
                  </a:extLst>
                </p:cNvPr>
                <p:cNvSpPr/>
                <p:nvPr/>
              </p:nvSpPr>
              <p:spPr>
                <a:xfrm>
                  <a:off x="6473051" y="394309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09D606A1-40E5-461D-9CA3-DDD22FC067C9}"/>
                    </a:ext>
                  </a:extLst>
                </p:cNvPr>
                <p:cNvSpPr/>
                <p:nvPr/>
              </p:nvSpPr>
              <p:spPr>
                <a:xfrm>
                  <a:off x="6990541" y="394309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A386ACBF-56CF-4B72-BC67-1F29480A1F8F}"/>
                    </a:ext>
                  </a:extLst>
                </p:cNvPr>
                <p:cNvSpPr/>
                <p:nvPr/>
              </p:nvSpPr>
              <p:spPr>
                <a:xfrm>
                  <a:off x="5438071" y="4199327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A4FA4C32-0BE8-4223-B378-EDAB9B58E18F}"/>
                    </a:ext>
                  </a:extLst>
                </p:cNvPr>
                <p:cNvSpPr/>
                <p:nvPr/>
              </p:nvSpPr>
              <p:spPr>
                <a:xfrm>
                  <a:off x="5955561" y="419932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40152D6B-8FB5-4EED-8059-90E6222E2E49}"/>
                    </a:ext>
                  </a:extLst>
                </p:cNvPr>
                <p:cNvSpPr/>
                <p:nvPr/>
              </p:nvSpPr>
              <p:spPr>
                <a:xfrm>
                  <a:off x="6473051" y="419932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C7FA1502-BC21-43D1-91A0-2732D1CECB27}"/>
                    </a:ext>
                  </a:extLst>
                </p:cNvPr>
                <p:cNvSpPr/>
                <p:nvPr/>
              </p:nvSpPr>
              <p:spPr>
                <a:xfrm>
                  <a:off x="6990541" y="419932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70E1ABC7-4DC4-401D-93CF-AE0FB1C7F84A}"/>
                    </a:ext>
                  </a:extLst>
                </p:cNvPr>
                <p:cNvSpPr/>
                <p:nvPr/>
              </p:nvSpPr>
              <p:spPr>
                <a:xfrm>
                  <a:off x="5438071" y="445555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BC7DB30A-779B-48B9-A54F-E799414BBDBD}"/>
                    </a:ext>
                  </a:extLst>
                </p:cNvPr>
                <p:cNvSpPr/>
                <p:nvPr/>
              </p:nvSpPr>
              <p:spPr>
                <a:xfrm>
                  <a:off x="5955561" y="4455558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9B4719C4-D823-4E4C-B62B-42E23153464F}"/>
                    </a:ext>
                  </a:extLst>
                </p:cNvPr>
                <p:cNvSpPr/>
                <p:nvPr/>
              </p:nvSpPr>
              <p:spPr>
                <a:xfrm>
                  <a:off x="6473051" y="445555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00812C05-4155-4194-817E-139AA847DC2C}"/>
                    </a:ext>
                  </a:extLst>
                </p:cNvPr>
                <p:cNvSpPr/>
                <p:nvPr/>
              </p:nvSpPr>
              <p:spPr>
                <a:xfrm>
                  <a:off x="6990541" y="445555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3FC65862-3A5F-4960-9CFB-9A15570DA5C3}"/>
                    </a:ext>
                  </a:extLst>
                </p:cNvPr>
                <p:cNvSpPr/>
                <p:nvPr/>
              </p:nvSpPr>
              <p:spPr>
                <a:xfrm>
                  <a:off x="5438071" y="471179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3A8BB8C4-5F8E-4E53-867F-FBD2A792C2F4}"/>
                    </a:ext>
                  </a:extLst>
                </p:cNvPr>
                <p:cNvSpPr/>
                <p:nvPr/>
              </p:nvSpPr>
              <p:spPr>
                <a:xfrm>
                  <a:off x="5955561" y="4711790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9E85CA39-87E0-4721-A51E-52FEE77C7261}"/>
                    </a:ext>
                  </a:extLst>
                </p:cNvPr>
                <p:cNvSpPr/>
                <p:nvPr/>
              </p:nvSpPr>
              <p:spPr>
                <a:xfrm>
                  <a:off x="6473051" y="471179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2AFAE49D-7105-430F-BD89-BFB109447BB6}"/>
                    </a:ext>
                  </a:extLst>
                </p:cNvPr>
                <p:cNvSpPr/>
                <p:nvPr/>
              </p:nvSpPr>
              <p:spPr>
                <a:xfrm>
                  <a:off x="6990541" y="471178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54DE6EDC-0F84-480C-93CC-09706D3A7C70}"/>
                    </a:ext>
                  </a:extLst>
                </p:cNvPr>
                <p:cNvSpPr/>
                <p:nvPr/>
              </p:nvSpPr>
              <p:spPr>
                <a:xfrm>
                  <a:off x="3256212" y="244808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7689E241-74AA-473E-85C8-7B497FF920B3}"/>
                    </a:ext>
                  </a:extLst>
                </p:cNvPr>
                <p:cNvSpPr/>
                <p:nvPr/>
              </p:nvSpPr>
              <p:spPr>
                <a:xfrm>
                  <a:off x="3773702" y="2448083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048BA12B-B4F3-4E34-B639-DA500D4EBFC3}"/>
                    </a:ext>
                  </a:extLst>
                </p:cNvPr>
                <p:cNvSpPr/>
                <p:nvPr/>
              </p:nvSpPr>
              <p:spPr>
                <a:xfrm>
                  <a:off x="4291192" y="244808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44886EEB-E876-4413-895D-1098D9740A68}"/>
                    </a:ext>
                  </a:extLst>
                </p:cNvPr>
                <p:cNvSpPr/>
                <p:nvPr/>
              </p:nvSpPr>
              <p:spPr>
                <a:xfrm>
                  <a:off x="4808682" y="2448082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72BEA027-F7F3-4B40-870C-E4BE0EEB9E73}"/>
                    </a:ext>
                  </a:extLst>
                </p:cNvPr>
                <p:cNvSpPr/>
                <p:nvPr/>
              </p:nvSpPr>
              <p:spPr>
                <a:xfrm>
                  <a:off x="3256212" y="270431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89E2F3AA-DA32-4111-B3B7-E18CE5BBD9DB}"/>
                    </a:ext>
                  </a:extLst>
                </p:cNvPr>
                <p:cNvSpPr/>
                <p:nvPr/>
              </p:nvSpPr>
              <p:spPr>
                <a:xfrm>
                  <a:off x="3773702" y="270431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2CFF5263-BC12-416A-A5CE-13E780107A58}"/>
                    </a:ext>
                  </a:extLst>
                </p:cNvPr>
                <p:cNvSpPr/>
                <p:nvPr/>
              </p:nvSpPr>
              <p:spPr>
                <a:xfrm>
                  <a:off x="4291192" y="2704316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9092D27A-8061-4064-9DA8-FE8D1060917C}"/>
                    </a:ext>
                  </a:extLst>
                </p:cNvPr>
                <p:cNvSpPr/>
                <p:nvPr/>
              </p:nvSpPr>
              <p:spPr>
                <a:xfrm>
                  <a:off x="4808682" y="270431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AEE8D5E0-7698-4E5D-9B5C-5B6436AC2E07}"/>
                    </a:ext>
                  </a:extLst>
                </p:cNvPr>
                <p:cNvSpPr/>
                <p:nvPr/>
              </p:nvSpPr>
              <p:spPr>
                <a:xfrm>
                  <a:off x="3256212" y="296055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7A34C9FD-9DBA-4BA8-8753-93EDC58328AF}"/>
                    </a:ext>
                  </a:extLst>
                </p:cNvPr>
                <p:cNvSpPr/>
                <p:nvPr/>
              </p:nvSpPr>
              <p:spPr>
                <a:xfrm>
                  <a:off x="3773702" y="296054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A7EA41B9-F9B8-42E7-ABDF-EA31387D4869}"/>
                    </a:ext>
                  </a:extLst>
                </p:cNvPr>
                <p:cNvSpPr/>
                <p:nvPr/>
              </p:nvSpPr>
              <p:spPr>
                <a:xfrm>
                  <a:off x="4291192" y="296054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6A7809C6-FB08-43CD-B538-A053EA4CDC34}"/>
                    </a:ext>
                  </a:extLst>
                </p:cNvPr>
                <p:cNvSpPr/>
                <p:nvPr/>
              </p:nvSpPr>
              <p:spPr>
                <a:xfrm>
                  <a:off x="4808682" y="2960548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B159999E-12E6-45E6-BB9F-125ED93C633D}"/>
                    </a:ext>
                  </a:extLst>
                </p:cNvPr>
                <p:cNvSpPr/>
                <p:nvPr/>
              </p:nvSpPr>
              <p:spPr>
                <a:xfrm>
                  <a:off x="3256212" y="321678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F35ECC66-7B59-4D92-98EB-D1BE8BBEADB2}"/>
                    </a:ext>
                  </a:extLst>
                </p:cNvPr>
                <p:cNvSpPr/>
                <p:nvPr/>
              </p:nvSpPr>
              <p:spPr>
                <a:xfrm>
                  <a:off x="3773702" y="321678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DA102475-26AF-478B-BA13-4ACA3CB234F2}"/>
                    </a:ext>
                  </a:extLst>
                </p:cNvPr>
                <p:cNvSpPr/>
                <p:nvPr/>
              </p:nvSpPr>
              <p:spPr>
                <a:xfrm>
                  <a:off x="4291192" y="321678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15C4412C-9CDF-4F08-BF70-6EEBCF494876}"/>
                    </a:ext>
                  </a:extLst>
                </p:cNvPr>
                <p:cNvSpPr/>
                <p:nvPr/>
              </p:nvSpPr>
              <p:spPr>
                <a:xfrm>
                  <a:off x="4808682" y="321678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0A58FE60-F10E-4172-A9F0-820CEE0D5CB1}"/>
                    </a:ext>
                  </a:extLst>
                </p:cNvPr>
                <p:cNvSpPr/>
                <p:nvPr/>
              </p:nvSpPr>
              <p:spPr>
                <a:xfrm>
                  <a:off x="3256212" y="347301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E88DC903-F317-4359-BEAB-099730D2B965}"/>
                    </a:ext>
                  </a:extLst>
                </p:cNvPr>
                <p:cNvSpPr/>
                <p:nvPr/>
              </p:nvSpPr>
              <p:spPr>
                <a:xfrm>
                  <a:off x="3773702" y="347301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4396EE5F-8B3F-41B3-806B-7CC9744D0E01}"/>
                    </a:ext>
                  </a:extLst>
                </p:cNvPr>
                <p:cNvSpPr/>
                <p:nvPr/>
              </p:nvSpPr>
              <p:spPr>
                <a:xfrm>
                  <a:off x="4291192" y="3473014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64991C0B-897D-4844-8ADD-C17BEE7679A3}"/>
                    </a:ext>
                  </a:extLst>
                </p:cNvPr>
                <p:cNvSpPr/>
                <p:nvPr/>
              </p:nvSpPr>
              <p:spPr>
                <a:xfrm>
                  <a:off x="4808682" y="347301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0A06C358-BA2E-48AE-ADD1-325F96BFD3D4}"/>
                    </a:ext>
                  </a:extLst>
                </p:cNvPr>
                <p:cNvSpPr/>
                <p:nvPr/>
              </p:nvSpPr>
              <p:spPr>
                <a:xfrm>
                  <a:off x="3256212" y="372924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D6BB366A-7C86-451E-A0A1-91B16E9D2DF6}"/>
                    </a:ext>
                  </a:extLst>
                </p:cNvPr>
                <p:cNvSpPr/>
                <p:nvPr/>
              </p:nvSpPr>
              <p:spPr>
                <a:xfrm>
                  <a:off x="3773702" y="3729246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50EB894A-6B57-4773-9987-A7A483802DC0}"/>
                    </a:ext>
                  </a:extLst>
                </p:cNvPr>
                <p:cNvSpPr/>
                <p:nvPr/>
              </p:nvSpPr>
              <p:spPr>
                <a:xfrm>
                  <a:off x="4291192" y="372924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BEA8E59A-9B80-4EA3-BAC6-7498FCB0FFEC}"/>
                    </a:ext>
                  </a:extLst>
                </p:cNvPr>
                <p:cNvSpPr/>
                <p:nvPr/>
              </p:nvSpPr>
              <p:spPr>
                <a:xfrm>
                  <a:off x="4808682" y="3729245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20222F2D-C6DE-4585-9914-A7361A9FE93A}"/>
                    </a:ext>
                  </a:extLst>
                </p:cNvPr>
                <p:cNvSpPr/>
                <p:nvPr/>
              </p:nvSpPr>
              <p:spPr>
                <a:xfrm>
                  <a:off x="3256212" y="396704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0DAD270F-F230-4E08-A6D3-C7206DD9A64B}"/>
                    </a:ext>
                  </a:extLst>
                </p:cNvPr>
                <p:cNvSpPr/>
                <p:nvPr/>
              </p:nvSpPr>
              <p:spPr>
                <a:xfrm>
                  <a:off x="3773702" y="396704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FACD3558-4F2D-49BC-9A7C-0DCDEB71F67F}"/>
                    </a:ext>
                  </a:extLst>
                </p:cNvPr>
                <p:cNvSpPr/>
                <p:nvPr/>
              </p:nvSpPr>
              <p:spPr>
                <a:xfrm>
                  <a:off x="4291192" y="3967048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21D5F993-9F28-47E2-A35B-5DE0F51ED290}"/>
                    </a:ext>
                  </a:extLst>
                </p:cNvPr>
                <p:cNvSpPr/>
                <p:nvPr/>
              </p:nvSpPr>
              <p:spPr>
                <a:xfrm>
                  <a:off x="4808682" y="396704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D8FBB645-13E1-45F1-9CB9-50321F3379AA}"/>
                    </a:ext>
                  </a:extLst>
                </p:cNvPr>
                <p:cNvSpPr/>
                <p:nvPr/>
              </p:nvSpPr>
              <p:spPr>
                <a:xfrm>
                  <a:off x="3256212" y="422328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BD18F4BD-D67A-474B-902E-9317CFC13ACA}"/>
                    </a:ext>
                  </a:extLst>
                </p:cNvPr>
                <p:cNvSpPr/>
                <p:nvPr/>
              </p:nvSpPr>
              <p:spPr>
                <a:xfrm>
                  <a:off x="3773702" y="422328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8137ED65-E934-41EA-BE87-581014A6EB36}"/>
                    </a:ext>
                  </a:extLst>
                </p:cNvPr>
                <p:cNvSpPr/>
                <p:nvPr/>
              </p:nvSpPr>
              <p:spPr>
                <a:xfrm>
                  <a:off x="4291192" y="422328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4F8A1744-0673-4324-A1A1-690C01DA81C5}"/>
                    </a:ext>
                  </a:extLst>
                </p:cNvPr>
                <p:cNvSpPr/>
                <p:nvPr/>
              </p:nvSpPr>
              <p:spPr>
                <a:xfrm>
                  <a:off x="4808682" y="422327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5A556632-AC19-4337-B743-D4163160AEF8}"/>
                    </a:ext>
                  </a:extLst>
                </p:cNvPr>
                <p:cNvSpPr/>
                <p:nvPr/>
              </p:nvSpPr>
              <p:spPr>
                <a:xfrm>
                  <a:off x="3256212" y="4479513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7FBCFC8A-80EA-4D80-BB6E-92A723A68F96}"/>
                    </a:ext>
                  </a:extLst>
                </p:cNvPr>
                <p:cNvSpPr/>
                <p:nvPr/>
              </p:nvSpPr>
              <p:spPr>
                <a:xfrm>
                  <a:off x="3773702" y="4479512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8EC9E46E-413D-4694-A8C6-7067B2F0C642}"/>
                    </a:ext>
                  </a:extLst>
                </p:cNvPr>
                <p:cNvSpPr/>
                <p:nvPr/>
              </p:nvSpPr>
              <p:spPr>
                <a:xfrm>
                  <a:off x="4291192" y="447951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C47B7F0A-67E0-42B8-8ACE-B3A500DEA6F7}"/>
                    </a:ext>
                  </a:extLst>
                </p:cNvPr>
                <p:cNvSpPr/>
                <p:nvPr/>
              </p:nvSpPr>
              <p:spPr>
                <a:xfrm>
                  <a:off x="4808682" y="447951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649A715E-8340-475B-957F-C5DE7990E916}"/>
                    </a:ext>
                  </a:extLst>
                </p:cNvPr>
                <p:cNvSpPr/>
                <p:nvPr/>
              </p:nvSpPr>
              <p:spPr>
                <a:xfrm>
                  <a:off x="3256212" y="473574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4" name="Rectangle 233">
                  <a:extLst>
                    <a:ext uri="{FF2B5EF4-FFF2-40B4-BE49-F238E27FC236}">
                      <a16:creationId xmlns:a16="http://schemas.microsoft.com/office/drawing/2014/main" id="{E4AA946D-741E-4574-AAEC-943676F78861}"/>
                    </a:ext>
                  </a:extLst>
                </p:cNvPr>
                <p:cNvSpPr/>
                <p:nvPr/>
              </p:nvSpPr>
              <p:spPr>
                <a:xfrm>
                  <a:off x="3773702" y="4735744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2C33E82D-7A17-4A99-8EB3-CA027A6F9052}"/>
                    </a:ext>
                  </a:extLst>
                </p:cNvPr>
                <p:cNvSpPr/>
                <p:nvPr/>
              </p:nvSpPr>
              <p:spPr>
                <a:xfrm>
                  <a:off x="4291192" y="4735744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28A820AC-4C4D-4F37-9CD8-604E1916B244}"/>
                    </a:ext>
                  </a:extLst>
                </p:cNvPr>
                <p:cNvSpPr/>
                <p:nvPr/>
              </p:nvSpPr>
              <p:spPr>
                <a:xfrm>
                  <a:off x="4808682" y="473574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82EEC3A-95A7-4AD2-BD33-4D1D5CBA36E3}"/>
                    </a:ext>
                  </a:extLst>
                </p:cNvPr>
                <p:cNvSpPr txBox="1"/>
                <p:nvPr/>
              </p:nvSpPr>
              <p:spPr>
                <a:xfrm>
                  <a:off x="669893" y="2501108"/>
                  <a:ext cx="587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t=0</a:t>
                  </a:r>
                </a:p>
              </p:txBody>
            </p: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5B55EF6C-8140-4383-8A64-2F876500BBB3}"/>
                    </a:ext>
                  </a:extLst>
                </p:cNvPr>
                <p:cNvSpPr txBox="1"/>
                <p:nvPr/>
              </p:nvSpPr>
              <p:spPr>
                <a:xfrm>
                  <a:off x="656785" y="2749368"/>
                  <a:ext cx="587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t=4</a:t>
                  </a:r>
                </a:p>
              </p:txBody>
            </p:sp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5888D9D6-C0A2-46E1-8221-76F4D9B0FC47}"/>
                    </a:ext>
                  </a:extLst>
                </p:cNvPr>
                <p:cNvSpPr/>
                <p:nvPr/>
              </p:nvSpPr>
              <p:spPr>
                <a:xfrm>
                  <a:off x="1068476" y="372455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43C23E86-FF76-4B39-95BE-CBD605FE2694}"/>
                    </a:ext>
                  </a:extLst>
                </p:cNvPr>
                <p:cNvSpPr/>
                <p:nvPr/>
              </p:nvSpPr>
              <p:spPr>
                <a:xfrm>
                  <a:off x="1585966" y="3724552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FB4517C9-8DD7-4924-877B-9259C1032647}"/>
                    </a:ext>
                  </a:extLst>
                </p:cNvPr>
                <p:cNvSpPr/>
                <p:nvPr/>
              </p:nvSpPr>
              <p:spPr>
                <a:xfrm>
                  <a:off x="2103456" y="372455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D630F0CB-E65A-453E-A05A-B2F2C1F56FFD}"/>
                    </a:ext>
                  </a:extLst>
                </p:cNvPr>
                <p:cNvSpPr/>
                <p:nvPr/>
              </p:nvSpPr>
              <p:spPr>
                <a:xfrm>
                  <a:off x="2620946" y="372455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30754660-73F6-43CE-91B3-ED9364DEEFD5}"/>
                    </a:ext>
                  </a:extLst>
                </p:cNvPr>
                <p:cNvSpPr/>
                <p:nvPr/>
              </p:nvSpPr>
              <p:spPr>
                <a:xfrm>
                  <a:off x="1068476" y="398078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DF00F80A-059B-4F7C-AA8B-4FBD9BE504FA}"/>
                    </a:ext>
                  </a:extLst>
                </p:cNvPr>
                <p:cNvSpPr/>
                <p:nvPr/>
              </p:nvSpPr>
              <p:spPr>
                <a:xfrm>
                  <a:off x="1585966" y="398078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9DC5040E-AB58-4FA4-AFDA-7EF0DAABC4A7}"/>
                    </a:ext>
                  </a:extLst>
                </p:cNvPr>
                <p:cNvSpPr/>
                <p:nvPr/>
              </p:nvSpPr>
              <p:spPr>
                <a:xfrm>
                  <a:off x="2103456" y="398078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49886721-5A80-46DD-B531-208D0B9640A3}"/>
                    </a:ext>
                  </a:extLst>
                </p:cNvPr>
                <p:cNvSpPr/>
                <p:nvPr/>
              </p:nvSpPr>
              <p:spPr>
                <a:xfrm>
                  <a:off x="2620946" y="398078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D0BAAFCA-1DD1-41E0-9833-6DB9D01B0A19}"/>
                    </a:ext>
                  </a:extLst>
                </p:cNvPr>
                <p:cNvSpPr/>
                <p:nvPr/>
              </p:nvSpPr>
              <p:spPr>
                <a:xfrm>
                  <a:off x="1068476" y="4237018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FC4DA71A-9ED0-40FC-AC8C-475025DB7A4B}"/>
                    </a:ext>
                  </a:extLst>
                </p:cNvPr>
                <p:cNvSpPr/>
                <p:nvPr/>
              </p:nvSpPr>
              <p:spPr>
                <a:xfrm>
                  <a:off x="1585966" y="4237017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794CD4CA-38B6-4EFF-AF0B-9D264DEC5D2D}"/>
                    </a:ext>
                  </a:extLst>
                </p:cNvPr>
                <p:cNvSpPr/>
                <p:nvPr/>
              </p:nvSpPr>
              <p:spPr>
                <a:xfrm>
                  <a:off x="2103456" y="423701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A5D2FAC1-583B-4112-8EE9-006F03295411}"/>
                    </a:ext>
                  </a:extLst>
                </p:cNvPr>
                <p:cNvSpPr/>
                <p:nvPr/>
              </p:nvSpPr>
              <p:spPr>
                <a:xfrm>
                  <a:off x="2620946" y="423701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571B9632-A23F-4FFF-B1C8-E5194C5D1D13}"/>
                    </a:ext>
                  </a:extLst>
                </p:cNvPr>
                <p:cNvSpPr/>
                <p:nvPr/>
              </p:nvSpPr>
              <p:spPr>
                <a:xfrm>
                  <a:off x="1068476" y="447483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90850CC7-FD1B-482C-9149-1B4614AD5B65}"/>
                    </a:ext>
                  </a:extLst>
                </p:cNvPr>
                <p:cNvSpPr/>
                <p:nvPr/>
              </p:nvSpPr>
              <p:spPr>
                <a:xfrm>
                  <a:off x="1585966" y="447482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00795FCF-60AD-449B-8A81-F52BD9FC1E9C}"/>
                    </a:ext>
                  </a:extLst>
                </p:cNvPr>
                <p:cNvSpPr/>
                <p:nvPr/>
              </p:nvSpPr>
              <p:spPr>
                <a:xfrm>
                  <a:off x="2103456" y="4474829"/>
                  <a:ext cx="517490" cy="256233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A8E830C8-A38E-4CE8-9427-F25BA98D5389}"/>
                    </a:ext>
                  </a:extLst>
                </p:cNvPr>
                <p:cNvSpPr/>
                <p:nvPr/>
              </p:nvSpPr>
              <p:spPr>
                <a:xfrm>
                  <a:off x="2620946" y="447482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5234A08C-5B85-46B5-A0A0-563E7D9363C5}"/>
                    </a:ext>
                  </a:extLst>
                </p:cNvPr>
                <p:cNvSpPr/>
                <p:nvPr/>
              </p:nvSpPr>
              <p:spPr>
                <a:xfrm>
                  <a:off x="1068476" y="473106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D74CBA7C-00EB-4B15-8FE4-80692BAC2FD1}"/>
                    </a:ext>
                  </a:extLst>
                </p:cNvPr>
                <p:cNvSpPr/>
                <p:nvPr/>
              </p:nvSpPr>
              <p:spPr>
                <a:xfrm>
                  <a:off x="1585966" y="4731062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260874B7-F2AA-4981-9C3C-6AB14FDFE7C1}"/>
                    </a:ext>
                  </a:extLst>
                </p:cNvPr>
                <p:cNvSpPr/>
                <p:nvPr/>
              </p:nvSpPr>
              <p:spPr>
                <a:xfrm>
                  <a:off x="2103456" y="4731062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8EC0314B-6331-4437-BA30-47243CEE4F2B}"/>
                    </a:ext>
                  </a:extLst>
                </p:cNvPr>
                <p:cNvSpPr/>
                <p:nvPr/>
              </p:nvSpPr>
              <p:spPr>
                <a:xfrm>
                  <a:off x="2620946" y="473106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DBBC2A1E-2F3E-4438-B64E-4B10CAAA69F1}"/>
                    </a:ext>
                  </a:extLst>
                </p:cNvPr>
                <p:cNvSpPr txBox="1"/>
                <p:nvPr/>
              </p:nvSpPr>
              <p:spPr>
                <a:xfrm>
                  <a:off x="656784" y="3011345"/>
                  <a:ext cx="587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t=8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0C5E95B3-ABA1-44A1-9228-418C37F52CC2}"/>
                    </a:ext>
                  </a:extLst>
                </p:cNvPr>
                <p:cNvSpPr txBox="1"/>
                <p:nvPr/>
              </p:nvSpPr>
              <p:spPr>
                <a:xfrm>
                  <a:off x="594763" y="3243825"/>
                  <a:ext cx="64142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t=12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67592584-F36F-4371-84D6-FAC5492F1C5E}"/>
                    </a:ext>
                  </a:extLst>
                </p:cNvPr>
                <p:cNvSpPr txBox="1"/>
                <p:nvPr/>
              </p:nvSpPr>
              <p:spPr>
                <a:xfrm>
                  <a:off x="603193" y="3504969"/>
                  <a:ext cx="64142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t=16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8A8D9677-6512-437A-96A5-A1E26D8D70D6}"/>
                    </a:ext>
                  </a:extLst>
                </p:cNvPr>
                <p:cNvSpPr txBox="1"/>
                <p:nvPr/>
              </p:nvSpPr>
              <p:spPr>
                <a:xfrm>
                  <a:off x="596204" y="3797090"/>
                  <a:ext cx="6950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t=20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9B0087D0-2017-4B5C-9350-E3BA38A917F0}"/>
                    </a:ext>
                  </a:extLst>
                </p:cNvPr>
                <p:cNvSpPr txBox="1"/>
                <p:nvPr/>
              </p:nvSpPr>
              <p:spPr>
                <a:xfrm>
                  <a:off x="594763" y="4031587"/>
                  <a:ext cx="64142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t=24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AA40817A-18CB-45ED-BC7F-1D9899D1759D}"/>
                    </a:ext>
                  </a:extLst>
                </p:cNvPr>
                <p:cNvSpPr txBox="1"/>
                <p:nvPr/>
              </p:nvSpPr>
              <p:spPr>
                <a:xfrm>
                  <a:off x="594763" y="4270844"/>
                  <a:ext cx="6950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t=28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AD93AD6C-C28F-4A26-A2EA-27CFEFA90796}"/>
                    </a:ext>
                  </a:extLst>
                </p:cNvPr>
                <p:cNvSpPr txBox="1"/>
                <p:nvPr/>
              </p:nvSpPr>
              <p:spPr>
                <a:xfrm>
                  <a:off x="600507" y="4547026"/>
                  <a:ext cx="8373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t=32</a:t>
                  </a: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C4C5F558-2920-49D6-8CDC-2FDBB1BCA0B3}"/>
                    </a:ext>
                  </a:extLst>
                </p:cNvPr>
                <p:cNvSpPr txBox="1"/>
                <p:nvPr/>
              </p:nvSpPr>
              <p:spPr>
                <a:xfrm>
                  <a:off x="590907" y="4784838"/>
                  <a:ext cx="8373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t=40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0F523590-375B-4EB4-8C32-A4E89824D7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50424" y="2088548"/>
                      <a:ext cx="161449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2: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=5</a:t>
                      </a:r>
                    </a:p>
                  </p:txBody>
                </p:sp>
              </mc:Choice>
              <mc:Fallback xmlns="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0F523590-375B-4EB4-8C32-A4E89824D7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50424" y="2088548"/>
                      <a:ext cx="1614491" cy="3077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5882" b="-176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9" name="TextBox 268">
                      <a:extLst>
                        <a:ext uri="{FF2B5EF4-FFF2-40B4-BE49-F238E27FC236}">
                          <a16:creationId xmlns:a16="http://schemas.microsoft.com/office/drawing/2014/main" id="{C4777D1D-C52C-4F2A-95BA-7B30674F60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20837" y="2084038"/>
                      <a:ext cx="161449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3: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=6</a:t>
                      </a:r>
                    </a:p>
                  </p:txBody>
                </p:sp>
              </mc:Choice>
              <mc:Fallback xmlns="">
                <p:sp>
                  <p:nvSpPr>
                    <p:cNvPr id="269" name="TextBox 268">
                      <a:extLst>
                        <a:ext uri="{FF2B5EF4-FFF2-40B4-BE49-F238E27FC236}">
                          <a16:creationId xmlns:a16="http://schemas.microsoft.com/office/drawing/2014/main" id="{C4777D1D-C52C-4F2A-95BA-7B30674F60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20837" y="2084038"/>
                      <a:ext cx="1614491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3922" b="-176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12C19FD9-8A49-4A27-8AC9-005CD3E5E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56212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82883AB8-8D0A-44FB-9D8C-A604B7E6F2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38436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C329CD8B-BB5F-4F2A-B470-D67F697B13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6172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CB22156B-2357-44D5-AA3D-B79712563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8476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228C060D-D904-4759-A63D-129696665D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38071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B80244F0-DA76-413D-9A2F-32F581BEA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08031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541A72B-580F-458B-B1FC-E943BF4467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8476" y="3724551"/>
                  <a:ext cx="2069960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C6BC4A99-564C-445E-9FF3-D539BB0A7D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476" y="4256060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38ABCAE7-1172-41B1-8BC3-4D4E98750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864" y="450275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>
                <a:extLst>
                  <a:ext uri="{FF2B5EF4-FFF2-40B4-BE49-F238E27FC236}">
                    <a16:creationId xmlns:a16="http://schemas.microsoft.com/office/drawing/2014/main" id="{8D5DD73B-6A3E-484D-8640-F8B01055C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2775712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20765D5D-9A36-4373-ACCF-8044B7CDDD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1205" y="2519480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>
                <a:extLst>
                  <a:ext uri="{FF2B5EF4-FFF2-40B4-BE49-F238E27FC236}">
                    <a16:creationId xmlns:a16="http://schemas.microsoft.com/office/drawing/2014/main" id="{159FF1C9-393F-41EC-B7E7-BE1CA47DD1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352082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4E43CCB8-FEE5-46DE-86C3-853BF0193F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1205" y="3264592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Arrow Connector 284">
                <a:extLst>
                  <a:ext uri="{FF2B5EF4-FFF2-40B4-BE49-F238E27FC236}">
                    <a16:creationId xmlns:a16="http://schemas.microsoft.com/office/drawing/2014/main" id="{4FD8377B-CAA4-4FE1-8B99-3342C7513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4044751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id="{6E832E5B-7ACB-48B6-87DD-B50E19DC10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1205" y="378851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id="{967343FF-EF56-41E8-BDCF-8DA22E2B9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478483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921FB4EF-C6FC-483E-8D57-CD36013D6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9531" y="4547026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86DE20CC-E738-4A1D-98FD-EE9A61B21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4294237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>
                <a:extLst>
                  <a:ext uri="{FF2B5EF4-FFF2-40B4-BE49-F238E27FC236}">
                    <a16:creationId xmlns:a16="http://schemas.microsoft.com/office/drawing/2014/main" id="{EE3F864D-4D97-4A2A-8A4B-CAF68DFE5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3026367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>
                <a:extLst>
                  <a:ext uri="{FF2B5EF4-FFF2-40B4-BE49-F238E27FC236}">
                    <a16:creationId xmlns:a16="http://schemas.microsoft.com/office/drawing/2014/main" id="{C3FA9ECB-E18D-4637-A7AF-5AB6FC91D2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5561" y="4776406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A6BC1F71-4713-4DFE-847B-C65A36B20F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864" y="3229731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>
                <a:extLst>
                  <a:ext uri="{FF2B5EF4-FFF2-40B4-BE49-F238E27FC236}">
                    <a16:creationId xmlns:a16="http://schemas.microsoft.com/office/drawing/2014/main" id="{2968DB9B-2B22-49F8-8FAE-15FEFAC4F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56" y="4746038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E6CC80B-6B46-4D6B-B0BA-AE495921D76F}"/>
                  </a:ext>
                </a:extLst>
              </p:cNvPr>
              <p:cNvSpPr/>
              <p:nvPr/>
            </p:nvSpPr>
            <p:spPr>
              <a:xfrm>
                <a:off x="2155937" y="3264592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F396060E-E256-43ED-AF01-6EAE7265BD0D}"/>
                  </a:ext>
                </a:extLst>
              </p:cNvPr>
              <p:cNvSpPr/>
              <p:nvPr/>
            </p:nvSpPr>
            <p:spPr>
              <a:xfrm>
                <a:off x="2165803" y="4546887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233DD44C-8ECA-47BE-98A8-178380E256AB}"/>
                  </a:ext>
                </a:extLst>
              </p:cNvPr>
              <p:cNvSpPr/>
              <p:nvPr/>
            </p:nvSpPr>
            <p:spPr>
              <a:xfrm>
                <a:off x="6565507" y="3243825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97" name="Straight Arrow Connector 296">
                <a:extLst>
                  <a:ext uri="{FF2B5EF4-FFF2-40B4-BE49-F238E27FC236}">
                    <a16:creationId xmlns:a16="http://schemas.microsoft.com/office/drawing/2014/main" id="{A4BDC0B6-9ACA-4421-B293-4AF39ED32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4044751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>
                <a:extLst>
                  <a:ext uri="{FF2B5EF4-FFF2-40B4-BE49-F238E27FC236}">
                    <a16:creationId xmlns:a16="http://schemas.microsoft.com/office/drawing/2014/main" id="{A659D5AD-67A0-4C20-8559-974A20A035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946" y="3729245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>
                <a:extLst>
                  <a:ext uri="{FF2B5EF4-FFF2-40B4-BE49-F238E27FC236}">
                    <a16:creationId xmlns:a16="http://schemas.microsoft.com/office/drawing/2014/main" id="{E1D48C1C-C71C-42E0-A780-44266F0DC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654" y="298209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Arrow Connector 299">
                <a:extLst>
                  <a:ext uri="{FF2B5EF4-FFF2-40B4-BE49-F238E27FC236}">
                    <a16:creationId xmlns:a16="http://schemas.microsoft.com/office/drawing/2014/main" id="{53511165-5097-4065-AA30-6F6C900E27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946" y="2475210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D665AFFC-E196-4CD8-BD08-F3F6C8AE46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56" y="350496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Arrow Connector 301">
                <a:extLst>
                  <a:ext uri="{FF2B5EF4-FFF2-40B4-BE49-F238E27FC236}">
                    <a16:creationId xmlns:a16="http://schemas.microsoft.com/office/drawing/2014/main" id="{55D0A851-9385-4DB8-9674-F6274E688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212" y="298209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Arrow Connector 302">
                <a:extLst>
                  <a:ext uri="{FF2B5EF4-FFF2-40B4-BE49-F238E27FC236}">
                    <a16:creationId xmlns:a16="http://schemas.microsoft.com/office/drawing/2014/main" id="{ADD8067C-8BC6-4CF5-927E-88C7C9D327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3243825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Arrow Connector 303">
                <a:extLst>
                  <a:ext uri="{FF2B5EF4-FFF2-40B4-BE49-F238E27FC236}">
                    <a16:creationId xmlns:a16="http://schemas.microsoft.com/office/drawing/2014/main" id="{4339E3A8-B4A7-4E2B-A2D2-D91FE9278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3473013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Arrow Connector 304">
                <a:extLst>
                  <a:ext uri="{FF2B5EF4-FFF2-40B4-BE49-F238E27FC236}">
                    <a16:creationId xmlns:a16="http://schemas.microsoft.com/office/drawing/2014/main" id="{FA1A292C-A4B8-48B9-92DA-CC889820A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682" y="374424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Arrow Connector 305">
                <a:extLst>
                  <a:ext uri="{FF2B5EF4-FFF2-40B4-BE49-F238E27FC236}">
                    <a16:creationId xmlns:a16="http://schemas.microsoft.com/office/drawing/2014/main" id="{C8492787-65DF-4D44-B885-2782308025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2820" y="2461033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Arrow Connector 306">
                <a:extLst>
                  <a:ext uri="{FF2B5EF4-FFF2-40B4-BE49-F238E27FC236}">
                    <a16:creationId xmlns:a16="http://schemas.microsoft.com/office/drawing/2014/main" id="{97309873-BC1D-469E-B1E6-0CE3D9B023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4856" y="424996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Arrow Connector 307">
                <a:extLst>
                  <a:ext uri="{FF2B5EF4-FFF2-40B4-BE49-F238E27FC236}">
                    <a16:creationId xmlns:a16="http://schemas.microsoft.com/office/drawing/2014/main" id="{9E540C3C-3114-4EC5-97B1-A463D039F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449324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Arrow Connector 308">
                <a:extLst>
                  <a:ext uri="{FF2B5EF4-FFF2-40B4-BE49-F238E27FC236}">
                    <a16:creationId xmlns:a16="http://schemas.microsoft.com/office/drawing/2014/main" id="{8BC9C94D-3306-41B2-9A83-268B9893A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4746038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Arrow Connector 309">
                <a:extLst>
                  <a:ext uri="{FF2B5EF4-FFF2-40B4-BE49-F238E27FC236}">
                    <a16:creationId xmlns:a16="http://schemas.microsoft.com/office/drawing/2014/main" id="{11E15D03-53A5-44B0-A3BC-636DDC530B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479296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Arrow Connector 310">
                <a:extLst>
                  <a:ext uri="{FF2B5EF4-FFF2-40B4-BE49-F238E27FC236}">
                    <a16:creationId xmlns:a16="http://schemas.microsoft.com/office/drawing/2014/main" id="{4DA8FA86-8797-4986-9197-2DCA6FD20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212" y="454388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Arrow Connector 311">
                <a:extLst>
                  <a:ext uri="{FF2B5EF4-FFF2-40B4-BE49-F238E27FC236}">
                    <a16:creationId xmlns:a16="http://schemas.microsoft.com/office/drawing/2014/main" id="{AFBCA287-0496-4AF6-95A6-C83902745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378851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Arrow Connector 312">
                <a:extLst>
                  <a:ext uri="{FF2B5EF4-FFF2-40B4-BE49-F238E27FC236}">
                    <a16:creationId xmlns:a16="http://schemas.microsoft.com/office/drawing/2014/main" id="{21137260-8E71-4268-91DD-D27B07365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212" y="352553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Arrow Connector 313">
                <a:extLst>
                  <a:ext uri="{FF2B5EF4-FFF2-40B4-BE49-F238E27FC236}">
                    <a16:creationId xmlns:a16="http://schemas.microsoft.com/office/drawing/2014/main" id="{9D451A69-EA10-462B-B147-609D38D9C2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2820" y="429206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Arrow Connector 314">
                <a:extLst>
                  <a:ext uri="{FF2B5EF4-FFF2-40B4-BE49-F238E27FC236}">
                    <a16:creationId xmlns:a16="http://schemas.microsoft.com/office/drawing/2014/main" id="{C7D8B0FD-42E5-4FC5-BAC5-43BB85B87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682" y="301352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Arrow Connector 315">
                <a:extLst>
                  <a:ext uri="{FF2B5EF4-FFF2-40B4-BE49-F238E27FC236}">
                    <a16:creationId xmlns:a16="http://schemas.microsoft.com/office/drawing/2014/main" id="{C800192F-6834-4343-8CD1-8ECD73607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274936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Arrow Connector 316">
                <a:extLst>
                  <a:ext uri="{FF2B5EF4-FFF2-40B4-BE49-F238E27FC236}">
                    <a16:creationId xmlns:a16="http://schemas.microsoft.com/office/drawing/2014/main" id="{CBF24E6A-0981-4C06-991F-3242F8810B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250110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Arrow Connector 317">
                <a:extLst>
                  <a:ext uri="{FF2B5EF4-FFF2-40B4-BE49-F238E27FC236}">
                    <a16:creationId xmlns:a16="http://schemas.microsoft.com/office/drawing/2014/main" id="{813D5E1F-1B22-44D6-83C7-DF2EDEB75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8071" y="423154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Arrow Connector 318">
                <a:extLst>
                  <a:ext uri="{FF2B5EF4-FFF2-40B4-BE49-F238E27FC236}">
                    <a16:creationId xmlns:a16="http://schemas.microsoft.com/office/drawing/2014/main" id="{B29F03FF-5241-42AE-BA47-958ACC344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364" y="446850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Arrow Connector 319">
                <a:extLst>
                  <a:ext uri="{FF2B5EF4-FFF2-40B4-BE49-F238E27FC236}">
                    <a16:creationId xmlns:a16="http://schemas.microsoft.com/office/drawing/2014/main" id="{C8FEA1CF-243A-48F0-837B-D42003C68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0391" y="320577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Arrow Connector 320">
                <a:extLst>
                  <a:ext uri="{FF2B5EF4-FFF2-40B4-BE49-F238E27FC236}">
                    <a16:creationId xmlns:a16="http://schemas.microsoft.com/office/drawing/2014/main" id="{C8238FC1-F6BA-451E-A247-55BD98951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8071" y="294306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Arrow Connector 321">
                <a:extLst>
                  <a:ext uri="{FF2B5EF4-FFF2-40B4-BE49-F238E27FC236}">
                    <a16:creationId xmlns:a16="http://schemas.microsoft.com/office/drawing/2014/main" id="{EB100C51-1F01-4C5B-9CDD-AA8FA683E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6480" y="473213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Arrow Connector 322">
                <a:extLst>
                  <a:ext uri="{FF2B5EF4-FFF2-40B4-BE49-F238E27FC236}">
                    <a16:creationId xmlns:a16="http://schemas.microsoft.com/office/drawing/2014/main" id="{76086A30-C078-4565-A60D-C051C301F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3051" y="3455818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Arrow Connector 323">
                <a:extLst>
                  <a:ext uri="{FF2B5EF4-FFF2-40B4-BE49-F238E27FC236}">
                    <a16:creationId xmlns:a16="http://schemas.microsoft.com/office/drawing/2014/main" id="{51262A8C-6B2D-4508-B4A0-64CE30F92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0541" y="3718242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Arrow Connector 324">
                <a:extLst>
                  <a:ext uri="{FF2B5EF4-FFF2-40B4-BE49-F238E27FC236}">
                    <a16:creationId xmlns:a16="http://schemas.microsoft.com/office/drawing/2014/main" id="{64684B65-B1C8-49AE-923D-573339922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4064" y="340018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Arrow Connector 325">
                <a:extLst>
                  <a:ext uri="{FF2B5EF4-FFF2-40B4-BE49-F238E27FC236}">
                    <a16:creationId xmlns:a16="http://schemas.microsoft.com/office/drawing/2014/main" id="{E56B4290-666C-42B6-B691-9A18F03AE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0541" y="2430603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Arrow Connector 326">
                <a:extLst>
                  <a:ext uri="{FF2B5EF4-FFF2-40B4-BE49-F238E27FC236}">
                    <a16:creationId xmlns:a16="http://schemas.microsoft.com/office/drawing/2014/main" id="{9543D0FD-D673-4C80-B4C8-C625E1CA1D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096" y="325507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Arrow Connector 327">
                <a:extLst>
                  <a:ext uri="{FF2B5EF4-FFF2-40B4-BE49-F238E27FC236}">
                    <a16:creationId xmlns:a16="http://schemas.microsoft.com/office/drawing/2014/main" id="{C0E227B4-BFB7-484A-ABD6-4A89965018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9546" y="4256060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Arrow Connector 328">
                <a:extLst>
                  <a:ext uri="{FF2B5EF4-FFF2-40B4-BE49-F238E27FC236}">
                    <a16:creationId xmlns:a16="http://schemas.microsoft.com/office/drawing/2014/main" id="{012DCDFA-BEB8-4057-A6BE-8B53C42C04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5561" y="4000313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Arrow Connector 330">
                <a:extLst>
                  <a:ext uri="{FF2B5EF4-FFF2-40B4-BE49-F238E27FC236}">
                    <a16:creationId xmlns:a16="http://schemas.microsoft.com/office/drawing/2014/main" id="{49D4E6CB-5DE6-4042-99FC-9420E7C378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5561" y="248648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Arrow Connector 332">
                <a:extLst>
                  <a:ext uri="{FF2B5EF4-FFF2-40B4-BE49-F238E27FC236}">
                    <a16:creationId xmlns:a16="http://schemas.microsoft.com/office/drawing/2014/main" id="{943B846C-CA7E-4B95-919B-1008E80E9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0541" y="274621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192AAE9-D680-4A89-9233-4DDDB3AF29D3}"/>
                </a:ext>
              </a:extLst>
            </p:cNvPr>
            <p:cNvGrpSpPr/>
            <p:nvPr/>
          </p:nvGrpSpPr>
          <p:grpSpPr>
            <a:xfrm>
              <a:off x="3008481" y="1408998"/>
              <a:ext cx="5408348" cy="614883"/>
              <a:chOff x="2417439" y="1462517"/>
              <a:chExt cx="5408348" cy="61488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04BAD69-D287-4BB6-B68B-C40A16B6FC00}"/>
                  </a:ext>
                </a:extLst>
              </p:cNvPr>
              <p:cNvSpPr/>
              <p:nvPr/>
            </p:nvSpPr>
            <p:spPr>
              <a:xfrm>
                <a:off x="2417439" y="1492623"/>
                <a:ext cx="5317310" cy="55793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61009E-515C-493F-9DD3-A8C0F864DFBB}"/>
                  </a:ext>
                </a:extLst>
              </p:cNvPr>
              <p:cNvSpPr/>
              <p:nvPr/>
            </p:nvSpPr>
            <p:spPr>
              <a:xfrm>
                <a:off x="2489985" y="1696013"/>
                <a:ext cx="467139" cy="23853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359E7E44-1E9D-477E-BA6F-012110E3CCCF}"/>
                  </a:ext>
                </a:extLst>
              </p:cNvPr>
              <p:cNvSpPr/>
              <p:nvPr/>
            </p:nvSpPr>
            <p:spPr>
              <a:xfrm>
                <a:off x="4147954" y="1699855"/>
                <a:ext cx="467139" cy="23853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7F3E81A1-2504-45DE-B806-0EE066703E7A}"/>
                  </a:ext>
                </a:extLst>
              </p:cNvPr>
              <p:cNvSpPr txBox="1"/>
              <p:nvPr/>
            </p:nvSpPr>
            <p:spPr>
              <a:xfrm>
                <a:off x="2753105" y="1492625"/>
                <a:ext cx="15147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Victim task execution</a:t>
                </a: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686C89D2-FC03-4DD8-8EB8-FAB5A6613E7B}"/>
                  </a:ext>
                </a:extLst>
              </p:cNvPr>
              <p:cNvSpPr txBox="1"/>
              <p:nvPr/>
            </p:nvSpPr>
            <p:spPr>
              <a:xfrm>
                <a:off x="4517476" y="1466429"/>
                <a:ext cx="15147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 execution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421423A-FB12-4593-B4D4-C601A79F8718}"/>
                  </a:ext>
                </a:extLst>
              </p:cNvPr>
              <p:cNvGrpSpPr/>
              <p:nvPr/>
            </p:nvGrpSpPr>
            <p:grpSpPr>
              <a:xfrm>
                <a:off x="5971888" y="1667907"/>
                <a:ext cx="467139" cy="238539"/>
                <a:chOff x="4665239" y="747108"/>
                <a:chExt cx="467139" cy="238539"/>
              </a:xfrm>
            </p:grpSpPr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629ACF89-47B6-4028-8184-35252DDC92B3}"/>
                    </a:ext>
                  </a:extLst>
                </p:cNvPr>
                <p:cNvSpPr/>
                <p:nvPr/>
              </p:nvSpPr>
              <p:spPr>
                <a:xfrm>
                  <a:off x="4665239" y="747108"/>
                  <a:ext cx="467139" cy="238539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9C6E6A72-B906-4105-9698-CCB447A18B76}"/>
                    </a:ext>
                  </a:extLst>
                </p:cNvPr>
                <p:cNvSpPr/>
                <p:nvPr/>
              </p:nvSpPr>
              <p:spPr>
                <a:xfrm>
                  <a:off x="4715479" y="809927"/>
                  <a:ext cx="110859" cy="11211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DF087C2-01A4-492B-8123-F9CFFCDEA00B}"/>
                  </a:ext>
                </a:extLst>
              </p:cNvPr>
              <p:cNvSpPr txBox="1"/>
              <p:nvPr/>
            </p:nvSpPr>
            <p:spPr>
              <a:xfrm>
                <a:off x="6311044" y="1462517"/>
                <a:ext cx="15147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 pre-empted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1124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1542F5-74C0-4662-A822-65870BF3CB65}"/>
              </a:ext>
            </a:extLst>
          </p:cNvPr>
          <p:cNvSpPr/>
          <p:nvPr/>
        </p:nvSpPr>
        <p:spPr>
          <a:xfrm>
            <a:off x="2440076" y="242250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5D2C8D-9832-412E-96C6-C117D3C5992A}"/>
              </a:ext>
            </a:extLst>
          </p:cNvPr>
          <p:cNvSpPr/>
          <p:nvPr/>
        </p:nvSpPr>
        <p:spPr>
          <a:xfrm>
            <a:off x="2957566" y="242250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0BD93C-F590-46A8-8EB2-8EAEA6DE08BB}"/>
              </a:ext>
            </a:extLst>
          </p:cNvPr>
          <p:cNvSpPr/>
          <p:nvPr/>
        </p:nvSpPr>
        <p:spPr>
          <a:xfrm>
            <a:off x="3475056" y="242250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96A281B-755F-4D08-942E-06BCD6BD4CE5}"/>
              </a:ext>
            </a:extLst>
          </p:cNvPr>
          <p:cNvSpPr/>
          <p:nvPr/>
        </p:nvSpPr>
        <p:spPr>
          <a:xfrm>
            <a:off x="3992546" y="242250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E6165E-BDF5-403F-8FA8-332C6E55DC1C}"/>
              </a:ext>
            </a:extLst>
          </p:cNvPr>
          <p:cNvSpPr/>
          <p:nvPr/>
        </p:nvSpPr>
        <p:spPr>
          <a:xfrm>
            <a:off x="2440076" y="267873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CC297F-F153-46E4-8DF8-7CA05ABCCC4D}"/>
              </a:ext>
            </a:extLst>
          </p:cNvPr>
          <p:cNvSpPr/>
          <p:nvPr/>
        </p:nvSpPr>
        <p:spPr>
          <a:xfrm>
            <a:off x="2957566" y="267873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4D9C0B6-F4A5-4FF1-ADA8-E3E37FA8006C}"/>
              </a:ext>
            </a:extLst>
          </p:cNvPr>
          <p:cNvSpPr/>
          <p:nvPr/>
        </p:nvSpPr>
        <p:spPr>
          <a:xfrm>
            <a:off x="3475056" y="26787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0B931B3-607D-435C-80A4-7F214AB0AE69}"/>
              </a:ext>
            </a:extLst>
          </p:cNvPr>
          <p:cNvSpPr/>
          <p:nvPr/>
        </p:nvSpPr>
        <p:spPr>
          <a:xfrm>
            <a:off x="3992546" y="267873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49344D1-66ED-4E8D-9868-1B386E271D53}"/>
              </a:ext>
            </a:extLst>
          </p:cNvPr>
          <p:cNvSpPr/>
          <p:nvPr/>
        </p:nvSpPr>
        <p:spPr>
          <a:xfrm>
            <a:off x="2440076" y="293497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4E62154-AE40-46D1-8854-76D14730302D}"/>
              </a:ext>
            </a:extLst>
          </p:cNvPr>
          <p:cNvSpPr/>
          <p:nvPr/>
        </p:nvSpPr>
        <p:spPr>
          <a:xfrm>
            <a:off x="2957566" y="293496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9D4081D-03F4-434C-A54C-1905BA23ED43}"/>
              </a:ext>
            </a:extLst>
          </p:cNvPr>
          <p:cNvSpPr/>
          <p:nvPr/>
        </p:nvSpPr>
        <p:spPr>
          <a:xfrm>
            <a:off x="3475056" y="293496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C0A09EA-1F70-4EBF-822B-94C54C6F1B98}"/>
              </a:ext>
            </a:extLst>
          </p:cNvPr>
          <p:cNvSpPr/>
          <p:nvPr/>
        </p:nvSpPr>
        <p:spPr>
          <a:xfrm>
            <a:off x="3992546" y="293496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380C9D8-9EFD-470E-A7D8-A65BDDCEF321}"/>
              </a:ext>
            </a:extLst>
          </p:cNvPr>
          <p:cNvSpPr/>
          <p:nvPr/>
        </p:nvSpPr>
        <p:spPr>
          <a:xfrm>
            <a:off x="2440076" y="317278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7716FF7-68F5-481F-9DD8-F9F43FAB7203}"/>
              </a:ext>
            </a:extLst>
          </p:cNvPr>
          <p:cNvSpPr/>
          <p:nvPr/>
        </p:nvSpPr>
        <p:spPr>
          <a:xfrm>
            <a:off x="2957566" y="317278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472FAE7-C6B1-4F99-BC7D-21A391931ED0}"/>
              </a:ext>
            </a:extLst>
          </p:cNvPr>
          <p:cNvSpPr/>
          <p:nvPr/>
        </p:nvSpPr>
        <p:spPr>
          <a:xfrm>
            <a:off x="3475056" y="3172781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C366903-AF39-4FA0-B648-F353DF4A53BF}"/>
              </a:ext>
            </a:extLst>
          </p:cNvPr>
          <p:cNvSpPr/>
          <p:nvPr/>
        </p:nvSpPr>
        <p:spPr>
          <a:xfrm>
            <a:off x="3992546" y="317278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3B69F8A-4EB5-487D-B302-DA8B6EFB3A84}"/>
              </a:ext>
            </a:extLst>
          </p:cNvPr>
          <p:cNvSpPr/>
          <p:nvPr/>
        </p:nvSpPr>
        <p:spPr>
          <a:xfrm>
            <a:off x="2440076" y="342901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A6514B8-7BD1-474C-B2E1-E5D933212252}"/>
              </a:ext>
            </a:extLst>
          </p:cNvPr>
          <p:cNvSpPr/>
          <p:nvPr/>
        </p:nvSpPr>
        <p:spPr>
          <a:xfrm>
            <a:off x="2957566" y="342901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07FA54C-1EDF-4042-89E4-A7F5731C864B}"/>
              </a:ext>
            </a:extLst>
          </p:cNvPr>
          <p:cNvSpPr/>
          <p:nvPr/>
        </p:nvSpPr>
        <p:spPr>
          <a:xfrm>
            <a:off x="3475056" y="342901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8500371-757F-4EC7-B1C4-126FAE94A711}"/>
              </a:ext>
            </a:extLst>
          </p:cNvPr>
          <p:cNvSpPr/>
          <p:nvPr/>
        </p:nvSpPr>
        <p:spPr>
          <a:xfrm>
            <a:off x="3992546" y="342901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91C9D1-79E5-4CEC-AD48-CE1C4AD12721}"/>
                  </a:ext>
                </a:extLst>
              </p:cNvPr>
              <p:cNvSpPr txBox="1"/>
              <p:nvPr/>
            </p:nvSpPr>
            <p:spPr>
              <a:xfrm>
                <a:off x="2246476" y="1943157"/>
                <a:ext cx="25421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=4</a:t>
                </a:r>
              </a:p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(minimum sampling rate)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91C9D1-79E5-4CEC-AD48-CE1C4AD12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476" y="1943157"/>
                <a:ext cx="2542141" cy="523220"/>
              </a:xfrm>
              <a:prstGeom prst="rect">
                <a:avLst/>
              </a:prstGeom>
              <a:blipFill>
                <a:blip r:embed="rId2"/>
                <a:stretch>
                  <a:fillRect t="-3488" b="-9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4CE4F541-298B-4D29-BCC5-3D43C7CE4578}"/>
              </a:ext>
            </a:extLst>
          </p:cNvPr>
          <p:cNvSpPr/>
          <p:nvPr/>
        </p:nvSpPr>
        <p:spPr>
          <a:xfrm>
            <a:off x="6809671" y="238437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5532AC8-1F41-4139-A7B0-5E947352EF23}"/>
              </a:ext>
            </a:extLst>
          </p:cNvPr>
          <p:cNvSpPr/>
          <p:nvPr/>
        </p:nvSpPr>
        <p:spPr>
          <a:xfrm>
            <a:off x="7327161" y="238437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2CB2022-070C-4A8C-8EE5-FC5A35CCFE18}"/>
              </a:ext>
            </a:extLst>
          </p:cNvPr>
          <p:cNvSpPr/>
          <p:nvPr/>
        </p:nvSpPr>
        <p:spPr>
          <a:xfrm>
            <a:off x="7844651" y="238437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DAA3FE9-03C6-439E-84D0-B52572AF8A60}"/>
              </a:ext>
            </a:extLst>
          </p:cNvPr>
          <p:cNvSpPr/>
          <p:nvPr/>
        </p:nvSpPr>
        <p:spPr>
          <a:xfrm>
            <a:off x="8362141" y="238437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C4FA8E8-548A-49EE-A59E-86AC468CFB7F}"/>
              </a:ext>
            </a:extLst>
          </p:cNvPr>
          <p:cNvSpPr/>
          <p:nvPr/>
        </p:nvSpPr>
        <p:spPr>
          <a:xfrm>
            <a:off x="6809671" y="264060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95609B7-3544-4A0A-A85F-5378DEBB30D0}"/>
              </a:ext>
            </a:extLst>
          </p:cNvPr>
          <p:cNvSpPr/>
          <p:nvPr/>
        </p:nvSpPr>
        <p:spPr>
          <a:xfrm>
            <a:off x="7327161" y="264060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7A73B6F-61EA-442F-A0AC-7F2F093FFC0F}"/>
              </a:ext>
            </a:extLst>
          </p:cNvPr>
          <p:cNvSpPr/>
          <p:nvPr/>
        </p:nvSpPr>
        <p:spPr>
          <a:xfrm>
            <a:off x="7844651" y="264060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2E8BCB8-9D34-4F08-A81F-9ADB55D44C10}"/>
              </a:ext>
            </a:extLst>
          </p:cNvPr>
          <p:cNvSpPr/>
          <p:nvPr/>
        </p:nvSpPr>
        <p:spPr>
          <a:xfrm>
            <a:off x="8362141" y="264060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5EE8DA1-9776-4D26-A17A-41B38E36E061}"/>
              </a:ext>
            </a:extLst>
          </p:cNvPr>
          <p:cNvSpPr/>
          <p:nvPr/>
        </p:nvSpPr>
        <p:spPr>
          <a:xfrm>
            <a:off x="6809671" y="289684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CD6125D-BFDA-4066-8D09-C1812A3863AC}"/>
              </a:ext>
            </a:extLst>
          </p:cNvPr>
          <p:cNvSpPr/>
          <p:nvPr/>
        </p:nvSpPr>
        <p:spPr>
          <a:xfrm>
            <a:off x="7327161" y="289683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C3D30CA-D45E-415D-BC3E-56C02DBEC46C}"/>
              </a:ext>
            </a:extLst>
          </p:cNvPr>
          <p:cNvSpPr/>
          <p:nvPr/>
        </p:nvSpPr>
        <p:spPr>
          <a:xfrm>
            <a:off x="7844651" y="289683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96BC94C-7865-44D8-BC14-ED53B8193EF3}"/>
              </a:ext>
            </a:extLst>
          </p:cNvPr>
          <p:cNvSpPr/>
          <p:nvPr/>
        </p:nvSpPr>
        <p:spPr>
          <a:xfrm>
            <a:off x="8362141" y="289683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703BAA5-26DB-4C8C-92E2-60FF8E8C13BB}"/>
              </a:ext>
            </a:extLst>
          </p:cNvPr>
          <p:cNvSpPr/>
          <p:nvPr/>
        </p:nvSpPr>
        <p:spPr>
          <a:xfrm>
            <a:off x="6809671" y="315307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1C9F580-0678-41C3-B60F-9DEF7E9C67E9}"/>
              </a:ext>
            </a:extLst>
          </p:cNvPr>
          <p:cNvSpPr/>
          <p:nvPr/>
        </p:nvSpPr>
        <p:spPr>
          <a:xfrm>
            <a:off x="7327161" y="315307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FCF002D-FFEC-4B83-B105-53CC98999292}"/>
              </a:ext>
            </a:extLst>
          </p:cNvPr>
          <p:cNvSpPr/>
          <p:nvPr/>
        </p:nvSpPr>
        <p:spPr>
          <a:xfrm>
            <a:off x="7844651" y="3153071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64AFCE7-ED70-42B6-A3B4-69110E7DE50D}"/>
              </a:ext>
            </a:extLst>
          </p:cNvPr>
          <p:cNvSpPr/>
          <p:nvPr/>
        </p:nvSpPr>
        <p:spPr>
          <a:xfrm>
            <a:off x="8362141" y="315307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1DCEC0D-D7B8-4456-977D-CCA5B4EE977B}"/>
              </a:ext>
            </a:extLst>
          </p:cNvPr>
          <p:cNvSpPr/>
          <p:nvPr/>
        </p:nvSpPr>
        <p:spPr>
          <a:xfrm>
            <a:off x="6809671" y="340930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335DB8D-53E2-41B4-A869-D05DF31CABA5}"/>
              </a:ext>
            </a:extLst>
          </p:cNvPr>
          <p:cNvSpPr/>
          <p:nvPr/>
        </p:nvSpPr>
        <p:spPr>
          <a:xfrm>
            <a:off x="7327161" y="340930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F89362A-09B7-471D-9D09-5901D2EFB864}"/>
              </a:ext>
            </a:extLst>
          </p:cNvPr>
          <p:cNvSpPr/>
          <p:nvPr/>
        </p:nvSpPr>
        <p:spPr>
          <a:xfrm>
            <a:off x="7844651" y="340930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B5D9218-273C-471A-8DC7-EFD5E22157D2}"/>
              </a:ext>
            </a:extLst>
          </p:cNvPr>
          <p:cNvSpPr/>
          <p:nvPr/>
        </p:nvSpPr>
        <p:spPr>
          <a:xfrm>
            <a:off x="8362141" y="340930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A687621-E7EF-4BC0-A899-B1FF5655E166}"/>
              </a:ext>
            </a:extLst>
          </p:cNvPr>
          <p:cNvSpPr/>
          <p:nvPr/>
        </p:nvSpPr>
        <p:spPr>
          <a:xfrm>
            <a:off x="6809671" y="36655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D578B01-D5B3-4C75-B9B9-0A1D93A457C7}"/>
              </a:ext>
            </a:extLst>
          </p:cNvPr>
          <p:cNvSpPr/>
          <p:nvPr/>
        </p:nvSpPr>
        <p:spPr>
          <a:xfrm>
            <a:off x="7327161" y="366553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FC3A4D8-21CD-469B-B186-95821FD6BD5F}"/>
              </a:ext>
            </a:extLst>
          </p:cNvPr>
          <p:cNvSpPr/>
          <p:nvPr/>
        </p:nvSpPr>
        <p:spPr>
          <a:xfrm>
            <a:off x="7844651" y="366553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AD07E51-A4C4-4C4F-8B7B-5BAA2627D780}"/>
              </a:ext>
            </a:extLst>
          </p:cNvPr>
          <p:cNvSpPr/>
          <p:nvPr/>
        </p:nvSpPr>
        <p:spPr>
          <a:xfrm>
            <a:off x="8362141" y="366553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0DD4003-FA1C-4E5C-8668-A77FB2EB1B62}"/>
              </a:ext>
            </a:extLst>
          </p:cNvPr>
          <p:cNvSpPr/>
          <p:nvPr/>
        </p:nvSpPr>
        <p:spPr>
          <a:xfrm>
            <a:off x="6809671" y="390333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5A46B7C-8EF3-4AFD-8350-9994AA75DF8E}"/>
              </a:ext>
            </a:extLst>
          </p:cNvPr>
          <p:cNvSpPr/>
          <p:nvPr/>
        </p:nvSpPr>
        <p:spPr>
          <a:xfrm>
            <a:off x="7327161" y="390333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BAFED55-63BC-43D3-A89B-ADD245C814E2}"/>
              </a:ext>
            </a:extLst>
          </p:cNvPr>
          <p:cNvSpPr/>
          <p:nvPr/>
        </p:nvSpPr>
        <p:spPr>
          <a:xfrm>
            <a:off x="7844651" y="390333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9D606A1-40E5-461D-9CA3-DDD22FC067C9}"/>
              </a:ext>
            </a:extLst>
          </p:cNvPr>
          <p:cNvSpPr/>
          <p:nvPr/>
        </p:nvSpPr>
        <p:spPr>
          <a:xfrm>
            <a:off x="8362141" y="39033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386ACBF-56CF-4B72-BC67-1F29480A1F8F}"/>
              </a:ext>
            </a:extLst>
          </p:cNvPr>
          <p:cNvSpPr/>
          <p:nvPr/>
        </p:nvSpPr>
        <p:spPr>
          <a:xfrm>
            <a:off x="6809671" y="415957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A4FA4C32-0BE8-4223-B378-EDAB9B58E18F}"/>
              </a:ext>
            </a:extLst>
          </p:cNvPr>
          <p:cNvSpPr/>
          <p:nvPr/>
        </p:nvSpPr>
        <p:spPr>
          <a:xfrm>
            <a:off x="7327161" y="415957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0152D6B-8FB5-4EED-8059-90E6222E2E49}"/>
              </a:ext>
            </a:extLst>
          </p:cNvPr>
          <p:cNvSpPr/>
          <p:nvPr/>
        </p:nvSpPr>
        <p:spPr>
          <a:xfrm>
            <a:off x="7844651" y="415957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7FA1502-BC21-43D1-91A0-2732D1CECB27}"/>
              </a:ext>
            </a:extLst>
          </p:cNvPr>
          <p:cNvSpPr/>
          <p:nvPr/>
        </p:nvSpPr>
        <p:spPr>
          <a:xfrm>
            <a:off x="8362141" y="415956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0E1ABC7-4DC4-401D-93CF-AE0FB1C7F84A}"/>
              </a:ext>
            </a:extLst>
          </p:cNvPr>
          <p:cNvSpPr/>
          <p:nvPr/>
        </p:nvSpPr>
        <p:spPr>
          <a:xfrm>
            <a:off x="6809671" y="441580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C7DB30A-779B-48B9-A54F-E799414BBDBD}"/>
              </a:ext>
            </a:extLst>
          </p:cNvPr>
          <p:cNvSpPr/>
          <p:nvPr/>
        </p:nvSpPr>
        <p:spPr>
          <a:xfrm>
            <a:off x="7327161" y="441580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B4719C4-D823-4E4C-B62B-42E23153464F}"/>
              </a:ext>
            </a:extLst>
          </p:cNvPr>
          <p:cNvSpPr/>
          <p:nvPr/>
        </p:nvSpPr>
        <p:spPr>
          <a:xfrm>
            <a:off x="7844651" y="441580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0812C05-4155-4194-817E-139AA847DC2C}"/>
              </a:ext>
            </a:extLst>
          </p:cNvPr>
          <p:cNvSpPr/>
          <p:nvPr/>
        </p:nvSpPr>
        <p:spPr>
          <a:xfrm>
            <a:off x="8362141" y="44158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FC65862-3A5F-4960-9CFB-9A15570DA5C3}"/>
              </a:ext>
            </a:extLst>
          </p:cNvPr>
          <p:cNvSpPr/>
          <p:nvPr/>
        </p:nvSpPr>
        <p:spPr>
          <a:xfrm>
            <a:off x="6809671" y="467203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A8BB8C4-5F8E-4E53-867F-FBD2A792C2F4}"/>
              </a:ext>
            </a:extLst>
          </p:cNvPr>
          <p:cNvSpPr/>
          <p:nvPr/>
        </p:nvSpPr>
        <p:spPr>
          <a:xfrm>
            <a:off x="7327161" y="467203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E85CA39-87E0-4721-A51E-52FEE77C7261}"/>
              </a:ext>
            </a:extLst>
          </p:cNvPr>
          <p:cNvSpPr/>
          <p:nvPr/>
        </p:nvSpPr>
        <p:spPr>
          <a:xfrm>
            <a:off x="7844651" y="467203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2AFAE49D-7105-430F-BD89-BFB109447BB6}"/>
              </a:ext>
            </a:extLst>
          </p:cNvPr>
          <p:cNvSpPr/>
          <p:nvPr/>
        </p:nvSpPr>
        <p:spPr>
          <a:xfrm>
            <a:off x="8362141" y="467203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4DE6EDC-0F84-480C-93CC-09706D3A7C70}"/>
              </a:ext>
            </a:extLst>
          </p:cNvPr>
          <p:cNvSpPr/>
          <p:nvPr/>
        </p:nvSpPr>
        <p:spPr>
          <a:xfrm>
            <a:off x="4627812" y="240832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689E241-74AA-473E-85C8-7B497FF920B3}"/>
              </a:ext>
            </a:extLst>
          </p:cNvPr>
          <p:cNvSpPr/>
          <p:nvPr/>
        </p:nvSpPr>
        <p:spPr>
          <a:xfrm>
            <a:off x="5145302" y="240832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048BA12B-B4F3-4E34-B639-DA500D4EBFC3}"/>
              </a:ext>
            </a:extLst>
          </p:cNvPr>
          <p:cNvSpPr/>
          <p:nvPr/>
        </p:nvSpPr>
        <p:spPr>
          <a:xfrm>
            <a:off x="5662792" y="240832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44886EEB-E876-4413-895D-1098D9740A68}"/>
              </a:ext>
            </a:extLst>
          </p:cNvPr>
          <p:cNvSpPr/>
          <p:nvPr/>
        </p:nvSpPr>
        <p:spPr>
          <a:xfrm>
            <a:off x="6180282" y="240832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2BEA027-F7F3-4B40-870C-E4BE0EEB9E73}"/>
              </a:ext>
            </a:extLst>
          </p:cNvPr>
          <p:cNvSpPr/>
          <p:nvPr/>
        </p:nvSpPr>
        <p:spPr>
          <a:xfrm>
            <a:off x="4627812" y="266456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9E2F3AA-DA32-4111-B3B7-E18CE5BBD9DB}"/>
              </a:ext>
            </a:extLst>
          </p:cNvPr>
          <p:cNvSpPr/>
          <p:nvPr/>
        </p:nvSpPr>
        <p:spPr>
          <a:xfrm>
            <a:off x="5145302" y="266456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2CFF5263-BC12-416A-A5CE-13E780107A58}"/>
              </a:ext>
            </a:extLst>
          </p:cNvPr>
          <p:cNvSpPr/>
          <p:nvPr/>
        </p:nvSpPr>
        <p:spPr>
          <a:xfrm>
            <a:off x="5662792" y="266456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092D27A-8061-4064-9DA8-FE8D1060917C}"/>
              </a:ext>
            </a:extLst>
          </p:cNvPr>
          <p:cNvSpPr/>
          <p:nvPr/>
        </p:nvSpPr>
        <p:spPr>
          <a:xfrm>
            <a:off x="6180282" y="266455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EE8D5E0-7698-4E5D-9B5C-5B6436AC2E07}"/>
              </a:ext>
            </a:extLst>
          </p:cNvPr>
          <p:cNvSpPr/>
          <p:nvPr/>
        </p:nvSpPr>
        <p:spPr>
          <a:xfrm>
            <a:off x="4627812" y="292079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A34C9FD-9DBA-4BA8-8753-93EDC58328AF}"/>
              </a:ext>
            </a:extLst>
          </p:cNvPr>
          <p:cNvSpPr/>
          <p:nvPr/>
        </p:nvSpPr>
        <p:spPr>
          <a:xfrm>
            <a:off x="5145302" y="292079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7EA41B9-F9B8-42E7-ABDF-EA31387D4869}"/>
              </a:ext>
            </a:extLst>
          </p:cNvPr>
          <p:cNvSpPr/>
          <p:nvPr/>
        </p:nvSpPr>
        <p:spPr>
          <a:xfrm>
            <a:off x="5662792" y="292079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A7809C6-FB08-43CD-B538-A053EA4CDC34}"/>
              </a:ext>
            </a:extLst>
          </p:cNvPr>
          <p:cNvSpPr/>
          <p:nvPr/>
        </p:nvSpPr>
        <p:spPr>
          <a:xfrm>
            <a:off x="6180282" y="292079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B159999E-12E6-45E6-BB9F-125ED93C633D}"/>
              </a:ext>
            </a:extLst>
          </p:cNvPr>
          <p:cNvSpPr/>
          <p:nvPr/>
        </p:nvSpPr>
        <p:spPr>
          <a:xfrm>
            <a:off x="4627812" y="317702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F35ECC66-7B59-4D92-98EB-D1BE8BBEADB2}"/>
              </a:ext>
            </a:extLst>
          </p:cNvPr>
          <p:cNvSpPr/>
          <p:nvPr/>
        </p:nvSpPr>
        <p:spPr>
          <a:xfrm>
            <a:off x="5145302" y="317702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A102475-26AF-478B-BA13-4ACA3CB234F2}"/>
              </a:ext>
            </a:extLst>
          </p:cNvPr>
          <p:cNvSpPr/>
          <p:nvPr/>
        </p:nvSpPr>
        <p:spPr>
          <a:xfrm>
            <a:off x="5662792" y="317702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15C4412C-9CDF-4F08-BF70-6EEBCF494876}"/>
              </a:ext>
            </a:extLst>
          </p:cNvPr>
          <p:cNvSpPr/>
          <p:nvPr/>
        </p:nvSpPr>
        <p:spPr>
          <a:xfrm>
            <a:off x="6180282" y="317702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A58FE60-F10E-4172-A9F0-820CEE0D5CB1}"/>
              </a:ext>
            </a:extLst>
          </p:cNvPr>
          <p:cNvSpPr/>
          <p:nvPr/>
        </p:nvSpPr>
        <p:spPr>
          <a:xfrm>
            <a:off x="4627812" y="343325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88DC903-F317-4359-BEAB-099730D2B965}"/>
              </a:ext>
            </a:extLst>
          </p:cNvPr>
          <p:cNvSpPr/>
          <p:nvPr/>
        </p:nvSpPr>
        <p:spPr>
          <a:xfrm>
            <a:off x="5145302" y="343325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4396EE5F-8B3F-41B3-806B-7CC9744D0E01}"/>
              </a:ext>
            </a:extLst>
          </p:cNvPr>
          <p:cNvSpPr/>
          <p:nvPr/>
        </p:nvSpPr>
        <p:spPr>
          <a:xfrm>
            <a:off x="5662792" y="343325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4991C0B-897D-4844-8ADD-C17BEE7679A3}"/>
              </a:ext>
            </a:extLst>
          </p:cNvPr>
          <p:cNvSpPr/>
          <p:nvPr/>
        </p:nvSpPr>
        <p:spPr>
          <a:xfrm>
            <a:off x="6180282" y="343325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0A06C358-BA2E-48AE-ADD1-325F96BFD3D4}"/>
              </a:ext>
            </a:extLst>
          </p:cNvPr>
          <p:cNvSpPr/>
          <p:nvPr/>
        </p:nvSpPr>
        <p:spPr>
          <a:xfrm>
            <a:off x="4627812" y="368949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D6BB366A-7C86-451E-A0A1-91B16E9D2DF6}"/>
              </a:ext>
            </a:extLst>
          </p:cNvPr>
          <p:cNvSpPr/>
          <p:nvPr/>
        </p:nvSpPr>
        <p:spPr>
          <a:xfrm>
            <a:off x="5145302" y="368949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50EB894A-6B57-4773-9987-A7A483802DC0}"/>
              </a:ext>
            </a:extLst>
          </p:cNvPr>
          <p:cNvSpPr/>
          <p:nvPr/>
        </p:nvSpPr>
        <p:spPr>
          <a:xfrm>
            <a:off x="5662792" y="368949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BEA8E59A-9B80-4EA3-BAC6-7498FCB0FFEC}"/>
              </a:ext>
            </a:extLst>
          </p:cNvPr>
          <p:cNvSpPr/>
          <p:nvPr/>
        </p:nvSpPr>
        <p:spPr>
          <a:xfrm>
            <a:off x="6180282" y="368948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0222F2D-C6DE-4585-9914-A7361A9FE93A}"/>
              </a:ext>
            </a:extLst>
          </p:cNvPr>
          <p:cNvSpPr/>
          <p:nvPr/>
        </p:nvSpPr>
        <p:spPr>
          <a:xfrm>
            <a:off x="4627812" y="392729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0DAD270F-F230-4E08-A6D3-C7206DD9A64B}"/>
              </a:ext>
            </a:extLst>
          </p:cNvPr>
          <p:cNvSpPr/>
          <p:nvPr/>
        </p:nvSpPr>
        <p:spPr>
          <a:xfrm>
            <a:off x="5145302" y="392729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FACD3558-4F2D-49BC-9A7C-0DCDEB71F67F}"/>
              </a:ext>
            </a:extLst>
          </p:cNvPr>
          <p:cNvSpPr/>
          <p:nvPr/>
        </p:nvSpPr>
        <p:spPr>
          <a:xfrm>
            <a:off x="5662792" y="3927292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1D5F993-9F28-47E2-A35B-5DE0F51ED290}"/>
              </a:ext>
            </a:extLst>
          </p:cNvPr>
          <p:cNvSpPr/>
          <p:nvPr/>
        </p:nvSpPr>
        <p:spPr>
          <a:xfrm>
            <a:off x="6180282" y="392729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D8FBB645-13E1-45F1-9CB9-50321F3379AA}"/>
              </a:ext>
            </a:extLst>
          </p:cNvPr>
          <p:cNvSpPr/>
          <p:nvPr/>
        </p:nvSpPr>
        <p:spPr>
          <a:xfrm>
            <a:off x="4627812" y="418352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D18F4BD-D67A-474B-902E-9317CFC13ACA}"/>
              </a:ext>
            </a:extLst>
          </p:cNvPr>
          <p:cNvSpPr/>
          <p:nvPr/>
        </p:nvSpPr>
        <p:spPr>
          <a:xfrm>
            <a:off x="5145302" y="418352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8137ED65-E934-41EA-BE87-581014A6EB36}"/>
              </a:ext>
            </a:extLst>
          </p:cNvPr>
          <p:cNvSpPr/>
          <p:nvPr/>
        </p:nvSpPr>
        <p:spPr>
          <a:xfrm>
            <a:off x="5662792" y="418352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4F8A1744-0673-4324-A1A1-690C01DA81C5}"/>
              </a:ext>
            </a:extLst>
          </p:cNvPr>
          <p:cNvSpPr/>
          <p:nvPr/>
        </p:nvSpPr>
        <p:spPr>
          <a:xfrm>
            <a:off x="6180282" y="41835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A556632-AC19-4337-B743-D4163160AEF8}"/>
              </a:ext>
            </a:extLst>
          </p:cNvPr>
          <p:cNvSpPr/>
          <p:nvPr/>
        </p:nvSpPr>
        <p:spPr>
          <a:xfrm>
            <a:off x="4627812" y="443975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7FBCFC8A-80EA-4D80-BB6E-92A723A68F96}"/>
              </a:ext>
            </a:extLst>
          </p:cNvPr>
          <p:cNvSpPr/>
          <p:nvPr/>
        </p:nvSpPr>
        <p:spPr>
          <a:xfrm>
            <a:off x="5145302" y="443975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EC9E46E-413D-4694-A8C6-7067B2F0C642}"/>
              </a:ext>
            </a:extLst>
          </p:cNvPr>
          <p:cNvSpPr/>
          <p:nvPr/>
        </p:nvSpPr>
        <p:spPr>
          <a:xfrm>
            <a:off x="5662792" y="443975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47B7F0A-67E0-42B8-8ACE-B3A500DEA6F7}"/>
              </a:ext>
            </a:extLst>
          </p:cNvPr>
          <p:cNvSpPr/>
          <p:nvPr/>
        </p:nvSpPr>
        <p:spPr>
          <a:xfrm>
            <a:off x="6180282" y="443975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649A715E-8340-475B-957F-C5DE7990E916}"/>
              </a:ext>
            </a:extLst>
          </p:cNvPr>
          <p:cNvSpPr/>
          <p:nvPr/>
        </p:nvSpPr>
        <p:spPr>
          <a:xfrm>
            <a:off x="4627812" y="469598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E4AA946D-741E-4574-AAEC-943676F78861}"/>
              </a:ext>
            </a:extLst>
          </p:cNvPr>
          <p:cNvSpPr/>
          <p:nvPr/>
        </p:nvSpPr>
        <p:spPr>
          <a:xfrm>
            <a:off x="5145302" y="469598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2C33E82D-7A17-4A99-8EB3-CA027A6F9052}"/>
              </a:ext>
            </a:extLst>
          </p:cNvPr>
          <p:cNvSpPr/>
          <p:nvPr/>
        </p:nvSpPr>
        <p:spPr>
          <a:xfrm>
            <a:off x="5662792" y="469598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28A820AC-4C4D-4F37-9CD8-604E1916B244}"/>
              </a:ext>
            </a:extLst>
          </p:cNvPr>
          <p:cNvSpPr/>
          <p:nvPr/>
        </p:nvSpPr>
        <p:spPr>
          <a:xfrm>
            <a:off x="6180282" y="469598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EEC3A-95A7-4AD2-BD33-4D1D5CBA36E3}"/>
              </a:ext>
            </a:extLst>
          </p:cNvPr>
          <p:cNvSpPr txBox="1"/>
          <p:nvPr/>
        </p:nvSpPr>
        <p:spPr>
          <a:xfrm>
            <a:off x="2041493" y="2461352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B55EF6C-8140-4383-8A64-2F876500BBB3}"/>
              </a:ext>
            </a:extLst>
          </p:cNvPr>
          <p:cNvSpPr txBox="1"/>
          <p:nvPr/>
        </p:nvSpPr>
        <p:spPr>
          <a:xfrm>
            <a:off x="2028385" y="2709612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5888D9D6-C0A2-46E1-8221-76F4D9B0FC47}"/>
              </a:ext>
            </a:extLst>
          </p:cNvPr>
          <p:cNvSpPr/>
          <p:nvPr/>
        </p:nvSpPr>
        <p:spPr>
          <a:xfrm>
            <a:off x="2440076" y="368479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3C23E86-FF76-4B39-95BE-CBD605FE2694}"/>
              </a:ext>
            </a:extLst>
          </p:cNvPr>
          <p:cNvSpPr/>
          <p:nvPr/>
        </p:nvSpPr>
        <p:spPr>
          <a:xfrm>
            <a:off x="2957566" y="368479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B4517C9-8DD7-4924-877B-9259C1032647}"/>
              </a:ext>
            </a:extLst>
          </p:cNvPr>
          <p:cNvSpPr/>
          <p:nvPr/>
        </p:nvSpPr>
        <p:spPr>
          <a:xfrm>
            <a:off x="3475056" y="368479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D630F0CB-E65A-453E-A05A-B2F2C1F56FFD}"/>
              </a:ext>
            </a:extLst>
          </p:cNvPr>
          <p:cNvSpPr/>
          <p:nvPr/>
        </p:nvSpPr>
        <p:spPr>
          <a:xfrm>
            <a:off x="3992546" y="368479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0754660-73F6-43CE-91B3-ED9364DEEFD5}"/>
              </a:ext>
            </a:extLst>
          </p:cNvPr>
          <p:cNvSpPr/>
          <p:nvPr/>
        </p:nvSpPr>
        <p:spPr>
          <a:xfrm>
            <a:off x="2440076" y="394103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F00F80A-059B-4F7C-AA8B-4FBD9BE504FA}"/>
              </a:ext>
            </a:extLst>
          </p:cNvPr>
          <p:cNvSpPr/>
          <p:nvPr/>
        </p:nvSpPr>
        <p:spPr>
          <a:xfrm>
            <a:off x="2957566" y="394102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9DC5040E-AB58-4FA4-AFDA-7EF0DAABC4A7}"/>
              </a:ext>
            </a:extLst>
          </p:cNvPr>
          <p:cNvSpPr/>
          <p:nvPr/>
        </p:nvSpPr>
        <p:spPr>
          <a:xfrm>
            <a:off x="3475056" y="394102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49886721-5A80-46DD-B531-208D0B9640A3}"/>
              </a:ext>
            </a:extLst>
          </p:cNvPr>
          <p:cNvSpPr/>
          <p:nvPr/>
        </p:nvSpPr>
        <p:spPr>
          <a:xfrm>
            <a:off x="3992546" y="394102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D0BAAFCA-1DD1-41E0-9833-6DB9D01B0A19}"/>
              </a:ext>
            </a:extLst>
          </p:cNvPr>
          <p:cNvSpPr/>
          <p:nvPr/>
        </p:nvSpPr>
        <p:spPr>
          <a:xfrm>
            <a:off x="2440076" y="419726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C4DA71A-9ED0-40FC-AC8C-475025DB7A4B}"/>
              </a:ext>
            </a:extLst>
          </p:cNvPr>
          <p:cNvSpPr/>
          <p:nvPr/>
        </p:nvSpPr>
        <p:spPr>
          <a:xfrm>
            <a:off x="2957566" y="419726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94CD4CA-38B6-4EFF-AF0B-9D264DEC5D2D}"/>
              </a:ext>
            </a:extLst>
          </p:cNvPr>
          <p:cNvSpPr/>
          <p:nvPr/>
        </p:nvSpPr>
        <p:spPr>
          <a:xfrm>
            <a:off x="3475056" y="419726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5D2FAC1-583B-4112-8EE9-006F03295411}"/>
              </a:ext>
            </a:extLst>
          </p:cNvPr>
          <p:cNvSpPr/>
          <p:nvPr/>
        </p:nvSpPr>
        <p:spPr>
          <a:xfrm>
            <a:off x="3992546" y="419726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571B9632-A23F-4FFF-B1C8-E5194C5D1D13}"/>
              </a:ext>
            </a:extLst>
          </p:cNvPr>
          <p:cNvSpPr/>
          <p:nvPr/>
        </p:nvSpPr>
        <p:spPr>
          <a:xfrm>
            <a:off x="2440076" y="443507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0850CC7-FD1B-482C-9149-1B4614AD5B65}"/>
              </a:ext>
            </a:extLst>
          </p:cNvPr>
          <p:cNvSpPr/>
          <p:nvPr/>
        </p:nvSpPr>
        <p:spPr>
          <a:xfrm>
            <a:off x="2957566" y="443507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0795FCF-60AD-449B-8A81-F52BD9FC1E9C}"/>
              </a:ext>
            </a:extLst>
          </p:cNvPr>
          <p:cNvSpPr/>
          <p:nvPr/>
        </p:nvSpPr>
        <p:spPr>
          <a:xfrm>
            <a:off x="3475056" y="4435073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A8E830C8-A38E-4CE8-9427-F25BA98D5389}"/>
              </a:ext>
            </a:extLst>
          </p:cNvPr>
          <p:cNvSpPr/>
          <p:nvPr/>
        </p:nvSpPr>
        <p:spPr>
          <a:xfrm>
            <a:off x="3992546" y="443507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5234A08C-5B85-46B5-A0A0-563E7D9363C5}"/>
              </a:ext>
            </a:extLst>
          </p:cNvPr>
          <p:cNvSpPr/>
          <p:nvPr/>
        </p:nvSpPr>
        <p:spPr>
          <a:xfrm>
            <a:off x="2440076" y="469130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74CBA7C-00EB-4B15-8FE4-80692BAC2FD1}"/>
              </a:ext>
            </a:extLst>
          </p:cNvPr>
          <p:cNvSpPr/>
          <p:nvPr/>
        </p:nvSpPr>
        <p:spPr>
          <a:xfrm>
            <a:off x="2957566" y="469130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260874B7-F2AA-4981-9C3C-6AB14FDFE7C1}"/>
              </a:ext>
            </a:extLst>
          </p:cNvPr>
          <p:cNvSpPr/>
          <p:nvPr/>
        </p:nvSpPr>
        <p:spPr>
          <a:xfrm>
            <a:off x="3475056" y="469130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8EC0314B-6331-4437-BA30-47243CEE4F2B}"/>
              </a:ext>
            </a:extLst>
          </p:cNvPr>
          <p:cNvSpPr/>
          <p:nvPr/>
        </p:nvSpPr>
        <p:spPr>
          <a:xfrm>
            <a:off x="3992546" y="469130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BBC2A1E-2F3E-4438-B64E-4B10CAAA69F1}"/>
              </a:ext>
            </a:extLst>
          </p:cNvPr>
          <p:cNvSpPr txBox="1"/>
          <p:nvPr/>
        </p:nvSpPr>
        <p:spPr>
          <a:xfrm>
            <a:off x="2028384" y="2971589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C5E95B3-ABA1-44A1-9228-418C37F52CC2}"/>
              </a:ext>
            </a:extLst>
          </p:cNvPr>
          <p:cNvSpPr txBox="1"/>
          <p:nvPr/>
        </p:nvSpPr>
        <p:spPr>
          <a:xfrm>
            <a:off x="1966363" y="3204069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7592584-F36F-4371-84D6-FAC5492F1C5E}"/>
              </a:ext>
            </a:extLst>
          </p:cNvPr>
          <p:cNvSpPr txBox="1"/>
          <p:nvPr/>
        </p:nvSpPr>
        <p:spPr>
          <a:xfrm>
            <a:off x="1974793" y="3465213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A8D9677-6512-437A-96A5-A1E26D8D70D6}"/>
              </a:ext>
            </a:extLst>
          </p:cNvPr>
          <p:cNvSpPr txBox="1"/>
          <p:nvPr/>
        </p:nvSpPr>
        <p:spPr>
          <a:xfrm>
            <a:off x="1967804" y="3757334"/>
            <a:ext cx="695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B0087D0-2017-4B5C-9350-E3BA38A917F0}"/>
              </a:ext>
            </a:extLst>
          </p:cNvPr>
          <p:cNvSpPr txBox="1"/>
          <p:nvPr/>
        </p:nvSpPr>
        <p:spPr>
          <a:xfrm>
            <a:off x="1966363" y="3991831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A40817A-18CB-45ED-BC7F-1D9899D1759D}"/>
              </a:ext>
            </a:extLst>
          </p:cNvPr>
          <p:cNvSpPr txBox="1"/>
          <p:nvPr/>
        </p:nvSpPr>
        <p:spPr>
          <a:xfrm>
            <a:off x="1966363" y="4231088"/>
            <a:ext cx="695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D93AD6C-C28F-4A26-A2EA-27CFEFA90796}"/>
              </a:ext>
            </a:extLst>
          </p:cNvPr>
          <p:cNvSpPr txBox="1"/>
          <p:nvPr/>
        </p:nvSpPr>
        <p:spPr>
          <a:xfrm>
            <a:off x="1972107" y="4507270"/>
            <a:ext cx="837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C4C5F558-2920-49D6-8CDC-2FDBB1BCA0B3}"/>
              </a:ext>
            </a:extLst>
          </p:cNvPr>
          <p:cNvSpPr txBox="1"/>
          <p:nvPr/>
        </p:nvSpPr>
        <p:spPr>
          <a:xfrm>
            <a:off x="1962507" y="4745082"/>
            <a:ext cx="837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F523590-375B-4EB4-8C32-A4E89824D766}"/>
                  </a:ext>
                </a:extLst>
              </p:cNvPr>
              <p:cNvSpPr txBox="1"/>
              <p:nvPr/>
            </p:nvSpPr>
            <p:spPr>
              <a:xfrm>
                <a:off x="4822024" y="2048792"/>
                <a:ext cx="16144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=5</a:t>
                </a: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F523590-375B-4EB4-8C32-A4E89824D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024" y="2048792"/>
                <a:ext cx="1614491" cy="307777"/>
              </a:xfrm>
              <a:prstGeom prst="rect">
                <a:avLst/>
              </a:prstGeom>
              <a:blipFill>
                <a:blip r:embed="rId3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C4777D1D-C52C-4F2A-95BA-7B30674F6040}"/>
                  </a:ext>
                </a:extLst>
              </p:cNvPr>
              <p:cNvSpPr txBox="1"/>
              <p:nvPr/>
            </p:nvSpPr>
            <p:spPr>
              <a:xfrm>
                <a:off x="6992437" y="2044282"/>
                <a:ext cx="16144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=6</a:t>
                </a:r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C4777D1D-C52C-4F2A-95BA-7B30674F6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37" y="2044282"/>
                <a:ext cx="1614491" cy="307777"/>
              </a:xfrm>
              <a:prstGeom prst="rect">
                <a:avLst/>
              </a:prstGeom>
              <a:blipFill>
                <a:blip r:embed="rId4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C19FD9-8A49-4A27-8AC9-005CD3E5E2BE}"/>
              </a:ext>
            </a:extLst>
          </p:cNvPr>
          <p:cNvCxnSpPr>
            <a:cxnSpLocks/>
          </p:cNvCxnSpPr>
          <p:nvPr/>
        </p:nvCxnSpPr>
        <p:spPr>
          <a:xfrm>
            <a:off x="4627812" y="2160346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2883AB8-8D0A-44FB-9D8C-A604B7E6F268}"/>
              </a:ext>
            </a:extLst>
          </p:cNvPr>
          <p:cNvCxnSpPr>
            <a:cxnSpLocks/>
          </p:cNvCxnSpPr>
          <p:nvPr/>
        </p:nvCxnSpPr>
        <p:spPr>
          <a:xfrm>
            <a:off x="4510036" y="2160346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C329CD8B-BB5F-4F2A-B470-D67F697B1354}"/>
              </a:ext>
            </a:extLst>
          </p:cNvPr>
          <p:cNvCxnSpPr>
            <a:cxnSpLocks/>
          </p:cNvCxnSpPr>
          <p:nvPr/>
        </p:nvCxnSpPr>
        <p:spPr>
          <a:xfrm>
            <a:off x="6697772" y="2160346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CB22156B-2357-44D5-AA3D-B797125633D6}"/>
              </a:ext>
            </a:extLst>
          </p:cNvPr>
          <p:cNvCxnSpPr>
            <a:cxnSpLocks/>
          </p:cNvCxnSpPr>
          <p:nvPr/>
        </p:nvCxnSpPr>
        <p:spPr>
          <a:xfrm>
            <a:off x="2440076" y="2160346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228C060D-D904-4759-A63D-129696665DED}"/>
              </a:ext>
            </a:extLst>
          </p:cNvPr>
          <p:cNvCxnSpPr>
            <a:cxnSpLocks/>
          </p:cNvCxnSpPr>
          <p:nvPr/>
        </p:nvCxnSpPr>
        <p:spPr>
          <a:xfrm>
            <a:off x="6809671" y="2160346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B80244F0-DA76-413D-9A2F-32F581BEAEE8}"/>
              </a:ext>
            </a:extLst>
          </p:cNvPr>
          <p:cNvCxnSpPr>
            <a:cxnSpLocks/>
          </p:cNvCxnSpPr>
          <p:nvPr/>
        </p:nvCxnSpPr>
        <p:spPr>
          <a:xfrm>
            <a:off x="8879631" y="2160346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41A72B-580F-458B-B1FC-E943BF446737}"/>
              </a:ext>
            </a:extLst>
          </p:cNvPr>
          <p:cNvCxnSpPr>
            <a:cxnSpLocks/>
          </p:cNvCxnSpPr>
          <p:nvPr/>
        </p:nvCxnSpPr>
        <p:spPr>
          <a:xfrm>
            <a:off x="2440076" y="3684795"/>
            <a:ext cx="2069960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C6BC4A99-564C-445E-9FF3-D539BB0A7D5F}"/>
              </a:ext>
            </a:extLst>
          </p:cNvPr>
          <p:cNvCxnSpPr>
            <a:cxnSpLocks/>
          </p:cNvCxnSpPr>
          <p:nvPr/>
        </p:nvCxnSpPr>
        <p:spPr>
          <a:xfrm>
            <a:off x="2440076" y="421630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38ABCAE7-1172-41B1-8BC3-4D4E98750A39}"/>
              </a:ext>
            </a:extLst>
          </p:cNvPr>
          <p:cNvCxnSpPr>
            <a:cxnSpLocks/>
          </p:cNvCxnSpPr>
          <p:nvPr/>
        </p:nvCxnSpPr>
        <p:spPr>
          <a:xfrm>
            <a:off x="2936464" y="446300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8D5DD73B-6A3E-484D-8640-F8B01055C848}"/>
              </a:ext>
            </a:extLst>
          </p:cNvPr>
          <p:cNvCxnSpPr>
            <a:cxnSpLocks/>
          </p:cNvCxnSpPr>
          <p:nvPr/>
        </p:nvCxnSpPr>
        <p:spPr>
          <a:xfrm>
            <a:off x="2957566" y="273595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20765D5D-9A36-4373-ACCF-8044B7CDDD6B}"/>
              </a:ext>
            </a:extLst>
          </p:cNvPr>
          <p:cNvCxnSpPr>
            <a:cxnSpLocks/>
          </p:cNvCxnSpPr>
          <p:nvPr/>
        </p:nvCxnSpPr>
        <p:spPr>
          <a:xfrm>
            <a:off x="2962805" y="247972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159FF1C9-393F-41EC-B7E7-BE1CA47DD11B}"/>
              </a:ext>
            </a:extLst>
          </p:cNvPr>
          <p:cNvCxnSpPr>
            <a:cxnSpLocks/>
          </p:cNvCxnSpPr>
          <p:nvPr/>
        </p:nvCxnSpPr>
        <p:spPr>
          <a:xfrm>
            <a:off x="2957566" y="348106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4E43CCB8-FEE5-46DE-86C3-853BF0193FD5}"/>
              </a:ext>
            </a:extLst>
          </p:cNvPr>
          <p:cNvCxnSpPr>
            <a:cxnSpLocks/>
          </p:cNvCxnSpPr>
          <p:nvPr/>
        </p:nvCxnSpPr>
        <p:spPr>
          <a:xfrm>
            <a:off x="2962805" y="322483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4FD8377B-CAA4-4FE1-8B99-3342C7513F37}"/>
              </a:ext>
            </a:extLst>
          </p:cNvPr>
          <p:cNvCxnSpPr>
            <a:cxnSpLocks/>
          </p:cNvCxnSpPr>
          <p:nvPr/>
        </p:nvCxnSpPr>
        <p:spPr>
          <a:xfrm>
            <a:off x="2957566" y="400499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6E832E5B-7ACB-48B6-87DD-B50E19DC1075}"/>
              </a:ext>
            </a:extLst>
          </p:cNvPr>
          <p:cNvCxnSpPr>
            <a:cxnSpLocks/>
          </p:cNvCxnSpPr>
          <p:nvPr/>
        </p:nvCxnSpPr>
        <p:spPr>
          <a:xfrm>
            <a:off x="2962805" y="374876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967343FF-EF56-41E8-BDCF-8DA22E2B958F}"/>
              </a:ext>
            </a:extLst>
          </p:cNvPr>
          <p:cNvCxnSpPr>
            <a:cxnSpLocks/>
          </p:cNvCxnSpPr>
          <p:nvPr/>
        </p:nvCxnSpPr>
        <p:spPr>
          <a:xfrm>
            <a:off x="2957566" y="474508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921FB4EF-C6FC-483E-8D57-CD36013D60DE}"/>
              </a:ext>
            </a:extLst>
          </p:cNvPr>
          <p:cNvCxnSpPr>
            <a:cxnSpLocks/>
          </p:cNvCxnSpPr>
          <p:nvPr/>
        </p:nvCxnSpPr>
        <p:spPr>
          <a:xfrm>
            <a:off x="2961131" y="450727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86DE20CC-E738-4A1D-98FD-EE9A61B2114B}"/>
              </a:ext>
            </a:extLst>
          </p:cNvPr>
          <p:cNvCxnSpPr>
            <a:cxnSpLocks/>
          </p:cNvCxnSpPr>
          <p:nvPr/>
        </p:nvCxnSpPr>
        <p:spPr>
          <a:xfrm>
            <a:off x="2957566" y="425448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EE3F864D-4D97-4A2A-8A4B-CAF68DFE51D1}"/>
              </a:ext>
            </a:extLst>
          </p:cNvPr>
          <p:cNvCxnSpPr>
            <a:cxnSpLocks/>
          </p:cNvCxnSpPr>
          <p:nvPr/>
        </p:nvCxnSpPr>
        <p:spPr>
          <a:xfrm>
            <a:off x="2957566" y="298661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C3FA9ECB-E18D-4637-A7AF-5AB6FC91D2B4}"/>
              </a:ext>
            </a:extLst>
          </p:cNvPr>
          <p:cNvCxnSpPr>
            <a:cxnSpLocks/>
          </p:cNvCxnSpPr>
          <p:nvPr/>
        </p:nvCxnSpPr>
        <p:spPr>
          <a:xfrm>
            <a:off x="7327161" y="473665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A6BC1F71-4713-4DFE-847B-C65A36B20FC1}"/>
              </a:ext>
            </a:extLst>
          </p:cNvPr>
          <p:cNvCxnSpPr>
            <a:cxnSpLocks/>
          </p:cNvCxnSpPr>
          <p:nvPr/>
        </p:nvCxnSpPr>
        <p:spPr>
          <a:xfrm>
            <a:off x="2936464" y="318997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2968DB9B-2B22-49F8-8FAE-15FEFAC4FB49}"/>
              </a:ext>
            </a:extLst>
          </p:cNvPr>
          <p:cNvCxnSpPr>
            <a:cxnSpLocks/>
          </p:cNvCxnSpPr>
          <p:nvPr/>
        </p:nvCxnSpPr>
        <p:spPr>
          <a:xfrm>
            <a:off x="3475056" y="470628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E6CC80B-6B46-4D6B-B0BA-AE495921D76F}"/>
              </a:ext>
            </a:extLst>
          </p:cNvPr>
          <p:cNvSpPr/>
          <p:nvPr/>
        </p:nvSpPr>
        <p:spPr>
          <a:xfrm>
            <a:off x="3527537" y="3224836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F396060E-E256-43ED-AF01-6EAE7265BD0D}"/>
              </a:ext>
            </a:extLst>
          </p:cNvPr>
          <p:cNvSpPr/>
          <p:nvPr/>
        </p:nvSpPr>
        <p:spPr>
          <a:xfrm>
            <a:off x="3537403" y="4507131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233DD44C-8ECA-47BE-98A8-178380E256AB}"/>
              </a:ext>
            </a:extLst>
          </p:cNvPr>
          <p:cNvSpPr/>
          <p:nvPr/>
        </p:nvSpPr>
        <p:spPr>
          <a:xfrm>
            <a:off x="7937107" y="3204069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A4BDC0B6-9ACA-4421-B293-4AF39ED32C00}"/>
              </a:ext>
            </a:extLst>
          </p:cNvPr>
          <p:cNvCxnSpPr>
            <a:cxnSpLocks/>
          </p:cNvCxnSpPr>
          <p:nvPr/>
        </p:nvCxnSpPr>
        <p:spPr>
          <a:xfrm>
            <a:off x="5662792" y="400499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A659D5AD-67A0-4C20-8559-974A20A0355E}"/>
              </a:ext>
            </a:extLst>
          </p:cNvPr>
          <p:cNvCxnSpPr>
            <a:cxnSpLocks/>
          </p:cNvCxnSpPr>
          <p:nvPr/>
        </p:nvCxnSpPr>
        <p:spPr>
          <a:xfrm>
            <a:off x="3992546" y="368948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E1D48C1C-C71C-42E0-A780-44266F0DC256}"/>
              </a:ext>
            </a:extLst>
          </p:cNvPr>
          <p:cNvCxnSpPr>
            <a:cxnSpLocks/>
          </p:cNvCxnSpPr>
          <p:nvPr/>
        </p:nvCxnSpPr>
        <p:spPr>
          <a:xfrm>
            <a:off x="2453254" y="294234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53511165-5097-4065-AA30-6F6C900E27C8}"/>
              </a:ext>
            </a:extLst>
          </p:cNvPr>
          <p:cNvCxnSpPr>
            <a:cxnSpLocks/>
          </p:cNvCxnSpPr>
          <p:nvPr/>
        </p:nvCxnSpPr>
        <p:spPr>
          <a:xfrm>
            <a:off x="3992546" y="243545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D665AFFC-E196-4CD8-BD08-F3F6C8AE4646}"/>
              </a:ext>
            </a:extLst>
          </p:cNvPr>
          <p:cNvCxnSpPr>
            <a:cxnSpLocks/>
          </p:cNvCxnSpPr>
          <p:nvPr/>
        </p:nvCxnSpPr>
        <p:spPr>
          <a:xfrm>
            <a:off x="3475056" y="346521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55D0A851-9385-4DB8-9674-F6274E688592}"/>
              </a:ext>
            </a:extLst>
          </p:cNvPr>
          <p:cNvCxnSpPr>
            <a:cxnSpLocks/>
          </p:cNvCxnSpPr>
          <p:nvPr/>
        </p:nvCxnSpPr>
        <p:spPr>
          <a:xfrm>
            <a:off x="5354107" y="476398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ADD8067C-8BC6-4CF5-927E-88C7C9D3270A}"/>
              </a:ext>
            </a:extLst>
          </p:cNvPr>
          <p:cNvCxnSpPr>
            <a:cxnSpLocks/>
          </p:cNvCxnSpPr>
          <p:nvPr/>
        </p:nvCxnSpPr>
        <p:spPr>
          <a:xfrm>
            <a:off x="5145302" y="320406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4339E3A8-B4A7-4E2B-A2D2-D91FE9278E88}"/>
              </a:ext>
            </a:extLst>
          </p:cNvPr>
          <p:cNvCxnSpPr>
            <a:cxnSpLocks/>
          </p:cNvCxnSpPr>
          <p:nvPr/>
        </p:nvCxnSpPr>
        <p:spPr>
          <a:xfrm>
            <a:off x="5138814" y="395124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FA1A292C-A4B8-48B9-92DA-CC889820A95A}"/>
              </a:ext>
            </a:extLst>
          </p:cNvPr>
          <p:cNvCxnSpPr>
            <a:cxnSpLocks/>
          </p:cNvCxnSpPr>
          <p:nvPr/>
        </p:nvCxnSpPr>
        <p:spPr>
          <a:xfrm>
            <a:off x="6180282" y="370449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C8492787-65DF-4D44-B885-27823080251E}"/>
              </a:ext>
            </a:extLst>
          </p:cNvPr>
          <p:cNvCxnSpPr>
            <a:cxnSpLocks/>
          </p:cNvCxnSpPr>
          <p:nvPr/>
        </p:nvCxnSpPr>
        <p:spPr>
          <a:xfrm>
            <a:off x="6012891" y="473107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97309873-BC1D-469E-B1E6-0CE3D9B0230F}"/>
              </a:ext>
            </a:extLst>
          </p:cNvPr>
          <p:cNvCxnSpPr>
            <a:cxnSpLocks/>
          </p:cNvCxnSpPr>
          <p:nvPr/>
        </p:nvCxnSpPr>
        <p:spPr>
          <a:xfrm>
            <a:off x="4646456" y="421021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9E540C3C-3114-4EC5-97B1-A463D039FF2A}"/>
              </a:ext>
            </a:extLst>
          </p:cNvPr>
          <p:cNvCxnSpPr>
            <a:cxnSpLocks/>
          </p:cNvCxnSpPr>
          <p:nvPr/>
        </p:nvCxnSpPr>
        <p:spPr>
          <a:xfrm>
            <a:off x="5145302" y="445349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8BC9C94D-3306-41B2-9A83-268B9893A915}"/>
              </a:ext>
            </a:extLst>
          </p:cNvPr>
          <p:cNvCxnSpPr>
            <a:cxnSpLocks/>
          </p:cNvCxnSpPr>
          <p:nvPr/>
        </p:nvCxnSpPr>
        <p:spPr>
          <a:xfrm>
            <a:off x="5662792" y="470628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11E15D03-53A5-44B0-A3BC-636DDC530B6D}"/>
              </a:ext>
            </a:extLst>
          </p:cNvPr>
          <p:cNvCxnSpPr>
            <a:cxnSpLocks/>
          </p:cNvCxnSpPr>
          <p:nvPr/>
        </p:nvCxnSpPr>
        <p:spPr>
          <a:xfrm>
            <a:off x="5145302" y="475320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4DA8FA86-8797-4986-9197-2DCA6FD20C29}"/>
              </a:ext>
            </a:extLst>
          </p:cNvPr>
          <p:cNvCxnSpPr>
            <a:cxnSpLocks/>
          </p:cNvCxnSpPr>
          <p:nvPr/>
        </p:nvCxnSpPr>
        <p:spPr>
          <a:xfrm>
            <a:off x="4627812" y="450413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AFBCA287-0496-4AF6-95A6-C839027459AC}"/>
              </a:ext>
            </a:extLst>
          </p:cNvPr>
          <p:cNvCxnSpPr>
            <a:cxnSpLocks/>
          </p:cNvCxnSpPr>
          <p:nvPr/>
        </p:nvCxnSpPr>
        <p:spPr>
          <a:xfrm>
            <a:off x="5145302" y="374876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21137260-8E71-4268-91DD-D27B07365B11}"/>
              </a:ext>
            </a:extLst>
          </p:cNvPr>
          <p:cNvCxnSpPr>
            <a:cxnSpLocks/>
          </p:cNvCxnSpPr>
          <p:nvPr/>
        </p:nvCxnSpPr>
        <p:spPr>
          <a:xfrm>
            <a:off x="4627812" y="348578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D451A69-EA10-462B-B147-609D38D9C234}"/>
              </a:ext>
            </a:extLst>
          </p:cNvPr>
          <p:cNvCxnSpPr>
            <a:cxnSpLocks/>
          </p:cNvCxnSpPr>
          <p:nvPr/>
        </p:nvCxnSpPr>
        <p:spPr>
          <a:xfrm>
            <a:off x="6164420" y="425230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C7D8B0FD-42E5-4FC5-BAC5-43BB85B87E33}"/>
              </a:ext>
            </a:extLst>
          </p:cNvPr>
          <p:cNvCxnSpPr>
            <a:cxnSpLocks/>
          </p:cNvCxnSpPr>
          <p:nvPr/>
        </p:nvCxnSpPr>
        <p:spPr>
          <a:xfrm>
            <a:off x="6180282" y="297376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C800192F-6834-4343-8CD1-8ECD73607FA2}"/>
              </a:ext>
            </a:extLst>
          </p:cNvPr>
          <p:cNvCxnSpPr>
            <a:cxnSpLocks/>
          </p:cNvCxnSpPr>
          <p:nvPr/>
        </p:nvCxnSpPr>
        <p:spPr>
          <a:xfrm>
            <a:off x="5677205" y="482410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CBF24E6A-0981-4C06-991F-3242F8810B66}"/>
              </a:ext>
            </a:extLst>
          </p:cNvPr>
          <p:cNvCxnSpPr>
            <a:cxnSpLocks/>
          </p:cNvCxnSpPr>
          <p:nvPr/>
        </p:nvCxnSpPr>
        <p:spPr>
          <a:xfrm>
            <a:off x="5145302" y="401729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813D5E1F-1B22-44D6-83C7-DF2EDEB75F1D}"/>
              </a:ext>
            </a:extLst>
          </p:cNvPr>
          <p:cNvCxnSpPr>
            <a:cxnSpLocks/>
          </p:cNvCxnSpPr>
          <p:nvPr/>
        </p:nvCxnSpPr>
        <p:spPr>
          <a:xfrm>
            <a:off x="6809671" y="419179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B29F03FF-5241-42AE-BA47-958ACC344485}"/>
              </a:ext>
            </a:extLst>
          </p:cNvPr>
          <p:cNvCxnSpPr>
            <a:cxnSpLocks/>
          </p:cNvCxnSpPr>
          <p:nvPr/>
        </p:nvCxnSpPr>
        <p:spPr>
          <a:xfrm>
            <a:off x="7321964" y="442875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C8FEA1CF-243A-48F0-837B-D42003C68DE3}"/>
              </a:ext>
            </a:extLst>
          </p:cNvPr>
          <p:cNvCxnSpPr>
            <a:cxnSpLocks/>
          </p:cNvCxnSpPr>
          <p:nvPr/>
        </p:nvCxnSpPr>
        <p:spPr>
          <a:xfrm>
            <a:off x="7291991" y="316602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C8238FC1-F6BA-451E-A247-55BD9895157A}"/>
              </a:ext>
            </a:extLst>
          </p:cNvPr>
          <p:cNvCxnSpPr>
            <a:cxnSpLocks/>
          </p:cNvCxnSpPr>
          <p:nvPr/>
        </p:nvCxnSpPr>
        <p:spPr>
          <a:xfrm>
            <a:off x="6809671" y="290331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EB100C51-1F01-4C5B-9CDD-AA8FA683E8C9}"/>
              </a:ext>
            </a:extLst>
          </p:cNvPr>
          <p:cNvCxnSpPr>
            <a:cxnSpLocks/>
          </p:cNvCxnSpPr>
          <p:nvPr/>
        </p:nvCxnSpPr>
        <p:spPr>
          <a:xfrm>
            <a:off x="7848080" y="469238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76086A30-C078-4565-A60D-C051C301F78B}"/>
              </a:ext>
            </a:extLst>
          </p:cNvPr>
          <p:cNvCxnSpPr>
            <a:cxnSpLocks/>
          </p:cNvCxnSpPr>
          <p:nvPr/>
        </p:nvCxnSpPr>
        <p:spPr>
          <a:xfrm>
            <a:off x="7844651" y="341606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51262A8C-6B2D-4508-B4A0-64CE30F92D25}"/>
              </a:ext>
            </a:extLst>
          </p:cNvPr>
          <p:cNvCxnSpPr>
            <a:cxnSpLocks/>
          </p:cNvCxnSpPr>
          <p:nvPr/>
        </p:nvCxnSpPr>
        <p:spPr>
          <a:xfrm>
            <a:off x="8362141" y="3678486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4684B65-B1C8-49AE-923D-573339922CED}"/>
              </a:ext>
            </a:extLst>
          </p:cNvPr>
          <p:cNvCxnSpPr>
            <a:cxnSpLocks/>
          </p:cNvCxnSpPr>
          <p:nvPr/>
        </p:nvCxnSpPr>
        <p:spPr>
          <a:xfrm>
            <a:off x="7525664" y="336043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E56B4290-666C-42B6-B691-9A18F03AE99E}"/>
              </a:ext>
            </a:extLst>
          </p:cNvPr>
          <p:cNvCxnSpPr>
            <a:cxnSpLocks/>
          </p:cNvCxnSpPr>
          <p:nvPr/>
        </p:nvCxnSpPr>
        <p:spPr>
          <a:xfrm>
            <a:off x="8362141" y="2390847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9543D0FD-D673-4C80-B4C8-C625E1CA1D03}"/>
              </a:ext>
            </a:extLst>
          </p:cNvPr>
          <p:cNvCxnSpPr>
            <a:cxnSpLocks/>
          </p:cNvCxnSpPr>
          <p:nvPr/>
        </p:nvCxnSpPr>
        <p:spPr>
          <a:xfrm>
            <a:off x="7321696" y="321532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C0E227B4-BFB7-484A-ABD6-4A899650183C}"/>
              </a:ext>
            </a:extLst>
          </p:cNvPr>
          <p:cNvCxnSpPr>
            <a:cxnSpLocks/>
          </p:cNvCxnSpPr>
          <p:nvPr/>
        </p:nvCxnSpPr>
        <p:spPr>
          <a:xfrm>
            <a:off x="8361146" y="421630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012DCDFA-BEB8-4057-A6BE-8B53C42C04A6}"/>
              </a:ext>
            </a:extLst>
          </p:cNvPr>
          <p:cNvCxnSpPr>
            <a:cxnSpLocks/>
          </p:cNvCxnSpPr>
          <p:nvPr/>
        </p:nvCxnSpPr>
        <p:spPr>
          <a:xfrm>
            <a:off x="7327161" y="396055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49D4E6CB-5DE6-4042-99FC-9420E7C3788A}"/>
              </a:ext>
            </a:extLst>
          </p:cNvPr>
          <p:cNvCxnSpPr>
            <a:cxnSpLocks/>
          </p:cNvCxnSpPr>
          <p:nvPr/>
        </p:nvCxnSpPr>
        <p:spPr>
          <a:xfrm>
            <a:off x="7327161" y="244673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943B846C-CA7E-4B95-919B-1008E80E900A}"/>
              </a:ext>
            </a:extLst>
          </p:cNvPr>
          <p:cNvCxnSpPr>
            <a:cxnSpLocks/>
          </p:cNvCxnSpPr>
          <p:nvPr/>
        </p:nvCxnSpPr>
        <p:spPr>
          <a:xfrm>
            <a:off x="8362141" y="270645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92AAE9-D680-4A89-9233-4DDDB3AF29D3}"/>
              </a:ext>
            </a:extLst>
          </p:cNvPr>
          <p:cNvGrpSpPr/>
          <p:nvPr/>
        </p:nvGrpSpPr>
        <p:grpSpPr>
          <a:xfrm>
            <a:off x="3008481" y="1408998"/>
            <a:ext cx="5408348" cy="614883"/>
            <a:chOff x="2417439" y="1462517"/>
            <a:chExt cx="5408348" cy="61488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4BAD69-D287-4BB6-B68B-C40A16B6FC00}"/>
                </a:ext>
              </a:extLst>
            </p:cNvPr>
            <p:cNvSpPr/>
            <p:nvPr/>
          </p:nvSpPr>
          <p:spPr>
            <a:xfrm>
              <a:off x="2417439" y="1492623"/>
              <a:ext cx="5317310" cy="5579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161009E-515C-493F-9DD3-A8C0F864DFBB}"/>
                </a:ext>
              </a:extLst>
            </p:cNvPr>
            <p:cNvSpPr/>
            <p:nvPr/>
          </p:nvSpPr>
          <p:spPr>
            <a:xfrm>
              <a:off x="2489985" y="1696013"/>
              <a:ext cx="467139" cy="2385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359E7E44-1E9D-477E-BA6F-012110E3CCCF}"/>
                </a:ext>
              </a:extLst>
            </p:cNvPr>
            <p:cNvSpPr/>
            <p:nvPr/>
          </p:nvSpPr>
          <p:spPr>
            <a:xfrm>
              <a:off x="4147954" y="1699855"/>
              <a:ext cx="467139" cy="2385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7F3E81A1-2504-45DE-B806-0EE066703E7A}"/>
                </a:ext>
              </a:extLst>
            </p:cNvPr>
            <p:cNvSpPr txBox="1"/>
            <p:nvPr/>
          </p:nvSpPr>
          <p:spPr>
            <a:xfrm>
              <a:off x="2753105" y="1492625"/>
              <a:ext cx="1514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Victim task execution</a:t>
              </a: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686C89D2-FC03-4DD8-8EB8-FAB5A6613E7B}"/>
                </a:ext>
              </a:extLst>
            </p:cNvPr>
            <p:cNvSpPr txBox="1"/>
            <p:nvPr/>
          </p:nvSpPr>
          <p:spPr>
            <a:xfrm>
              <a:off x="4517476" y="1466429"/>
              <a:ext cx="1514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execution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421423A-FB12-4593-B4D4-C601A79F8718}"/>
                </a:ext>
              </a:extLst>
            </p:cNvPr>
            <p:cNvGrpSpPr/>
            <p:nvPr/>
          </p:nvGrpSpPr>
          <p:grpSpPr>
            <a:xfrm>
              <a:off x="5971888" y="1667907"/>
              <a:ext cx="467139" cy="238539"/>
              <a:chOff x="4665239" y="747108"/>
              <a:chExt cx="467139" cy="238539"/>
            </a:xfrm>
          </p:grpSpPr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629ACF89-47B6-4028-8184-35252DDC92B3}"/>
                  </a:ext>
                </a:extLst>
              </p:cNvPr>
              <p:cNvSpPr/>
              <p:nvPr/>
            </p:nvSpPr>
            <p:spPr>
              <a:xfrm>
                <a:off x="4665239" y="747108"/>
                <a:ext cx="467139" cy="238539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41" name="Oval 340">
                <a:extLst>
                  <a:ext uri="{FF2B5EF4-FFF2-40B4-BE49-F238E27FC236}">
                    <a16:creationId xmlns:a16="http://schemas.microsoft.com/office/drawing/2014/main" id="{9C6E6A72-B906-4105-9698-CCB447A18B76}"/>
                  </a:ext>
                </a:extLst>
              </p:cNvPr>
              <p:cNvSpPr/>
              <p:nvPr/>
            </p:nvSpPr>
            <p:spPr>
              <a:xfrm>
                <a:off x="4715479" y="809927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2DF087C2-01A4-492B-8123-F9CFFCDEA00B}"/>
                </a:ext>
              </a:extLst>
            </p:cNvPr>
            <p:cNvSpPr txBox="1"/>
            <p:nvPr/>
          </p:nvSpPr>
          <p:spPr>
            <a:xfrm>
              <a:off x="6311044" y="1462517"/>
              <a:ext cx="1514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pre-empted</a:t>
              </a:r>
            </a:p>
          </p:txBody>
        </p: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09C0348-CAC1-4CCB-AAF8-6A3C41ECA8F7}"/>
              </a:ext>
            </a:extLst>
          </p:cNvPr>
          <p:cNvSpPr/>
          <p:nvPr/>
        </p:nvSpPr>
        <p:spPr>
          <a:xfrm>
            <a:off x="9032171" y="243537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14388C54-E3DC-4CF8-B075-BABE4DA1AB3C}"/>
              </a:ext>
            </a:extLst>
          </p:cNvPr>
          <p:cNvSpPr/>
          <p:nvPr/>
        </p:nvSpPr>
        <p:spPr>
          <a:xfrm>
            <a:off x="9549661" y="243537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8E4703A3-745D-4873-9A1E-8507DE168D18}"/>
              </a:ext>
            </a:extLst>
          </p:cNvPr>
          <p:cNvSpPr/>
          <p:nvPr/>
        </p:nvSpPr>
        <p:spPr>
          <a:xfrm>
            <a:off x="10067151" y="243537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E9C9B64-5F00-47AD-906E-3AD06D80724B}"/>
              </a:ext>
            </a:extLst>
          </p:cNvPr>
          <p:cNvSpPr/>
          <p:nvPr/>
        </p:nvSpPr>
        <p:spPr>
          <a:xfrm>
            <a:off x="10584641" y="243537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79C46CD4-F818-40B1-B288-E589E0CD81AC}"/>
              </a:ext>
            </a:extLst>
          </p:cNvPr>
          <p:cNvSpPr/>
          <p:nvPr/>
        </p:nvSpPr>
        <p:spPr>
          <a:xfrm>
            <a:off x="9032171" y="269160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543DB581-ACC1-42D6-8756-ACB2442634F5}"/>
              </a:ext>
            </a:extLst>
          </p:cNvPr>
          <p:cNvSpPr/>
          <p:nvPr/>
        </p:nvSpPr>
        <p:spPr>
          <a:xfrm>
            <a:off x="9549661" y="269160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C4055891-0530-4447-B73C-46BACAA14401}"/>
              </a:ext>
            </a:extLst>
          </p:cNvPr>
          <p:cNvSpPr/>
          <p:nvPr/>
        </p:nvSpPr>
        <p:spPr>
          <a:xfrm>
            <a:off x="10067151" y="269160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2D35285-43F4-4B4F-9FAE-9947413E1509}"/>
              </a:ext>
            </a:extLst>
          </p:cNvPr>
          <p:cNvSpPr/>
          <p:nvPr/>
        </p:nvSpPr>
        <p:spPr>
          <a:xfrm>
            <a:off x="10584641" y="269160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B3418F20-1F1F-4236-BADC-FFDE2AED6B6A}"/>
              </a:ext>
            </a:extLst>
          </p:cNvPr>
          <p:cNvSpPr/>
          <p:nvPr/>
        </p:nvSpPr>
        <p:spPr>
          <a:xfrm>
            <a:off x="9032171" y="294783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3A4475A-7843-42F3-AE74-6A00760A4DFC}"/>
              </a:ext>
            </a:extLst>
          </p:cNvPr>
          <p:cNvSpPr/>
          <p:nvPr/>
        </p:nvSpPr>
        <p:spPr>
          <a:xfrm>
            <a:off x="9549661" y="29478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412584B-3261-4441-A6B7-BF3305F6D2DF}"/>
              </a:ext>
            </a:extLst>
          </p:cNvPr>
          <p:cNvSpPr/>
          <p:nvPr/>
        </p:nvSpPr>
        <p:spPr>
          <a:xfrm>
            <a:off x="10067151" y="29478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729CD4F4-879E-413C-866B-71C785FD8B19}"/>
              </a:ext>
            </a:extLst>
          </p:cNvPr>
          <p:cNvSpPr/>
          <p:nvPr/>
        </p:nvSpPr>
        <p:spPr>
          <a:xfrm>
            <a:off x="10584641" y="294783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6470AB7F-12C7-4293-ADF3-FBD4AB095E47}"/>
              </a:ext>
            </a:extLst>
          </p:cNvPr>
          <p:cNvSpPr/>
          <p:nvPr/>
        </p:nvSpPr>
        <p:spPr>
          <a:xfrm>
            <a:off x="9032171" y="320407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4A9C9CAE-56D3-4DC8-BE35-A1817A3FA9A2}"/>
              </a:ext>
            </a:extLst>
          </p:cNvPr>
          <p:cNvSpPr/>
          <p:nvPr/>
        </p:nvSpPr>
        <p:spPr>
          <a:xfrm>
            <a:off x="9549661" y="320406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83D51F3D-5B27-413D-91A7-C2098A6E9FA1}"/>
              </a:ext>
            </a:extLst>
          </p:cNvPr>
          <p:cNvSpPr/>
          <p:nvPr/>
        </p:nvSpPr>
        <p:spPr>
          <a:xfrm>
            <a:off x="10067151" y="320406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1B595755-1C2C-4CC0-9896-890A4B5E297C}"/>
              </a:ext>
            </a:extLst>
          </p:cNvPr>
          <p:cNvSpPr/>
          <p:nvPr/>
        </p:nvSpPr>
        <p:spPr>
          <a:xfrm>
            <a:off x="10584641" y="320406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17933043-DBB5-4B2E-9D99-FF41192B1988}"/>
              </a:ext>
            </a:extLst>
          </p:cNvPr>
          <p:cNvSpPr/>
          <p:nvPr/>
        </p:nvSpPr>
        <p:spPr>
          <a:xfrm>
            <a:off x="9032171" y="346030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73D9D76-1464-41E1-8FAF-BF692D93624A}"/>
              </a:ext>
            </a:extLst>
          </p:cNvPr>
          <p:cNvSpPr/>
          <p:nvPr/>
        </p:nvSpPr>
        <p:spPr>
          <a:xfrm>
            <a:off x="9549661" y="346030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B3B2F2A5-0F77-489F-96D0-0F5CEE46118B}"/>
              </a:ext>
            </a:extLst>
          </p:cNvPr>
          <p:cNvSpPr/>
          <p:nvPr/>
        </p:nvSpPr>
        <p:spPr>
          <a:xfrm>
            <a:off x="10067151" y="346030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E3D9010B-EB5C-44CD-B60A-07D28B8CD3AA}"/>
              </a:ext>
            </a:extLst>
          </p:cNvPr>
          <p:cNvSpPr/>
          <p:nvPr/>
        </p:nvSpPr>
        <p:spPr>
          <a:xfrm>
            <a:off x="10584641" y="34603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9A0A468E-6864-42A2-A4BC-6948A515BF4E}"/>
              </a:ext>
            </a:extLst>
          </p:cNvPr>
          <p:cNvSpPr/>
          <p:nvPr/>
        </p:nvSpPr>
        <p:spPr>
          <a:xfrm>
            <a:off x="9032171" y="371653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5C628A11-856A-49AC-9951-F69EF39B4BCE}"/>
              </a:ext>
            </a:extLst>
          </p:cNvPr>
          <p:cNvSpPr/>
          <p:nvPr/>
        </p:nvSpPr>
        <p:spPr>
          <a:xfrm>
            <a:off x="9549661" y="371653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8EF660C0-2985-4F6B-A1EB-CD87C797BF88}"/>
              </a:ext>
            </a:extLst>
          </p:cNvPr>
          <p:cNvSpPr/>
          <p:nvPr/>
        </p:nvSpPr>
        <p:spPr>
          <a:xfrm>
            <a:off x="10067151" y="371653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72F794E3-24B4-443D-B7CD-4B96048B1B17}"/>
              </a:ext>
            </a:extLst>
          </p:cNvPr>
          <p:cNvSpPr/>
          <p:nvPr/>
        </p:nvSpPr>
        <p:spPr>
          <a:xfrm>
            <a:off x="10584641" y="371653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3292318-7F71-4280-9F09-E4B447181E31}"/>
              </a:ext>
            </a:extLst>
          </p:cNvPr>
          <p:cNvSpPr/>
          <p:nvPr/>
        </p:nvSpPr>
        <p:spPr>
          <a:xfrm>
            <a:off x="9032171" y="39543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4E805FD9-833D-41A1-8E63-30C482ED7E80}"/>
              </a:ext>
            </a:extLst>
          </p:cNvPr>
          <p:cNvSpPr/>
          <p:nvPr/>
        </p:nvSpPr>
        <p:spPr>
          <a:xfrm>
            <a:off x="9549661" y="395433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ECBF47A1-AB1F-433D-AABA-A9352E35DE78}"/>
              </a:ext>
            </a:extLst>
          </p:cNvPr>
          <p:cNvSpPr/>
          <p:nvPr/>
        </p:nvSpPr>
        <p:spPr>
          <a:xfrm>
            <a:off x="10067151" y="395433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B52EBDA8-2D53-4C00-A484-E8F8FF985BF4}"/>
              </a:ext>
            </a:extLst>
          </p:cNvPr>
          <p:cNvSpPr/>
          <p:nvPr/>
        </p:nvSpPr>
        <p:spPr>
          <a:xfrm>
            <a:off x="10584641" y="395433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2DEDC26-02FA-4107-B245-B1F431144569}"/>
              </a:ext>
            </a:extLst>
          </p:cNvPr>
          <p:cNvSpPr/>
          <p:nvPr/>
        </p:nvSpPr>
        <p:spPr>
          <a:xfrm>
            <a:off x="9032171" y="421056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09D6E4D-969E-4E06-A87E-FE392CC1D66B}"/>
              </a:ext>
            </a:extLst>
          </p:cNvPr>
          <p:cNvSpPr/>
          <p:nvPr/>
        </p:nvSpPr>
        <p:spPr>
          <a:xfrm>
            <a:off x="9549661" y="421056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1434E199-8B1D-4BC8-BC81-C7448AD562A7}"/>
              </a:ext>
            </a:extLst>
          </p:cNvPr>
          <p:cNvSpPr/>
          <p:nvPr/>
        </p:nvSpPr>
        <p:spPr>
          <a:xfrm>
            <a:off x="10067151" y="421056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5FF8B66F-66C5-4C55-ADEE-2864B71C1A29}"/>
              </a:ext>
            </a:extLst>
          </p:cNvPr>
          <p:cNvSpPr/>
          <p:nvPr/>
        </p:nvSpPr>
        <p:spPr>
          <a:xfrm>
            <a:off x="10584641" y="421056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B8895D26-1CDF-4FE7-88C7-C5C8B3C1E2C3}"/>
              </a:ext>
            </a:extLst>
          </p:cNvPr>
          <p:cNvSpPr/>
          <p:nvPr/>
        </p:nvSpPr>
        <p:spPr>
          <a:xfrm>
            <a:off x="9032171" y="44668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CDD95F88-D5EE-427E-82C1-6888C8356046}"/>
              </a:ext>
            </a:extLst>
          </p:cNvPr>
          <p:cNvSpPr/>
          <p:nvPr/>
        </p:nvSpPr>
        <p:spPr>
          <a:xfrm>
            <a:off x="9549661" y="446680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4980FC45-32BB-4A98-8926-AB0A90620A14}"/>
              </a:ext>
            </a:extLst>
          </p:cNvPr>
          <p:cNvSpPr/>
          <p:nvPr/>
        </p:nvSpPr>
        <p:spPr>
          <a:xfrm>
            <a:off x="10067151" y="446680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D2EC5972-AE1F-428A-A249-7A267E2CCA25}"/>
              </a:ext>
            </a:extLst>
          </p:cNvPr>
          <p:cNvSpPr/>
          <p:nvPr/>
        </p:nvSpPr>
        <p:spPr>
          <a:xfrm>
            <a:off x="10584641" y="446679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00F57D15-ED47-41B1-B65B-158418CC6481}"/>
              </a:ext>
            </a:extLst>
          </p:cNvPr>
          <p:cNvSpPr/>
          <p:nvPr/>
        </p:nvSpPr>
        <p:spPr>
          <a:xfrm>
            <a:off x="9032171" y="472303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61576FA0-84B3-4EFA-A1EC-00E5105CE1D7}"/>
              </a:ext>
            </a:extLst>
          </p:cNvPr>
          <p:cNvSpPr/>
          <p:nvPr/>
        </p:nvSpPr>
        <p:spPr>
          <a:xfrm>
            <a:off x="9549661" y="472303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319E6CF-A78D-4B9E-B656-EC9AC36CB09B}"/>
              </a:ext>
            </a:extLst>
          </p:cNvPr>
          <p:cNvSpPr/>
          <p:nvPr/>
        </p:nvSpPr>
        <p:spPr>
          <a:xfrm>
            <a:off x="10067151" y="472303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177A4846-AAF0-43AB-BAF1-31404642B09F}"/>
              </a:ext>
            </a:extLst>
          </p:cNvPr>
          <p:cNvSpPr/>
          <p:nvPr/>
        </p:nvSpPr>
        <p:spPr>
          <a:xfrm>
            <a:off x="10584641" y="47230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65665E05-196A-4B3E-96BB-258A5A5C0080}"/>
              </a:ext>
            </a:extLst>
          </p:cNvPr>
          <p:cNvCxnSpPr>
            <a:cxnSpLocks/>
          </p:cNvCxnSpPr>
          <p:nvPr/>
        </p:nvCxnSpPr>
        <p:spPr>
          <a:xfrm>
            <a:off x="9032171" y="2211344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AFA454A0-D4F0-43DA-9C1E-E93C6A773A98}"/>
              </a:ext>
            </a:extLst>
          </p:cNvPr>
          <p:cNvCxnSpPr>
            <a:cxnSpLocks/>
          </p:cNvCxnSpPr>
          <p:nvPr/>
        </p:nvCxnSpPr>
        <p:spPr>
          <a:xfrm>
            <a:off x="11102131" y="2211344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14F6CF82-6BB7-4AF3-A162-54BA8B836055}"/>
              </a:ext>
            </a:extLst>
          </p:cNvPr>
          <p:cNvCxnSpPr>
            <a:cxnSpLocks/>
          </p:cNvCxnSpPr>
          <p:nvPr/>
        </p:nvCxnSpPr>
        <p:spPr>
          <a:xfrm>
            <a:off x="9549661" y="478764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Oval 374">
            <a:extLst>
              <a:ext uri="{FF2B5EF4-FFF2-40B4-BE49-F238E27FC236}">
                <a16:creationId xmlns:a16="http://schemas.microsoft.com/office/drawing/2014/main" id="{C4FE4BE5-8391-41CC-9BA0-7B50E625C442}"/>
              </a:ext>
            </a:extLst>
          </p:cNvPr>
          <p:cNvSpPr/>
          <p:nvPr/>
        </p:nvSpPr>
        <p:spPr>
          <a:xfrm>
            <a:off x="10159607" y="3255067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882A4CA-BA7B-42D0-8FAF-BAFAC831D5D4}"/>
              </a:ext>
            </a:extLst>
          </p:cNvPr>
          <p:cNvCxnSpPr>
            <a:cxnSpLocks/>
          </p:cNvCxnSpPr>
          <p:nvPr/>
        </p:nvCxnSpPr>
        <p:spPr>
          <a:xfrm>
            <a:off x="9032171" y="424278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7C4E4657-A197-43D0-A333-9C8EA51A2548}"/>
              </a:ext>
            </a:extLst>
          </p:cNvPr>
          <p:cNvCxnSpPr>
            <a:cxnSpLocks/>
          </p:cNvCxnSpPr>
          <p:nvPr/>
        </p:nvCxnSpPr>
        <p:spPr>
          <a:xfrm>
            <a:off x="9544464" y="447974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2D4DC9FB-F020-454E-ACDA-A0929053593E}"/>
              </a:ext>
            </a:extLst>
          </p:cNvPr>
          <p:cNvCxnSpPr>
            <a:cxnSpLocks/>
          </p:cNvCxnSpPr>
          <p:nvPr/>
        </p:nvCxnSpPr>
        <p:spPr>
          <a:xfrm>
            <a:off x="9514491" y="321701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06EF848D-9E77-449E-B1E9-16B4FF02C213}"/>
              </a:ext>
            </a:extLst>
          </p:cNvPr>
          <p:cNvCxnSpPr>
            <a:cxnSpLocks/>
          </p:cNvCxnSpPr>
          <p:nvPr/>
        </p:nvCxnSpPr>
        <p:spPr>
          <a:xfrm>
            <a:off x="9032171" y="295431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7C814B60-B4AD-470D-9CCF-C4562FE308CA}"/>
              </a:ext>
            </a:extLst>
          </p:cNvPr>
          <p:cNvCxnSpPr>
            <a:cxnSpLocks/>
          </p:cNvCxnSpPr>
          <p:nvPr/>
        </p:nvCxnSpPr>
        <p:spPr>
          <a:xfrm>
            <a:off x="10070580" y="474337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EFE2F4DD-7F89-4317-B7F9-8DFCC39AB6B5}"/>
              </a:ext>
            </a:extLst>
          </p:cNvPr>
          <p:cNvCxnSpPr>
            <a:cxnSpLocks/>
          </p:cNvCxnSpPr>
          <p:nvPr/>
        </p:nvCxnSpPr>
        <p:spPr>
          <a:xfrm>
            <a:off x="10067151" y="346706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02C85B91-6083-4D74-855C-2E4D7C701119}"/>
              </a:ext>
            </a:extLst>
          </p:cNvPr>
          <p:cNvCxnSpPr>
            <a:cxnSpLocks/>
          </p:cNvCxnSpPr>
          <p:nvPr/>
        </p:nvCxnSpPr>
        <p:spPr>
          <a:xfrm>
            <a:off x="10584641" y="372948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75A21616-D2F4-49D5-A981-9B5E99488752}"/>
              </a:ext>
            </a:extLst>
          </p:cNvPr>
          <p:cNvCxnSpPr>
            <a:cxnSpLocks/>
          </p:cNvCxnSpPr>
          <p:nvPr/>
        </p:nvCxnSpPr>
        <p:spPr>
          <a:xfrm>
            <a:off x="9748164" y="341142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49368BFA-CC98-410B-8554-89F62724C67B}"/>
              </a:ext>
            </a:extLst>
          </p:cNvPr>
          <p:cNvCxnSpPr>
            <a:cxnSpLocks/>
          </p:cNvCxnSpPr>
          <p:nvPr/>
        </p:nvCxnSpPr>
        <p:spPr>
          <a:xfrm>
            <a:off x="10584641" y="244184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D754B224-C38C-4061-8CF7-230A04442C12}"/>
              </a:ext>
            </a:extLst>
          </p:cNvPr>
          <p:cNvCxnSpPr>
            <a:cxnSpLocks/>
          </p:cNvCxnSpPr>
          <p:nvPr/>
        </p:nvCxnSpPr>
        <p:spPr>
          <a:xfrm>
            <a:off x="9544196" y="326632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C75D7E0-A91B-4371-844F-4E9514B54CA2}"/>
              </a:ext>
            </a:extLst>
          </p:cNvPr>
          <p:cNvCxnSpPr>
            <a:cxnSpLocks/>
          </p:cNvCxnSpPr>
          <p:nvPr/>
        </p:nvCxnSpPr>
        <p:spPr>
          <a:xfrm>
            <a:off x="10583646" y="426730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AD89FE5-1FF5-4FB9-9DA6-5AE6CF760DEB}"/>
              </a:ext>
            </a:extLst>
          </p:cNvPr>
          <p:cNvCxnSpPr>
            <a:cxnSpLocks/>
          </p:cNvCxnSpPr>
          <p:nvPr/>
        </p:nvCxnSpPr>
        <p:spPr>
          <a:xfrm>
            <a:off x="9549661" y="401155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0772F981-34F0-4362-A72A-6805551DD29A}"/>
              </a:ext>
            </a:extLst>
          </p:cNvPr>
          <p:cNvCxnSpPr>
            <a:cxnSpLocks/>
          </p:cNvCxnSpPr>
          <p:nvPr/>
        </p:nvCxnSpPr>
        <p:spPr>
          <a:xfrm>
            <a:off x="9549661" y="249773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260FACE4-4CB2-4F09-9208-5EA350B40403}"/>
              </a:ext>
            </a:extLst>
          </p:cNvPr>
          <p:cNvCxnSpPr>
            <a:cxnSpLocks/>
          </p:cNvCxnSpPr>
          <p:nvPr/>
        </p:nvCxnSpPr>
        <p:spPr>
          <a:xfrm>
            <a:off x="10584641" y="275745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077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roup 342">
            <a:extLst>
              <a:ext uri="{FF2B5EF4-FFF2-40B4-BE49-F238E27FC236}">
                <a16:creationId xmlns:a16="http://schemas.microsoft.com/office/drawing/2014/main" id="{F9E0D67C-4230-4C07-8F6B-9E565C952B5E}"/>
              </a:ext>
            </a:extLst>
          </p:cNvPr>
          <p:cNvGrpSpPr/>
          <p:nvPr/>
        </p:nvGrpSpPr>
        <p:grpSpPr>
          <a:xfrm>
            <a:off x="1962507" y="1408998"/>
            <a:ext cx="6917124" cy="3682970"/>
            <a:chOff x="1962507" y="1408998"/>
            <a:chExt cx="6917124" cy="368297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622911C-6133-43AB-A810-6F95B882438D}"/>
                </a:ext>
              </a:extLst>
            </p:cNvPr>
            <p:cNvGrpSpPr/>
            <p:nvPr/>
          </p:nvGrpSpPr>
          <p:grpSpPr>
            <a:xfrm>
              <a:off x="1962507" y="1943157"/>
              <a:ext cx="6917124" cy="3148811"/>
              <a:chOff x="590907" y="1982913"/>
              <a:chExt cx="6917124" cy="3148811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ECE558F-2C36-4C76-8B97-CC8CA65C643E}"/>
                  </a:ext>
                </a:extLst>
              </p:cNvPr>
              <p:cNvGrpSpPr/>
              <p:nvPr/>
            </p:nvGrpSpPr>
            <p:grpSpPr>
              <a:xfrm>
                <a:off x="590907" y="1982913"/>
                <a:ext cx="6917124" cy="3148811"/>
                <a:chOff x="590907" y="1982913"/>
                <a:chExt cx="6917124" cy="3148811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5F1542F5-74C0-4662-A822-65870BF3CB65}"/>
                    </a:ext>
                  </a:extLst>
                </p:cNvPr>
                <p:cNvSpPr/>
                <p:nvPr/>
              </p:nvSpPr>
              <p:spPr>
                <a:xfrm>
                  <a:off x="1068476" y="246226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D5D2C8D-9832-412E-96C6-C117D3C5992A}"/>
                    </a:ext>
                  </a:extLst>
                </p:cNvPr>
                <p:cNvSpPr/>
                <p:nvPr/>
              </p:nvSpPr>
              <p:spPr>
                <a:xfrm>
                  <a:off x="1585966" y="2462260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00BD93C-F590-46A8-8EB2-8EAEA6DE08BB}"/>
                    </a:ext>
                  </a:extLst>
                </p:cNvPr>
                <p:cNvSpPr/>
                <p:nvPr/>
              </p:nvSpPr>
              <p:spPr>
                <a:xfrm>
                  <a:off x="2103456" y="246226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96A281B-755F-4D08-942E-06BCD6BD4CE5}"/>
                    </a:ext>
                  </a:extLst>
                </p:cNvPr>
                <p:cNvSpPr/>
                <p:nvPr/>
              </p:nvSpPr>
              <p:spPr>
                <a:xfrm>
                  <a:off x="2620946" y="2462259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FE6165E-BDF5-403F-8FA8-332C6E55DC1C}"/>
                    </a:ext>
                  </a:extLst>
                </p:cNvPr>
                <p:cNvSpPr/>
                <p:nvPr/>
              </p:nvSpPr>
              <p:spPr>
                <a:xfrm>
                  <a:off x="1068476" y="271849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22CC297F-F153-46E4-8DF8-7CA05ABCCC4D}"/>
                    </a:ext>
                  </a:extLst>
                </p:cNvPr>
                <p:cNvSpPr/>
                <p:nvPr/>
              </p:nvSpPr>
              <p:spPr>
                <a:xfrm>
                  <a:off x="1585966" y="2718493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A4D9C0B6-F4A5-4FF1-ADA8-E3E37FA8006C}"/>
                    </a:ext>
                  </a:extLst>
                </p:cNvPr>
                <p:cNvSpPr/>
                <p:nvPr/>
              </p:nvSpPr>
              <p:spPr>
                <a:xfrm>
                  <a:off x="2103456" y="271849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F0B931B3-607D-435C-80A4-7F214AB0AE69}"/>
                    </a:ext>
                  </a:extLst>
                </p:cNvPr>
                <p:cNvSpPr/>
                <p:nvPr/>
              </p:nvSpPr>
              <p:spPr>
                <a:xfrm>
                  <a:off x="2620946" y="271849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C49344D1-66ED-4E8D-9868-1B386E271D53}"/>
                    </a:ext>
                  </a:extLst>
                </p:cNvPr>
                <p:cNvSpPr/>
                <p:nvPr/>
              </p:nvSpPr>
              <p:spPr>
                <a:xfrm>
                  <a:off x="1068476" y="2974726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14E62154-AE40-46D1-8854-76D14730302D}"/>
                    </a:ext>
                  </a:extLst>
                </p:cNvPr>
                <p:cNvSpPr/>
                <p:nvPr/>
              </p:nvSpPr>
              <p:spPr>
                <a:xfrm>
                  <a:off x="1585966" y="297472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69D4081D-03F4-434C-A54C-1905BA23ED43}"/>
                    </a:ext>
                  </a:extLst>
                </p:cNvPr>
                <p:cNvSpPr/>
                <p:nvPr/>
              </p:nvSpPr>
              <p:spPr>
                <a:xfrm>
                  <a:off x="2103456" y="297472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8C0A09EA-1F70-4EBF-822B-94C54C6F1B98}"/>
                    </a:ext>
                  </a:extLst>
                </p:cNvPr>
                <p:cNvSpPr/>
                <p:nvPr/>
              </p:nvSpPr>
              <p:spPr>
                <a:xfrm>
                  <a:off x="2620946" y="297472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D380C9D8-9EFD-470E-A7D8-A65BDDCEF321}"/>
                    </a:ext>
                  </a:extLst>
                </p:cNvPr>
                <p:cNvSpPr/>
                <p:nvPr/>
              </p:nvSpPr>
              <p:spPr>
                <a:xfrm>
                  <a:off x="1068476" y="321253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77716FF7-68F5-481F-9DD8-F9F43FAB7203}"/>
                    </a:ext>
                  </a:extLst>
                </p:cNvPr>
                <p:cNvSpPr/>
                <p:nvPr/>
              </p:nvSpPr>
              <p:spPr>
                <a:xfrm>
                  <a:off x="1585966" y="3212537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C472FAE7-C6B1-4F99-BC7D-21A391931ED0}"/>
                    </a:ext>
                  </a:extLst>
                </p:cNvPr>
                <p:cNvSpPr/>
                <p:nvPr/>
              </p:nvSpPr>
              <p:spPr>
                <a:xfrm>
                  <a:off x="2103456" y="3212537"/>
                  <a:ext cx="517490" cy="256233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8C366903-AF39-4FA0-B648-F353DF4A53BF}"/>
                    </a:ext>
                  </a:extLst>
                </p:cNvPr>
                <p:cNvSpPr/>
                <p:nvPr/>
              </p:nvSpPr>
              <p:spPr>
                <a:xfrm>
                  <a:off x="2620946" y="321253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63B69F8A-4EB5-487D-B302-DA8B6EFB3A84}"/>
                    </a:ext>
                  </a:extLst>
                </p:cNvPr>
                <p:cNvSpPr/>
                <p:nvPr/>
              </p:nvSpPr>
              <p:spPr>
                <a:xfrm>
                  <a:off x="1068476" y="346877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0A6514B8-7BD1-474C-B2E1-E5D933212252}"/>
                    </a:ext>
                  </a:extLst>
                </p:cNvPr>
                <p:cNvSpPr/>
                <p:nvPr/>
              </p:nvSpPr>
              <p:spPr>
                <a:xfrm>
                  <a:off x="1585966" y="3468770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807FA54C-1EDF-4042-89E4-A7F5731C864B}"/>
                    </a:ext>
                  </a:extLst>
                </p:cNvPr>
                <p:cNvSpPr/>
                <p:nvPr/>
              </p:nvSpPr>
              <p:spPr>
                <a:xfrm>
                  <a:off x="2103456" y="346877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C8500371-757F-4EC7-B1C4-126FAE94A711}"/>
                    </a:ext>
                  </a:extLst>
                </p:cNvPr>
                <p:cNvSpPr/>
                <p:nvPr/>
              </p:nvSpPr>
              <p:spPr>
                <a:xfrm>
                  <a:off x="2620946" y="346876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491C9D1-79E5-4CEC-AD48-CE1C4AD127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4876" y="1982913"/>
                      <a:ext cx="254214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1: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=4</a:t>
                      </a:r>
                    </a:p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(minimum sampling rate)</a:t>
                      </a: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491C9D1-79E5-4CEC-AD48-CE1C4AD127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4876" y="1982913"/>
                      <a:ext cx="2542141" cy="52322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3488" b="-930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4CE4F541-298B-4D29-BCC5-3D43C7CE4578}"/>
                    </a:ext>
                  </a:extLst>
                </p:cNvPr>
                <p:cNvSpPr/>
                <p:nvPr/>
              </p:nvSpPr>
              <p:spPr>
                <a:xfrm>
                  <a:off x="5438071" y="242413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25532AC8-1F41-4139-A7B0-5E947352EF23}"/>
                    </a:ext>
                  </a:extLst>
                </p:cNvPr>
                <p:cNvSpPr/>
                <p:nvPr/>
              </p:nvSpPr>
              <p:spPr>
                <a:xfrm>
                  <a:off x="5955561" y="242412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32CB2022-070C-4A8C-8EE5-FC5A35CCFE18}"/>
                    </a:ext>
                  </a:extLst>
                </p:cNvPr>
                <p:cNvSpPr/>
                <p:nvPr/>
              </p:nvSpPr>
              <p:spPr>
                <a:xfrm>
                  <a:off x="6473051" y="242412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ADAA3FE9-03C6-439E-84D0-B52572AF8A60}"/>
                    </a:ext>
                  </a:extLst>
                </p:cNvPr>
                <p:cNvSpPr/>
                <p:nvPr/>
              </p:nvSpPr>
              <p:spPr>
                <a:xfrm>
                  <a:off x="6990541" y="2424128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0C4FA8E8-548A-49EE-A59E-86AC468CFB7F}"/>
                    </a:ext>
                  </a:extLst>
                </p:cNvPr>
                <p:cNvSpPr/>
                <p:nvPr/>
              </p:nvSpPr>
              <p:spPr>
                <a:xfrm>
                  <a:off x="5438071" y="268036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E95609B7-3544-4A0A-A85F-5378DEBB30D0}"/>
                    </a:ext>
                  </a:extLst>
                </p:cNvPr>
                <p:cNvSpPr/>
                <p:nvPr/>
              </p:nvSpPr>
              <p:spPr>
                <a:xfrm>
                  <a:off x="5955561" y="268036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27A73B6F-61EA-442F-A0AC-7F2F093FFC0F}"/>
                    </a:ext>
                  </a:extLst>
                </p:cNvPr>
                <p:cNvSpPr/>
                <p:nvPr/>
              </p:nvSpPr>
              <p:spPr>
                <a:xfrm>
                  <a:off x="6473051" y="268036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02E8BCB8-9D34-4F08-A81F-9ADB55D44C10}"/>
                    </a:ext>
                  </a:extLst>
                </p:cNvPr>
                <p:cNvSpPr/>
                <p:nvPr/>
              </p:nvSpPr>
              <p:spPr>
                <a:xfrm>
                  <a:off x="6990541" y="2680361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95EE8DA1-9776-4D26-A17A-41B38E36E061}"/>
                    </a:ext>
                  </a:extLst>
                </p:cNvPr>
                <p:cNvSpPr/>
                <p:nvPr/>
              </p:nvSpPr>
              <p:spPr>
                <a:xfrm>
                  <a:off x="5438071" y="2936596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FCD6125D-BFDA-4066-8D09-C1812A3863AC}"/>
                    </a:ext>
                  </a:extLst>
                </p:cNvPr>
                <p:cNvSpPr/>
                <p:nvPr/>
              </p:nvSpPr>
              <p:spPr>
                <a:xfrm>
                  <a:off x="5955561" y="293659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BC3D30CA-D45E-415D-BC3E-56C02DBEC46C}"/>
                    </a:ext>
                  </a:extLst>
                </p:cNvPr>
                <p:cNvSpPr/>
                <p:nvPr/>
              </p:nvSpPr>
              <p:spPr>
                <a:xfrm>
                  <a:off x="6473051" y="293659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796BC94C-7865-44D8-BC14-ED53B8193EF3}"/>
                    </a:ext>
                  </a:extLst>
                </p:cNvPr>
                <p:cNvSpPr/>
                <p:nvPr/>
              </p:nvSpPr>
              <p:spPr>
                <a:xfrm>
                  <a:off x="6990541" y="293659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3703BAA5-26DB-4C8C-92E2-60FF8E8C13BB}"/>
                    </a:ext>
                  </a:extLst>
                </p:cNvPr>
                <p:cNvSpPr/>
                <p:nvPr/>
              </p:nvSpPr>
              <p:spPr>
                <a:xfrm>
                  <a:off x="5438071" y="319282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B1C9F580-0678-41C3-B60F-9DEF7E9C67E9}"/>
                    </a:ext>
                  </a:extLst>
                </p:cNvPr>
                <p:cNvSpPr/>
                <p:nvPr/>
              </p:nvSpPr>
              <p:spPr>
                <a:xfrm>
                  <a:off x="5955561" y="3192827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2FCF002D-FFEC-4B83-B105-53CC98999292}"/>
                    </a:ext>
                  </a:extLst>
                </p:cNvPr>
                <p:cNvSpPr/>
                <p:nvPr/>
              </p:nvSpPr>
              <p:spPr>
                <a:xfrm>
                  <a:off x="6473051" y="3192827"/>
                  <a:ext cx="517490" cy="256233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664AFCE7-ED70-42B6-A3B4-69110E7DE50D}"/>
                    </a:ext>
                  </a:extLst>
                </p:cNvPr>
                <p:cNvSpPr/>
                <p:nvPr/>
              </p:nvSpPr>
              <p:spPr>
                <a:xfrm>
                  <a:off x="6990541" y="319282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01DCEC0D-D7B8-4456-977D-CCA5B4EE977B}"/>
                    </a:ext>
                  </a:extLst>
                </p:cNvPr>
                <p:cNvSpPr/>
                <p:nvPr/>
              </p:nvSpPr>
              <p:spPr>
                <a:xfrm>
                  <a:off x="5438071" y="344906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1335DB8D-53E2-41B4-A869-D05DF31CABA5}"/>
                    </a:ext>
                  </a:extLst>
                </p:cNvPr>
                <p:cNvSpPr/>
                <p:nvPr/>
              </p:nvSpPr>
              <p:spPr>
                <a:xfrm>
                  <a:off x="5955561" y="344906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5F89362A-09B7-471D-9D09-5901D2EFB864}"/>
                    </a:ext>
                  </a:extLst>
                </p:cNvPr>
                <p:cNvSpPr/>
                <p:nvPr/>
              </p:nvSpPr>
              <p:spPr>
                <a:xfrm>
                  <a:off x="6473051" y="344906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EB5D9218-273C-471A-8DC7-EFD5E22157D2}"/>
                    </a:ext>
                  </a:extLst>
                </p:cNvPr>
                <p:cNvSpPr/>
                <p:nvPr/>
              </p:nvSpPr>
              <p:spPr>
                <a:xfrm>
                  <a:off x="6990541" y="344905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6A687621-E7EF-4BC0-A899-B1FF5655E166}"/>
                    </a:ext>
                  </a:extLst>
                </p:cNvPr>
                <p:cNvSpPr/>
                <p:nvPr/>
              </p:nvSpPr>
              <p:spPr>
                <a:xfrm>
                  <a:off x="5438071" y="370529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1D578B01-D5B3-4C75-B9B9-0A1D93A457C7}"/>
                    </a:ext>
                  </a:extLst>
                </p:cNvPr>
                <p:cNvSpPr/>
                <p:nvPr/>
              </p:nvSpPr>
              <p:spPr>
                <a:xfrm>
                  <a:off x="5955561" y="370529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9FC3A4D8-21CD-469B-B186-95821FD6BD5F}"/>
                    </a:ext>
                  </a:extLst>
                </p:cNvPr>
                <p:cNvSpPr/>
                <p:nvPr/>
              </p:nvSpPr>
              <p:spPr>
                <a:xfrm>
                  <a:off x="6473051" y="370529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7AD07E51-A4C4-4C4F-8B7B-5BAA2627D780}"/>
                    </a:ext>
                  </a:extLst>
                </p:cNvPr>
                <p:cNvSpPr/>
                <p:nvPr/>
              </p:nvSpPr>
              <p:spPr>
                <a:xfrm>
                  <a:off x="6990541" y="370529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80DD4003-FA1C-4E5C-8668-A77FB2EB1B62}"/>
                    </a:ext>
                  </a:extLst>
                </p:cNvPr>
                <p:cNvSpPr/>
                <p:nvPr/>
              </p:nvSpPr>
              <p:spPr>
                <a:xfrm>
                  <a:off x="5438071" y="394309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A5A46B7C-8EF3-4AFD-8350-9994AA75DF8E}"/>
                    </a:ext>
                  </a:extLst>
                </p:cNvPr>
                <p:cNvSpPr/>
                <p:nvPr/>
              </p:nvSpPr>
              <p:spPr>
                <a:xfrm>
                  <a:off x="5955561" y="3943094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DBAFED55-63BC-43D3-A89B-ADD245C814E2}"/>
                    </a:ext>
                  </a:extLst>
                </p:cNvPr>
                <p:cNvSpPr/>
                <p:nvPr/>
              </p:nvSpPr>
              <p:spPr>
                <a:xfrm>
                  <a:off x="6473051" y="394309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09D606A1-40E5-461D-9CA3-DDD22FC067C9}"/>
                    </a:ext>
                  </a:extLst>
                </p:cNvPr>
                <p:cNvSpPr/>
                <p:nvPr/>
              </p:nvSpPr>
              <p:spPr>
                <a:xfrm>
                  <a:off x="6990541" y="394309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A386ACBF-56CF-4B72-BC67-1F29480A1F8F}"/>
                    </a:ext>
                  </a:extLst>
                </p:cNvPr>
                <p:cNvSpPr/>
                <p:nvPr/>
              </p:nvSpPr>
              <p:spPr>
                <a:xfrm>
                  <a:off x="5438071" y="4199327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A4FA4C32-0BE8-4223-B378-EDAB9B58E18F}"/>
                    </a:ext>
                  </a:extLst>
                </p:cNvPr>
                <p:cNvSpPr/>
                <p:nvPr/>
              </p:nvSpPr>
              <p:spPr>
                <a:xfrm>
                  <a:off x="5955561" y="419932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40152D6B-8FB5-4EED-8059-90E6222E2E49}"/>
                    </a:ext>
                  </a:extLst>
                </p:cNvPr>
                <p:cNvSpPr/>
                <p:nvPr/>
              </p:nvSpPr>
              <p:spPr>
                <a:xfrm>
                  <a:off x="6473051" y="419932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C7FA1502-BC21-43D1-91A0-2732D1CECB27}"/>
                    </a:ext>
                  </a:extLst>
                </p:cNvPr>
                <p:cNvSpPr/>
                <p:nvPr/>
              </p:nvSpPr>
              <p:spPr>
                <a:xfrm>
                  <a:off x="6990541" y="419932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70E1ABC7-4DC4-401D-93CF-AE0FB1C7F84A}"/>
                    </a:ext>
                  </a:extLst>
                </p:cNvPr>
                <p:cNvSpPr/>
                <p:nvPr/>
              </p:nvSpPr>
              <p:spPr>
                <a:xfrm>
                  <a:off x="5438071" y="445555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BC7DB30A-779B-48B9-A54F-E799414BBDBD}"/>
                    </a:ext>
                  </a:extLst>
                </p:cNvPr>
                <p:cNvSpPr/>
                <p:nvPr/>
              </p:nvSpPr>
              <p:spPr>
                <a:xfrm>
                  <a:off x="5955561" y="4455558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9B4719C4-D823-4E4C-B62B-42E23153464F}"/>
                    </a:ext>
                  </a:extLst>
                </p:cNvPr>
                <p:cNvSpPr/>
                <p:nvPr/>
              </p:nvSpPr>
              <p:spPr>
                <a:xfrm>
                  <a:off x="6473051" y="445555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00812C05-4155-4194-817E-139AA847DC2C}"/>
                    </a:ext>
                  </a:extLst>
                </p:cNvPr>
                <p:cNvSpPr/>
                <p:nvPr/>
              </p:nvSpPr>
              <p:spPr>
                <a:xfrm>
                  <a:off x="6990541" y="445555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3FC65862-3A5F-4960-9CFB-9A15570DA5C3}"/>
                    </a:ext>
                  </a:extLst>
                </p:cNvPr>
                <p:cNvSpPr/>
                <p:nvPr/>
              </p:nvSpPr>
              <p:spPr>
                <a:xfrm>
                  <a:off x="5438071" y="471179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3A8BB8C4-5F8E-4E53-867F-FBD2A792C2F4}"/>
                    </a:ext>
                  </a:extLst>
                </p:cNvPr>
                <p:cNvSpPr/>
                <p:nvPr/>
              </p:nvSpPr>
              <p:spPr>
                <a:xfrm>
                  <a:off x="5955561" y="4711790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9E85CA39-87E0-4721-A51E-52FEE77C7261}"/>
                    </a:ext>
                  </a:extLst>
                </p:cNvPr>
                <p:cNvSpPr/>
                <p:nvPr/>
              </p:nvSpPr>
              <p:spPr>
                <a:xfrm>
                  <a:off x="6473051" y="471179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2AFAE49D-7105-430F-BD89-BFB109447BB6}"/>
                    </a:ext>
                  </a:extLst>
                </p:cNvPr>
                <p:cNvSpPr/>
                <p:nvPr/>
              </p:nvSpPr>
              <p:spPr>
                <a:xfrm>
                  <a:off x="6990541" y="471178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54DE6EDC-0F84-480C-93CC-09706D3A7C70}"/>
                    </a:ext>
                  </a:extLst>
                </p:cNvPr>
                <p:cNvSpPr/>
                <p:nvPr/>
              </p:nvSpPr>
              <p:spPr>
                <a:xfrm>
                  <a:off x="3256212" y="244808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7689E241-74AA-473E-85C8-7B497FF920B3}"/>
                    </a:ext>
                  </a:extLst>
                </p:cNvPr>
                <p:cNvSpPr/>
                <p:nvPr/>
              </p:nvSpPr>
              <p:spPr>
                <a:xfrm>
                  <a:off x="3773702" y="2448083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048BA12B-B4F3-4E34-B639-DA500D4EBFC3}"/>
                    </a:ext>
                  </a:extLst>
                </p:cNvPr>
                <p:cNvSpPr/>
                <p:nvPr/>
              </p:nvSpPr>
              <p:spPr>
                <a:xfrm>
                  <a:off x="4291192" y="244808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44886EEB-E876-4413-895D-1098D9740A68}"/>
                    </a:ext>
                  </a:extLst>
                </p:cNvPr>
                <p:cNvSpPr/>
                <p:nvPr/>
              </p:nvSpPr>
              <p:spPr>
                <a:xfrm>
                  <a:off x="4808682" y="2448082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72BEA027-F7F3-4B40-870C-E4BE0EEB9E73}"/>
                    </a:ext>
                  </a:extLst>
                </p:cNvPr>
                <p:cNvSpPr/>
                <p:nvPr/>
              </p:nvSpPr>
              <p:spPr>
                <a:xfrm>
                  <a:off x="3256212" y="270431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89E2F3AA-DA32-4111-B3B7-E18CE5BBD9DB}"/>
                    </a:ext>
                  </a:extLst>
                </p:cNvPr>
                <p:cNvSpPr/>
                <p:nvPr/>
              </p:nvSpPr>
              <p:spPr>
                <a:xfrm>
                  <a:off x="3773702" y="270431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2CFF5263-BC12-416A-A5CE-13E780107A58}"/>
                    </a:ext>
                  </a:extLst>
                </p:cNvPr>
                <p:cNvSpPr/>
                <p:nvPr/>
              </p:nvSpPr>
              <p:spPr>
                <a:xfrm>
                  <a:off x="4291192" y="2704316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9092D27A-8061-4064-9DA8-FE8D1060917C}"/>
                    </a:ext>
                  </a:extLst>
                </p:cNvPr>
                <p:cNvSpPr/>
                <p:nvPr/>
              </p:nvSpPr>
              <p:spPr>
                <a:xfrm>
                  <a:off x="4808682" y="270431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AEE8D5E0-7698-4E5D-9B5C-5B6436AC2E07}"/>
                    </a:ext>
                  </a:extLst>
                </p:cNvPr>
                <p:cNvSpPr/>
                <p:nvPr/>
              </p:nvSpPr>
              <p:spPr>
                <a:xfrm>
                  <a:off x="3256212" y="2960550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7A34C9FD-9DBA-4BA8-8753-93EDC58328AF}"/>
                    </a:ext>
                  </a:extLst>
                </p:cNvPr>
                <p:cNvSpPr/>
                <p:nvPr/>
              </p:nvSpPr>
              <p:spPr>
                <a:xfrm>
                  <a:off x="3773702" y="296054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A7EA41B9-F9B8-42E7-ABDF-EA31387D4869}"/>
                    </a:ext>
                  </a:extLst>
                </p:cNvPr>
                <p:cNvSpPr/>
                <p:nvPr/>
              </p:nvSpPr>
              <p:spPr>
                <a:xfrm>
                  <a:off x="4291192" y="296054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6A7809C6-FB08-43CD-B538-A053EA4CDC34}"/>
                    </a:ext>
                  </a:extLst>
                </p:cNvPr>
                <p:cNvSpPr/>
                <p:nvPr/>
              </p:nvSpPr>
              <p:spPr>
                <a:xfrm>
                  <a:off x="4808682" y="2960548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B159999E-12E6-45E6-BB9F-125ED93C633D}"/>
                    </a:ext>
                  </a:extLst>
                </p:cNvPr>
                <p:cNvSpPr/>
                <p:nvPr/>
              </p:nvSpPr>
              <p:spPr>
                <a:xfrm>
                  <a:off x="3256212" y="321678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F35ECC66-7B59-4D92-98EB-D1BE8BBEADB2}"/>
                    </a:ext>
                  </a:extLst>
                </p:cNvPr>
                <p:cNvSpPr/>
                <p:nvPr/>
              </p:nvSpPr>
              <p:spPr>
                <a:xfrm>
                  <a:off x="3773702" y="321678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DA102475-26AF-478B-BA13-4ACA3CB234F2}"/>
                    </a:ext>
                  </a:extLst>
                </p:cNvPr>
                <p:cNvSpPr/>
                <p:nvPr/>
              </p:nvSpPr>
              <p:spPr>
                <a:xfrm>
                  <a:off x="4291192" y="321678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15C4412C-9CDF-4F08-BF70-6EEBCF494876}"/>
                    </a:ext>
                  </a:extLst>
                </p:cNvPr>
                <p:cNvSpPr/>
                <p:nvPr/>
              </p:nvSpPr>
              <p:spPr>
                <a:xfrm>
                  <a:off x="4808682" y="321678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0A58FE60-F10E-4172-A9F0-820CEE0D5CB1}"/>
                    </a:ext>
                  </a:extLst>
                </p:cNvPr>
                <p:cNvSpPr/>
                <p:nvPr/>
              </p:nvSpPr>
              <p:spPr>
                <a:xfrm>
                  <a:off x="3256212" y="347301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E88DC903-F317-4359-BEAB-099730D2B965}"/>
                    </a:ext>
                  </a:extLst>
                </p:cNvPr>
                <p:cNvSpPr/>
                <p:nvPr/>
              </p:nvSpPr>
              <p:spPr>
                <a:xfrm>
                  <a:off x="3773702" y="347301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4396EE5F-8B3F-41B3-806B-7CC9744D0E01}"/>
                    </a:ext>
                  </a:extLst>
                </p:cNvPr>
                <p:cNvSpPr/>
                <p:nvPr/>
              </p:nvSpPr>
              <p:spPr>
                <a:xfrm>
                  <a:off x="4291192" y="3473014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64991C0B-897D-4844-8ADD-C17BEE7679A3}"/>
                    </a:ext>
                  </a:extLst>
                </p:cNvPr>
                <p:cNvSpPr/>
                <p:nvPr/>
              </p:nvSpPr>
              <p:spPr>
                <a:xfrm>
                  <a:off x="4808682" y="347301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0A06C358-BA2E-48AE-ADD1-325F96BFD3D4}"/>
                    </a:ext>
                  </a:extLst>
                </p:cNvPr>
                <p:cNvSpPr/>
                <p:nvPr/>
              </p:nvSpPr>
              <p:spPr>
                <a:xfrm>
                  <a:off x="3256212" y="372924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D6BB366A-7C86-451E-A0A1-91B16E9D2DF6}"/>
                    </a:ext>
                  </a:extLst>
                </p:cNvPr>
                <p:cNvSpPr/>
                <p:nvPr/>
              </p:nvSpPr>
              <p:spPr>
                <a:xfrm>
                  <a:off x="3773702" y="3729246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50EB894A-6B57-4773-9987-A7A483802DC0}"/>
                    </a:ext>
                  </a:extLst>
                </p:cNvPr>
                <p:cNvSpPr/>
                <p:nvPr/>
              </p:nvSpPr>
              <p:spPr>
                <a:xfrm>
                  <a:off x="4291192" y="372924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BEA8E59A-9B80-4EA3-BAC6-7498FCB0FFEC}"/>
                    </a:ext>
                  </a:extLst>
                </p:cNvPr>
                <p:cNvSpPr/>
                <p:nvPr/>
              </p:nvSpPr>
              <p:spPr>
                <a:xfrm>
                  <a:off x="4808682" y="3729245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20222F2D-C6DE-4585-9914-A7361A9FE93A}"/>
                    </a:ext>
                  </a:extLst>
                </p:cNvPr>
                <p:cNvSpPr/>
                <p:nvPr/>
              </p:nvSpPr>
              <p:spPr>
                <a:xfrm>
                  <a:off x="3256212" y="3967049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0DAD270F-F230-4E08-A6D3-C7206DD9A64B}"/>
                    </a:ext>
                  </a:extLst>
                </p:cNvPr>
                <p:cNvSpPr/>
                <p:nvPr/>
              </p:nvSpPr>
              <p:spPr>
                <a:xfrm>
                  <a:off x="3773702" y="396704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FACD3558-4F2D-49BC-9A7C-0DCDEB71F67F}"/>
                    </a:ext>
                  </a:extLst>
                </p:cNvPr>
                <p:cNvSpPr/>
                <p:nvPr/>
              </p:nvSpPr>
              <p:spPr>
                <a:xfrm>
                  <a:off x="4291192" y="3967048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21D5F993-9F28-47E2-A35B-5DE0F51ED290}"/>
                    </a:ext>
                  </a:extLst>
                </p:cNvPr>
                <p:cNvSpPr/>
                <p:nvPr/>
              </p:nvSpPr>
              <p:spPr>
                <a:xfrm>
                  <a:off x="4808682" y="396704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D8FBB645-13E1-45F1-9CB9-50321F3379AA}"/>
                    </a:ext>
                  </a:extLst>
                </p:cNvPr>
                <p:cNvSpPr/>
                <p:nvPr/>
              </p:nvSpPr>
              <p:spPr>
                <a:xfrm>
                  <a:off x="3256212" y="422328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BD18F4BD-D67A-474B-902E-9317CFC13ACA}"/>
                    </a:ext>
                  </a:extLst>
                </p:cNvPr>
                <p:cNvSpPr/>
                <p:nvPr/>
              </p:nvSpPr>
              <p:spPr>
                <a:xfrm>
                  <a:off x="3773702" y="422328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8137ED65-E934-41EA-BE87-581014A6EB36}"/>
                    </a:ext>
                  </a:extLst>
                </p:cNvPr>
                <p:cNvSpPr/>
                <p:nvPr/>
              </p:nvSpPr>
              <p:spPr>
                <a:xfrm>
                  <a:off x="4291192" y="422328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4F8A1744-0673-4324-A1A1-690C01DA81C5}"/>
                    </a:ext>
                  </a:extLst>
                </p:cNvPr>
                <p:cNvSpPr/>
                <p:nvPr/>
              </p:nvSpPr>
              <p:spPr>
                <a:xfrm>
                  <a:off x="4808682" y="422327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5A556632-AC19-4337-B743-D4163160AEF8}"/>
                    </a:ext>
                  </a:extLst>
                </p:cNvPr>
                <p:cNvSpPr/>
                <p:nvPr/>
              </p:nvSpPr>
              <p:spPr>
                <a:xfrm>
                  <a:off x="3256212" y="4479513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7FBCFC8A-80EA-4D80-BB6E-92A723A68F96}"/>
                    </a:ext>
                  </a:extLst>
                </p:cNvPr>
                <p:cNvSpPr/>
                <p:nvPr/>
              </p:nvSpPr>
              <p:spPr>
                <a:xfrm>
                  <a:off x="3773702" y="4479512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8EC9E46E-413D-4694-A8C6-7067B2F0C642}"/>
                    </a:ext>
                  </a:extLst>
                </p:cNvPr>
                <p:cNvSpPr/>
                <p:nvPr/>
              </p:nvSpPr>
              <p:spPr>
                <a:xfrm>
                  <a:off x="4291192" y="447951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C47B7F0A-67E0-42B8-8ACE-B3A500DEA6F7}"/>
                    </a:ext>
                  </a:extLst>
                </p:cNvPr>
                <p:cNvSpPr/>
                <p:nvPr/>
              </p:nvSpPr>
              <p:spPr>
                <a:xfrm>
                  <a:off x="4808682" y="447951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649A715E-8340-475B-957F-C5DE7990E916}"/>
                    </a:ext>
                  </a:extLst>
                </p:cNvPr>
                <p:cNvSpPr/>
                <p:nvPr/>
              </p:nvSpPr>
              <p:spPr>
                <a:xfrm>
                  <a:off x="3256212" y="473574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4" name="Rectangle 233">
                  <a:extLst>
                    <a:ext uri="{FF2B5EF4-FFF2-40B4-BE49-F238E27FC236}">
                      <a16:creationId xmlns:a16="http://schemas.microsoft.com/office/drawing/2014/main" id="{E4AA946D-741E-4574-AAEC-943676F78861}"/>
                    </a:ext>
                  </a:extLst>
                </p:cNvPr>
                <p:cNvSpPr/>
                <p:nvPr/>
              </p:nvSpPr>
              <p:spPr>
                <a:xfrm>
                  <a:off x="3773702" y="4735744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2C33E82D-7A17-4A99-8EB3-CA027A6F9052}"/>
                    </a:ext>
                  </a:extLst>
                </p:cNvPr>
                <p:cNvSpPr/>
                <p:nvPr/>
              </p:nvSpPr>
              <p:spPr>
                <a:xfrm>
                  <a:off x="4291192" y="4735744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28A820AC-4C4D-4F37-9CD8-604E1916B244}"/>
                    </a:ext>
                  </a:extLst>
                </p:cNvPr>
                <p:cNvSpPr/>
                <p:nvPr/>
              </p:nvSpPr>
              <p:spPr>
                <a:xfrm>
                  <a:off x="4808682" y="473574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82EEC3A-95A7-4AD2-BD33-4D1D5CBA36E3}"/>
                    </a:ext>
                  </a:extLst>
                </p:cNvPr>
                <p:cNvSpPr txBox="1"/>
                <p:nvPr/>
              </p:nvSpPr>
              <p:spPr>
                <a:xfrm>
                  <a:off x="669893" y="2501108"/>
                  <a:ext cx="587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t=0</a:t>
                  </a:r>
                </a:p>
              </p:txBody>
            </p: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5B55EF6C-8140-4383-8A64-2F876500BBB3}"/>
                    </a:ext>
                  </a:extLst>
                </p:cNvPr>
                <p:cNvSpPr txBox="1"/>
                <p:nvPr/>
              </p:nvSpPr>
              <p:spPr>
                <a:xfrm>
                  <a:off x="656785" y="2749368"/>
                  <a:ext cx="587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t=4</a:t>
                  </a:r>
                </a:p>
              </p:txBody>
            </p:sp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5888D9D6-C0A2-46E1-8221-76F4D9B0FC47}"/>
                    </a:ext>
                  </a:extLst>
                </p:cNvPr>
                <p:cNvSpPr/>
                <p:nvPr/>
              </p:nvSpPr>
              <p:spPr>
                <a:xfrm>
                  <a:off x="1068476" y="372455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43C23E86-FF76-4B39-95BE-CBD605FE2694}"/>
                    </a:ext>
                  </a:extLst>
                </p:cNvPr>
                <p:cNvSpPr/>
                <p:nvPr/>
              </p:nvSpPr>
              <p:spPr>
                <a:xfrm>
                  <a:off x="1585966" y="3724552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FB4517C9-8DD7-4924-877B-9259C1032647}"/>
                    </a:ext>
                  </a:extLst>
                </p:cNvPr>
                <p:cNvSpPr/>
                <p:nvPr/>
              </p:nvSpPr>
              <p:spPr>
                <a:xfrm>
                  <a:off x="2103456" y="3724552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D630F0CB-E65A-453E-A05A-B2F2C1F56FFD}"/>
                    </a:ext>
                  </a:extLst>
                </p:cNvPr>
                <p:cNvSpPr/>
                <p:nvPr/>
              </p:nvSpPr>
              <p:spPr>
                <a:xfrm>
                  <a:off x="2620946" y="3724551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30754660-73F6-43CE-91B3-ED9364DEEFD5}"/>
                    </a:ext>
                  </a:extLst>
                </p:cNvPr>
                <p:cNvSpPr/>
                <p:nvPr/>
              </p:nvSpPr>
              <p:spPr>
                <a:xfrm>
                  <a:off x="1068476" y="398078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DF00F80A-059B-4F7C-AA8B-4FBD9BE504FA}"/>
                    </a:ext>
                  </a:extLst>
                </p:cNvPr>
                <p:cNvSpPr/>
                <p:nvPr/>
              </p:nvSpPr>
              <p:spPr>
                <a:xfrm>
                  <a:off x="1585966" y="3980785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9DC5040E-AB58-4FA4-AFDA-7EF0DAABC4A7}"/>
                    </a:ext>
                  </a:extLst>
                </p:cNvPr>
                <p:cNvSpPr/>
                <p:nvPr/>
              </p:nvSpPr>
              <p:spPr>
                <a:xfrm>
                  <a:off x="2103456" y="3980785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49886721-5A80-46DD-B531-208D0B9640A3}"/>
                    </a:ext>
                  </a:extLst>
                </p:cNvPr>
                <p:cNvSpPr/>
                <p:nvPr/>
              </p:nvSpPr>
              <p:spPr>
                <a:xfrm>
                  <a:off x="2620946" y="3980784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D0BAAFCA-1DD1-41E0-9833-6DB9D01B0A19}"/>
                    </a:ext>
                  </a:extLst>
                </p:cNvPr>
                <p:cNvSpPr/>
                <p:nvPr/>
              </p:nvSpPr>
              <p:spPr>
                <a:xfrm>
                  <a:off x="1068476" y="4237018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FC4DA71A-9ED0-40FC-AC8C-475025DB7A4B}"/>
                    </a:ext>
                  </a:extLst>
                </p:cNvPr>
                <p:cNvSpPr/>
                <p:nvPr/>
              </p:nvSpPr>
              <p:spPr>
                <a:xfrm>
                  <a:off x="1585966" y="4237017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794CD4CA-38B6-4EFF-AF0B-9D264DEC5D2D}"/>
                    </a:ext>
                  </a:extLst>
                </p:cNvPr>
                <p:cNvSpPr/>
                <p:nvPr/>
              </p:nvSpPr>
              <p:spPr>
                <a:xfrm>
                  <a:off x="2103456" y="4237017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A5D2FAC1-583B-4112-8EE9-006F03295411}"/>
                    </a:ext>
                  </a:extLst>
                </p:cNvPr>
                <p:cNvSpPr/>
                <p:nvPr/>
              </p:nvSpPr>
              <p:spPr>
                <a:xfrm>
                  <a:off x="2620946" y="4237016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571B9632-A23F-4FFF-B1C8-E5194C5D1D13}"/>
                    </a:ext>
                  </a:extLst>
                </p:cNvPr>
                <p:cNvSpPr/>
                <p:nvPr/>
              </p:nvSpPr>
              <p:spPr>
                <a:xfrm>
                  <a:off x="1068476" y="4474830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90850CC7-FD1B-482C-9149-1B4614AD5B65}"/>
                    </a:ext>
                  </a:extLst>
                </p:cNvPr>
                <p:cNvSpPr/>
                <p:nvPr/>
              </p:nvSpPr>
              <p:spPr>
                <a:xfrm>
                  <a:off x="1585966" y="4474829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00795FCF-60AD-449B-8A81-F52BD9FC1E9C}"/>
                    </a:ext>
                  </a:extLst>
                </p:cNvPr>
                <p:cNvSpPr/>
                <p:nvPr/>
              </p:nvSpPr>
              <p:spPr>
                <a:xfrm>
                  <a:off x="2103456" y="4474829"/>
                  <a:ext cx="517490" cy="256233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A8E830C8-A38E-4CE8-9427-F25BA98D5389}"/>
                    </a:ext>
                  </a:extLst>
                </p:cNvPr>
                <p:cNvSpPr/>
                <p:nvPr/>
              </p:nvSpPr>
              <p:spPr>
                <a:xfrm>
                  <a:off x="2620946" y="4474828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5234A08C-5B85-46B5-A0A0-563E7D9363C5}"/>
                    </a:ext>
                  </a:extLst>
                </p:cNvPr>
                <p:cNvSpPr/>
                <p:nvPr/>
              </p:nvSpPr>
              <p:spPr>
                <a:xfrm>
                  <a:off x="1068476" y="4731063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D74CBA7C-00EB-4B15-8FE4-80692BAC2FD1}"/>
                    </a:ext>
                  </a:extLst>
                </p:cNvPr>
                <p:cNvSpPr/>
                <p:nvPr/>
              </p:nvSpPr>
              <p:spPr>
                <a:xfrm>
                  <a:off x="1585966" y="4731062"/>
                  <a:ext cx="517490" cy="2562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260874B7-F2AA-4981-9C3C-6AB14FDFE7C1}"/>
                    </a:ext>
                  </a:extLst>
                </p:cNvPr>
                <p:cNvSpPr/>
                <p:nvPr/>
              </p:nvSpPr>
              <p:spPr>
                <a:xfrm>
                  <a:off x="2103456" y="4731062"/>
                  <a:ext cx="517490" cy="2562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8EC0314B-6331-4437-BA30-47243CEE4F2B}"/>
                    </a:ext>
                  </a:extLst>
                </p:cNvPr>
                <p:cNvSpPr/>
                <p:nvPr/>
              </p:nvSpPr>
              <p:spPr>
                <a:xfrm>
                  <a:off x="2620946" y="4731061"/>
                  <a:ext cx="517490" cy="2562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DBBC2A1E-2F3E-4438-B64E-4B10CAAA69F1}"/>
                    </a:ext>
                  </a:extLst>
                </p:cNvPr>
                <p:cNvSpPr txBox="1"/>
                <p:nvPr/>
              </p:nvSpPr>
              <p:spPr>
                <a:xfrm>
                  <a:off x="656784" y="3011345"/>
                  <a:ext cx="58782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t=8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0C5E95B3-ABA1-44A1-9228-418C37F52CC2}"/>
                    </a:ext>
                  </a:extLst>
                </p:cNvPr>
                <p:cNvSpPr txBox="1"/>
                <p:nvPr/>
              </p:nvSpPr>
              <p:spPr>
                <a:xfrm>
                  <a:off x="594763" y="3243825"/>
                  <a:ext cx="64142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t=12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67592584-F36F-4371-84D6-FAC5492F1C5E}"/>
                    </a:ext>
                  </a:extLst>
                </p:cNvPr>
                <p:cNvSpPr txBox="1"/>
                <p:nvPr/>
              </p:nvSpPr>
              <p:spPr>
                <a:xfrm>
                  <a:off x="603193" y="3504969"/>
                  <a:ext cx="64142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t=16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8A8D9677-6512-437A-96A5-A1E26D8D70D6}"/>
                    </a:ext>
                  </a:extLst>
                </p:cNvPr>
                <p:cNvSpPr txBox="1"/>
                <p:nvPr/>
              </p:nvSpPr>
              <p:spPr>
                <a:xfrm>
                  <a:off x="596204" y="3797090"/>
                  <a:ext cx="6950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t=20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9B0087D0-2017-4B5C-9350-E3BA38A917F0}"/>
                    </a:ext>
                  </a:extLst>
                </p:cNvPr>
                <p:cNvSpPr txBox="1"/>
                <p:nvPr/>
              </p:nvSpPr>
              <p:spPr>
                <a:xfrm>
                  <a:off x="594763" y="4031587"/>
                  <a:ext cx="64142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t=24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AA40817A-18CB-45ED-BC7F-1D9899D1759D}"/>
                    </a:ext>
                  </a:extLst>
                </p:cNvPr>
                <p:cNvSpPr txBox="1"/>
                <p:nvPr/>
              </p:nvSpPr>
              <p:spPr>
                <a:xfrm>
                  <a:off x="594763" y="4270844"/>
                  <a:ext cx="6950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t=28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AD93AD6C-C28F-4A26-A2EA-27CFEFA90796}"/>
                    </a:ext>
                  </a:extLst>
                </p:cNvPr>
                <p:cNvSpPr txBox="1"/>
                <p:nvPr/>
              </p:nvSpPr>
              <p:spPr>
                <a:xfrm>
                  <a:off x="600507" y="4547026"/>
                  <a:ext cx="8373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t=32</a:t>
                  </a: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C4C5F558-2920-49D6-8CDC-2FDBB1BCA0B3}"/>
                    </a:ext>
                  </a:extLst>
                </p:cNvPr>
                <p:cNvSpPr txBox="1"/>
                <p:nvPr/>
              </p:nvSpPr>
              <p:spPr>
                <a:xfrm>
                  <a:off x="590907" y="4784838"/>
                  <a:ext cx="8373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t=40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0F523590-375B-4EB4-8C32-A4E89824D7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50424" y="2088548"/>
                      <a:ext cx="161449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2: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=5</a:t>
                      </a:r>
                    </a:p>
                  </p:txBody>
                </p:sp>
              </mc:Choice>
              <mc:Fallback xmlns="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0F523590-375B-4EB4-8C32-A4E89824D7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50424" y="2088548"/>
                      <a:ext cx="1614491" cy="3077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5882" b="-176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9" name="TextBox 268">
                      <a:extLst>
                        <a:ext uri="{FF2B5EF4-FFF2-40B4-BE49-F238E27FC236}">
                          <a16:creationId xmlns:a16="http://schemas.microsoft.com/office/drawing/2014/main" id="{C4777D1D-C52C-4F2A-95BA-7B30674F60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20837" y="2084038"/>
                      <a:ext cx="161449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Case 3: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r>
                        <a:rPr lang="en-I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=6</a:t>
                      </a:r>
                    </a:p>
                  </p:txBody>
                </p:sp>
              </mc:Choice>
              <mc:Fallback xmlns="">
                <p:sp>
                  <p:nvSpPr>
                    <p:cNvPr id="269" name="TextBox 268">
                      <a:extLst>
                        <a:ext uri="{FF2B5EF4-FFF2-40B4-BE49-F238E27FC236}">
                          <a16:creationId xmlns:a16="http://schemas.microsoft.com/office/drawing/2014/main" id="{C4777D1D-C52C-4F2A-95BA-7B30674F60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20837" y="2084038"/>
                      <a:ext cx="1614491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3922" b="-176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12C19FD9-8A49-4A27-8AC9-005CD3E5E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56212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82883AB8-8D0A-44FB-9D8C-A604B7E6F2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38436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C329CD8B-BB5F-4F2A-B470-D67F697B13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26172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CB22156B-2357-44D5-AA3D-B797125633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8476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228C060D-D904-4759-A63D-129696665D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38071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B80244F0-DA76-413D-9A2F-32F581BEA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08031" y="2200102"/>
                  <a:ext cx="0" cy="2931622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541A72B-580F-458B-B1FC-E943BF4467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8476" y="3724551"/>
                  <a:ext cx="2069960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C6BC4A99-564C-445E-9FF3-D539BB0A7D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476" y="4256060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38ABCAE7-1172-41B1-8BC3-4D4E98750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864" y="450275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>
                <a:extLst>
                  <a:ext uri="{FF2B5EF4-FFF2-40B4-BE49-F238E27FC236}">
                    <a16:creationId xmlns:a16="http://schemas.microsoft.com/office/drawing/2014/main" id="{8D5DD73B-6A3E-484D-8640-F8B01055C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2775712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20765D5D-9A36-4373-ACCF-8044B7CDDD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1205" y="2519480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>
                <a:extLst>
                  <a:ext uri="{FF2B5EF4-FFF2-40B4-BE49-F238E27FC236}">
                    <a16:creationId xmlns:a16="http://schemas.microsoft.com/office/drawing/2014/main" id="{159FF1C9-393F-41EC-B7E7-BE1CA47DD1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352082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4E43CCB8-FEE5-46DE-86C3-853BF0193F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1205" y="3264592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Arrow Connector 284">
                <a:extLst>
                  <a:ext uri="{FF2B5EF4-FFF2-40B4-BE49-F238E27FC236}">
                    <a16:creationId xmlns:a16="http://schemas.microsoft.com/office/drawing/2014/main" id="{4FD8377B-CAA4-4FE1-8B99-3342C7513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4044751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id="{6E832E5B-7ACB-48B6-87DD-B50E19DC10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1205" y="378851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id="{967343FF-EF56-41E8-BDCF-8DA22E2B9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478483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921FB4EF-C6FC-483E-8D57-CD36013D6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9531" y="4547026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86DE20CC-E738-4A1D-98FD-EE9A61B21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4294237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>
                <a:extLst>
                  <a:ext uri="{FF2B5EF4-FFF2-40B4-BE49-F238E27FC236}">
                    <a16:creationId xmlns:a16="http://schemas.microsoft.com/office/drawing/2014/main" id="{EE3F864D-4D97-4A2A-8A4B-CAF68DFE5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5966" y="3026367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>
                <a:extLst>
                  <a:ext uri="{FF2B5EF4-FFF2-40B4-BE49-F238E27FC236}">
                    <a16:creationId xmlns:a16="http://schemas.microsoft.com/office/drawing/2014/main" id="{C3FA9ECB-E18D-4637-A7AF-5AB6FC91D2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5561" y="4776406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A6BC1F71-4713-4DFE-847B-C65A36B20F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4864" y="3229731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>
                <a:extLst>
                  <a:ext uri="{FF2B5EF4-FFF2-40B4-BE49-F238E27FC236}">
                    <a16:creationId xmlns:a16="http://schemas.microsoft.com/office/drawing/2014/main" id="{2968DB9B-2B22-49F8-8FAE-15FEFAC4F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56" y="4746038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E6CC80B-6B46-4D6B-B0BA-AE495921D76F}"/>
                  </a:ext>
                </a:extLst>
              </p:cNvPr>
              <p:cNvSpPr/>
              <p:nvPr/>
            </p:nvSpPr>
            <p:spPr>
              <a:xfrm>
                <a:off x="2155937" y="3264592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F396060E-E256-43ED-AF01-6EAE7265BD0D}"/>
                  </a:ext>
                </a:extLst>
              </p:cNvPr>
              <p:cNvSpPr/>
              <p:nvPr/>
            </p:nvSpPr>
            <p:spPr>
              <a:xfrm>
                <a:off x="2165803" y="4546887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233DD44C-8ECA-47BE-98A8-178380E256AB}"/>
                  </a:ext>
                </a:extLst>
              </p:cNvPr>
              <p:cNvSpPr/>
              <p:nvPr/>
            </p:nvSpPr>
            <p:spPr>
              <a:xfrm>
                <a:off x="6565507" y="3243825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97" name="Straight Arrow Connector 296">
                <a:extLst>
                  <a:ext uri="{FF2B5EF4-FFF2-40B4-BE49-F238E27FC236}">
                    <a16:creationId xmlns:a16="http://schemas.microsoft.com/office/drawing/2014/main" id="{A4BDC0B6-9ACA-4421-B293-4AF39ED32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4044751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>
                <a:extLst>
                  <a:ext uri="{FF2B5EF4-FFF2-40B4-BE49-F238E27FC236}">
                    <a16:creationId xmlns:a16="http://schemas.microsoft.com/office/drawing/2014/main" id="{A659D5AD-67A0-4C20-8559-974A20A035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946" y="3729245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>
                <a:extLst>
                  <a:ext uri="{FF2B5EF4-FFF2-40B4-BE49-F238E27FC236}">
                    <a16:creationId xmlns:a16="http://schemas.microsoft.com/office/drawing/2014/main" id="{E1D48C1C-C71C-42E0-A780-44266F0DC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654" y="298209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Arrow Connector 299">
                <a:extLst>
                  <a:ext uri="{FF2B5EF4-FFF2-40B4-BE49-F238E27FC236}">
                    <a16:creationId xmlns:a16="http://schemas.microsoft.com/office/drawing/2014/main" id="{53511165-5097-4065-AA30-6F6C900E27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946" y="2475210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D665AFFC-E196-4CD8-BD08-F3F6C8AE46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56" y="350496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Arrow Connector 301">
                <a:extLst>
                  <a:ext uri="{FF2B5EF4-FFF2-40B4-BE49-F238E27FC236}">
                    <a16:creationId xmlns:a16="http://schemas.microsoft.com/office/drawing/2014/main" id="{55D0A851-9385-4DB8-9674-F6274E688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212" y="298209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Arrow Connector 302">
                <a:extLst>
                  <a:ext uri="{FF2B5EF4-FFF2-40B4-BE49-F238E27FC236}">
                    <a16:creationId xmlns:a16="http://schemas.microsoft.com/office/drawing/2014/main" id="{ADD8067C-8BC6-4CF5-927E-88C7C9D327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3243825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Arrow Connector 303">
                <a:extLst>
                  <a:ext uri="{FF2B5EF4-FFF2-40B4-BE49-F238E27FC236}">
                    <a16:creationId xmlns:a16="http://schemas.microsoft.com/office/drawing/2014/main" id="{4339E3A8-B4A7-4E2B-A2D2-D91FE9278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3473013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Arrow Connector 304">
                <a:extLst>
                  <a:ext uri="{FF2B5EF4-FFF2-40B4-BE49-F238E27FC236}">
                    <a16:creationId xmlns:a16="http://schemas.microsoft.com/office/drawing/2014/main" id="{FA1A292C-A4B8-48B9-92DA-CC889820A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682" y="374424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Arrow Connector 305">
                <a:extLst>
                  <a:ext uri="{FF2B5EF4-FFF2-40B4-BE49-F238E27FC236}">
                    <a16:creationId xmlns:a16="http://schemas.microsoft.com/office/drawing/2014/main" id="{C8492787-65DF-4D44-B885-2782308025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2820" y="2461033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Arrow Connector 306">
                <a:extLst>
                  <a:ext uri="{FF2B5EF4-FFF2-40B4-BE49-F238E27FC236}">
                    <a16:creationId xmlns:a16="http://schemas.microsoft.com/office/drawing/2014/main" id="{97309873-BC1D-469E-B1E6-0CE3D9B023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4856" y="424996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Arrow Connector 307">
                <a:extLst>
                  <a:ext uri="{FF2B5EF4-FFF2-40B4-BE49-F238E27FC236}">
                    <a16:creationId xmlns:a16="http://schemas.microsoft.com/office/drawing/2014/main" id="{9E540C3C-3114-4EC5-97B1-A463D039F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449324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Arrow Connector 308">
                <a:extLst>
                  <a:ext uri="{FF2B5EF4-FFF2-40B4-BE49-F238E27FC236}">
                    <a16:creationId xmlns:a16="http://schemas.microsoft.com/office/drawing/2014/main" id="{8BC9C94D-3306-41B2-9A83-268B9893A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4746038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Arrow Connector 309">
                <a:extLst>
                  <a:ext uri="{FF2B5EF4-FFF2-40B4-BE49-F238E27FC236}">
                    <a16:creationId xmlns:a16="http://schemas.microsoft.com/office/drawing/2014/main" id="{11E15D03-53A5-44B0-A3BC-636DDC530B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479296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Arrow Connector 310">
                <a:extLst>
                  <a:ext uri="{FF2B5EF4-FFF2-40B4-BE49-F238E27FC236}">
                    <a16:creationId xmlns:a16="http://schemas.microsoft.com/office/drawing/2014/main" id="{4DA8FA86-8797-4986-9197-2DCA6FD20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212" y="454388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Arrow Connector 311">
                <a:extLst>
                  <a:ext uri="{FF2B5EF4-FFF2-40B4-BE49-F238E27FC236}">
                    <a16:creationId xmlns:a16="http://schemas.microsoft.com/office/drawing/2014/main" id="{AFBCA287-0496-4AF6-95A6-C83902745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378851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Arrow Connector 312">
                <a:extLst>
                  <a:ext uri="{FF2B5EF4-FFF2-40B4-BE49-F238E27FC236}">
                    <a16:creationId xmlns:a16="http://schemas.microsoft.com/office/drawing/2014/main" id="{21137260-8E71-4268-91DD-D27B07365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6212" y="352553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Arrow Connector 313">
                <a:extLst>
                  <a:ext uri="{FF2B5EF4-FFF2-40B4-BE49-F238E27FC236}">
                    <a16:creationId xmlns:a16="http://schemas.microsoft.com/office/drawing/2014/main" id="{9D451A69-EA10-462B-B147-609D38D9C2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2820" y="429206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Arrow Connector 314">
                <a:extLst>
                  <a:ext uri="{FF2B5EF4-FFF2-40B4-BE49-F238E27FC236}">
                    <a16:creationId xmlns:a16="http://schemas.microsoft.com/office/drawing/2014/main" id="{C7D8B0FD-42E5-4FC5-BAC5-43BB85B87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682" y="301352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Arrow Connector 315">
                <a:extLst>
                  <a:ext uri="{FF2B5EF4-FFF2-40B4-BE49-F238E27FC236}">
                    <a16:creationId xmlns:a16="http://schemas.microsoft.com/office/drawing/2014/main" id="{C800192F-6834-4343-8CD1-8ECD73607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1192" y="274936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Arrow Connector 316">
                <a:extLst>
                  <a:ext uri="{FF2B5EF4-FFF2-40B4-BE49-F238E27FC236}">
                    <a16:creationId xmlns:a16="http://schemas.microsoft.com/office/drawing/2014/main" id="{CBF24E6A-0981-4C06-991F-3242F8810B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3702" y="250110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Arrow Connector 317">
                <a:extLst>
                  <a:ext uri="{FF2B5EF4-FFF2-40B4-BE49-F238E27FC236}">
                    <a16:creationId xmlns:a16="http://schemas.microsoft.com/office/drawing/2014/main" id="{813D5E1F-1B22-44D6-83C7-DF2EDEB75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8071" y="423154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Arrow Connector 318">
                <a:extLst>
                  <a:ext uri="{FF2B5EF4-FFF2-40B4-BE49-F238E27FC236}">
                    <a16:creationId xmlns:a16="http://schemas.microsoft.com/office/drawing/2014/main" id="{B29F03FF-5241-42AE-BA47-958ACC344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364" y="446850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Arrow Connector 319">
                <a:extLst>
                  <a:ext uri="{FF2B5EF4-FFF2-40B4-BE49-F238E27FC236}">
                    <a16:creationId xmlns:a16="http://schemas.microsoft.com/office/drawing/2014/main" id="{C8FEA1CF-243A-48F0-837B-D42003C68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0391" y="3205777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Arrow Connector 320">
                <a:extLst>
                  <a:ext uri="{FF2B5EF4-FFF2-40B4-BE49-F238E27FC236}">
                    <a16:creationId xmlns:a16="http://schemas.microsoft.com/office/drawing/2014/main" id="{C8238FC1-F6BA-451E-A247-55BD98951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8071" y="2943069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Arrow Connector 321">
                <a:extLst>
                  <a:ext uri="{FF2B5EF4-FFF2-40B4-BE49-F238E27FC236}">
                    <a16:creationId xmlns:a16="http://schemas.microsoft.com/office/drawing/2014/main" id="{EB100C51-1F01-4C5B-9CDD-AA8FA683E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6480" y="473213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Arrow Connector 322">
                <a:extLst>
                  <a:ext uri="{FF2B5EF4-FFF2-40B4-BE49-F238E27FC236}">
                    <a16:creationId xmlns:a16="http://schemas.microsoft.com/office/drawing/2014/main" id="{76086A30-C078-4565-A60D-C051C301F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3051" y="3455818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Arrow Connector 323">
                <a:extLst>
                  <a:ext uri="{FF2B5EF4-FFF2-40B4-BE49-F238E27FC236}">
                    <a16:creationId xmlns:a16="http://schemas.microsoft.com/office/drawing/2014/main" id="{51262A8C-6B2D-4508-B4A0-64CE30F92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0541" y="3718242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Arrow Connector 324">
                <a:extLst>
                  <a:ext uri="{FF2B5EF4-FFF2-40B4-BE49-F238E27FC236}">
                    <a16:creationId xmlns:a16="http://schemas.microsoft.com/office/drawing/2014/main" id="{64684B65-B1C8-49AE-923D-573339922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4064" y="3400186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Arrow Connector 325">
                <a:extLst>
                  <a:ext uri="{FF2B5EF4-FFF2-40B4-BE49-F238E27FC236}">
                    <a16:creationId xmlns:a16="http://schemas.microsoft.com/office/drawing/2014/main" id="{E56B4290-666C-42B6-B691-9A18F03AE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0541" y="2430603"/>
                <a:ext cx="0" cy="2432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Arrow Connector 326">
                <a:extLst>
                  <a:ext uri="{FF2B5EF4-FFF2-40B4-BE49-F238E27FC236}">
                    <a16:creationId xmlns:a16="http://schemas.microsoft.com/office/drawing/2014/main" id="{9543D0FD-D673-4C80-B4C8-C625E1CA1D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096" y="3255078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Arrow Connector 327">
                <a:extLst>
                  <a:ext uri="{FF2B5EF4-FFF2-40B4-BE49-F238E27FC236}">
                    <a16:creationId xmlns:a16="http://schemas.microsoft.com/office/drawing/2014/main" id="{C0E227B4-BFB7-484A-ABD6-4A89965018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9546" y="4256060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Arrow Connector 328">
                <a:extLst>
                  <a:ext uri="{FF2B5EF4-FFF2-40B4-BE49-F238E27FC236}">
                    <a16:creationId xmlns:a16="http://schemas.microsoft.com/office/drawing/2014/main" id="{012DCDFA-BEB8-4057-A6BE-8B53C42C04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5561" y="4000313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Arrow Connector 330">
                <a:extLst>
                  <a:ext uri="{FF2B5EF4-FFF2-40B4-BE49-F238E27FC236}">
                    <a16:creationId xmlns:a16="http://schemas.microsoft.com/office/drawing/2014/main" id="{49D4E6CB-5DE6-4042-99FC-9420E7C378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5561" y="2486489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Arrow Connector 332">
                <a:extLst>
                  <a:ext uri="{FF2B5EF4-FFF2-40B4-BE49-F238E27FC236}">
                    <a16:creationId xmlns:a16="http://schemas.microsoft.com/office/drawing/2014/main" id="{943B846C-CA7E-4B95-919B-1008E80E9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0541" y="2746214"/>
                <a:ext cx="0" cy="19901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192AAE9-D680-4A89-9233-4DDDB3AF29D3}"/>
                </a:ext>
              </a:extLst>
            </p:cNvPr>
            <p:cNvGrpSpPr/>
            <p:nvPr/>
          </p:nvGrpSpPr>
          <p:grpSpPr>
            <a:xfrm>
              <a:off x="3008481" y="1408998"/>
              <a:ext cx="5408348" cy="614883"/>
              <a:chOff x="2417439" y="1462517"/>
              <a:chExt cx="5408348" cy="61488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04BAD69-D287-4BB6-B68B-C40A16B6FC00}"/>
                  </a:ext>
                </a:extLst>
              </p:cNvPr>
              <p:cNvSpPr/>
              <p:nvPr/>
            </p:nvSpPr>
            <p:spPr>
              <a:xfrm>
                <a:off x="2417439" y="1492623"/>
                <a:ext cx="5317310" cy="55793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161009E-515C-493F-9DD3-A8C0F864DFBB}"/>
                  </a:ext>
                </a:extLst>
              </p:cNvPr>
              <p:cNvSpPr/>
              <p:nvPr/>
            </p:nvSpPr>
            <p:spPr>
              <a:xfrm>
                <a:off x="2489985" y="1696013"/>
                <a:ext cx="467139" cy="23853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359E7E44-1E9D-477E-BA6F-012110E3CCCF}"/>
                  </a:ext>
                </a:extLst>
              </p:cNvPr>
              <p:cNvSpPr/>
              <p:nvPr/>
            </p:nvSpPr>
            <p:spPr>
              <a:xfrm>
                <a:off x="4147954" y="1699855"/>
                <a:ext cx="467139" cy="23853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7F3E81A1-2504-45DE-B806-0EE066703E7A}"/>
                  </a:ext>
                </a:extLst>
              </p:cNvPr>
              <p:cNvSpPr txBox="1"/>
              <p:nvPr/>
            </p:nvSpPr>
            <p:spPr>
              <a:xfrm>
                <a:off x="2753105" y="1492625"/>
                <a:ext cx="15147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Victim task execution</a:t>
                </a: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686C89D2-FC03-4DD8-8EB8-FAB5A6613E7B}"/>
                  </a:ext>
                </a:extLst>
              </p:cNvPr>
              <p:cNvSpPr txBox="1"/>
              <p:nvPr/>
            </p:nvSpPr>
            <p:spPr>
              <a:xfrm>
                <a:off x="4517476" y="1466429"/>
                <a:ext cx="15147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 execution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421423A-FB12-4593-B4D4-C601A79F8718}"/>
                  </a:ext>
                </a:extLst>
              </p:cNvPr>
              <p:cNvGrpSpPr/>
              <p:nvPr/>
            </p:nvGrpSpPr>
            <p:grpSpPr>
              <a:xfrm>
                <a:off x="5971888" y="1667907"/>
                <a:ext cx="467139" cy="238539"/>
                <a:chOff x="4665239" y="747108"/>
                <a:chExt cx="467139" cy="238539"/>
              </a:xfrm>
            </p:grpSpPr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629ACF89-47B6-4028-8184-35252DDC92B3}"/>
                    </a:ext>
                  </a:extLst>
                </p:cNvPr>
                <p:cNvSpPr/>
                <p:nvPr/>
              </p:nvSpPr>
              <p:spPr>
                <a:xfrm>
                  <a:off x="4665239" y="747108"/>
                  <a:ext cx="467139" cy="238539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9C6E6A72-B906-4105-9698-CCB447A18B76}"/>
                    </a:ext>
                  </a:extLst>
                </p:cNvPr>
                <p:cNvSpPr/>
                <p:nvPr/>
              </p:nvSpPr>
              <p:spPr>
                <a:xfrm>
                  <a:off x="4715479" y="809927"/>
                  <a:ext cx="110859" cy="11211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2DF087C2-01A4-492B-8123-F9CFFCDEA00B}"/>
                  </a:ext>
                </a:extLst>
              </p:cNvPr>
              <p:cNvSpPr txBox="1"/>
              <p:nvPr/>
            </p:nvSpPr>
            <p:spPr>
              <a:xfrm>
                <a:off x="6311044" y="1462517"/>
                <a:ext cx="15147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 pre-empted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4214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683494-8199-4579-BED7-0847F88C2BEC}"/>
              </a:ext>
            </a:extLst>
          </p:cNvPr>
          <p:cNvSpPr/>
          <p:nvPr/>
        </p:nvSpPr>
        <p:spPr>
          <a:xfrm>
            <a:off x="493607" y="181304"/>
            <a:ext cx="5839958" cy="2323323"/>
          </a:xfrm>
          <a:prstGeom prst="roundRect">
            <a:avLst>
              <a:gd name="adj" fmla="val 55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EC91B9-4FD8-4DEF-BF64-198EB3056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657223"/>
                  </p:ext>
                </p:extLst>
              </p:nvPr>
            </p:nvGraphicFramePr>
            <p:xfrm>
              <a:off x="3855618" y="546243"/>
              <a:ext cx="2361531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976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1732555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227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Task s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Array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[M]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1336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3, 6, 7, 8, 12, . . .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1336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[1, 6, 12, 17, 19, 22,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2227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5, 9, 11, 13, 14  . . . . 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EC91B9-4FD8-4DEF-BF64-198EB3056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657223"/>
                  </p:ext>
                </p:extLst>
              </p:nvPr>
            </p:nvGraphicFramePr>
            <p:xfrm>
              <a:off x="3855618" y="546243"/>
              <a:ext cx="2361531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976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1732555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Task s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491" t="-2222" r="-702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1" t="-100000" r="-278641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3, 6, 7, 8, 12, . . .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1" t="-204444" r="-278641" b="-1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[1, 6, 12, 17, 19, 22,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1" t="-304444" r="-278641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5, 9, 11, 13, 14  . . . . 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0183699-DD6E-4CF5-9CA5-791AD39C701A}"/>
              </a:ext>
            </a:extLst>
          </p:cNvPr>
          <p:cNvSpPr/>
          <p:nvPr/>
        </p:nvSpPr>
        <p:spPr>
          <a:xfrm rot="16200000">
            <a:off x="384473" y="940994"/>
            <a:ext cx="5260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SVI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C5BDA-8126-465E-AE62-C6784E9EB72F}"/>
              </a:ext>
            </a:extLst>
          </p:cNvPr>
          <p:cNvSpPr txBox="1"/>
          <p:nvPr/>
        </p:nvSpPr>
        <p:spPr>
          <a:xfrm>
            <a:off x="4014778" y="181305"/>
            <a:ext cx="2056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Look Up Table (LUT)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746BD2-FD95-4FD7-ACD6-EB40F9620173}"/>
              </a:ext>
            </a:extLst>
          </p:cNvPr>
          <p:cNvSpPr/>
          <p:nvPr/>
        </p:nvSpPr>
        <p:spPr>
          <a:xfrm>
            <a:off x="4162538" y="1526315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151BB0-A087-489F-8867-F5AE5FC6B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43811"/>
              </p:ext>
            </p:extLst>
          </p:nvPr>
        </p:nvGraphicFramePr>
        <p:xfrm>
          <a:off x="2089781" y="4353373"/>
          <a:ext cx="428389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F6FA8C-7306-474B-9264-0B371EAAD88F}"/>
              </a:ext>
            </a:extLst>
          </p:cNvPr>
          <p:cNvCxnSpPr>
            <a:cxnSpLocks/>
          </p:cNvCxnSpPr>
          <p:nvPr/>
        </p:nvCxnSpPr>
        <p:spPr>
          <a:xfrm>
            <a:off x="788018" y="753035"/>
            <a:ext cx="0" cy="890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A5504827-4D92-429C-9286-B8A1C2D4C3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2689649"/>
                  </p:ext>
                </p:extLst>
              </p:nvPr>
            </p:nvGraphicFramePr>
            <p:xfrm>
              <a:off x="3852659" y="1969614"/>
              <a:ext cx="2361531" cy="28848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227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6, 15, 17, 30, 43  . . . . 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A5504827-4D92-429C-9286-B8A1C2D4C3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2689649"/>
                  </p:ext>
                </p:extLst>
              </p:nvPr>
            </p:nvGraphicFramePr>
            <p:xfrm>
              <a:off x="3852659" y="1969614"/>
              <a:ext cx="2361531" cy="28848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884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75" r="-320430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6, 15, 17, 30, 43  . . . . 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DAEBD68E-EC24-4DB4-9A5B-3DAA2CD8CB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79275"/>
                  </p:ext>
                </p:extLst>
              </p:nvPr>
            </p:nvGraphicFramePr>
            <p:xfrm>
              <a:off x="887362" y="321076"/>
              <a:ext cx="2796301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0809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1985492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4768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Array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𝓐</m:t>
                              </m:r>
                            </m:oMath>
                          </a14:m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258251"/>
                      </a:ext>
                    </a:extLst>
                  </a:tr>
                  <a:tr h="412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Index</a:t>
                          </a:r>
                          <a:r>
                            <a:rPr lang="en-IN" sz="1200" b="1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𝓐</m:t>
                              </m:r>
                            </m:oMath>
                          </a14:m>
                          <a:r>
                            <a:rPr lang="en-IN" sz="1200" b="1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:endParaRPr lang="en-IN" sz="12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Schedule S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19787"/>
                      </a:ext>
                    </a:extLst>
                  </a:tr>
                  <a:tr h="2472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oMath>
                          </a14:m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[0]= {</a:t>
                          </a:r>
                          <a:r>
                            <a:rPr lang="en-IN" sz="1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1, 2, 4, 0, . . 8 </a:t>
                          </a: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oMath>
                          </a14:m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[1]= {</a:t>
                          </a:r>
                          <a:r>
                            <a:rPr lang="en-IN" sz="1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0, 5, 2, 1, . . 6 </a:t>
                          </a: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435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DAEBD68E-EC24-4DB4-9A5B-3DAA2CD8CB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79275"/>
                  </p:ext>
                </p:extLst>
              </p:nvPr>
            </p:nvGraphicFramePr>
            <p:xfrm>
              <a:off x="887362" y="321076"/>
              <a:ext cx="2796301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0809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1985492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32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7" t="-2222" r="-435" b="-38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25825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52" t="-60526" r="-247368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Schedule S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197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979" t="-271111" r="-61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979" t="-371111" r="-61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435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DFE67986-90D7-495C-BFA0-E02DCB82E288}"/>
              </a:ext>
            </a:extLst>
          </p:cNvPr>
          <p:cNvSpPr/>
          <p:nvPr/>
        </p:nvSpPr>
        <p:spPr>
          <a:xfrm>
            <a:off x="1346373" y="1447431"/>
            <a:ext cx="27061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CD1877CF-773A-4807-A5E5-E783510D38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929266"/>
                  </p:ext>
                </p:extLst>
              </p:nvPr>
            </p:nvGraphicFramePr>
            <p:xfrm>
              <a:off x="885352" y="2168048"/>
              <a:ext cx="2798310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03063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1995247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1463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oMath>
                          </a14:m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[M]= {</a:t>
                          </a:r>
                          <a:r>
                            <a:rPr lang="en-IN" sz="1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1, 1, 3, 5, . . 0 </a:t>
                          </a: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}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CD1877CF-773A-4807-A5E5-E783510D38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929266"/>
                  </p:ext>
                </p:extLst>
              </p:nvPr>
            </p:nvGraphicFramePr>
            <p:xfrm>
              <a:off x="885352" y="2168048"/>
              <a:ext cx="2798310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03063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1995247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549" r="-610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F27EEB8D-8879-47F4-A505-8FAC065968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127391"/>
                  </p:ext>
                </p:extLst>
              </p:nvPr>
            </p:nvGraphicFramePr>
            <p:xfrm>
              <a:off x="887686" y="1769898"/>
              <a:ext cx="2791458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08317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1983141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308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K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oMath>
                          </a14:m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[K]= {</a:t>
                          </a:r>
                          <a:r>
                            <a:rPr lang="en-IN" sz="1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4, 4, 1, 1, . . 0 </a:t>
                          </a: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}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>
                <a:extLst>
                  <a:ext uri="{FF2B5EF4-FFF2-40B4-BE49-F238E27FC236}">
                    <a16:creationId xmlns:a16="http://schemas.microsoft.com/office/drawing/2014/main" id="{F27EEB8D-8879-47F4-A505-8FAC065968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127391"/>
                  </p:ext>
                </p:extLst>
              </p:nvPr>
            </p:nvGraphicFramePr>
            <p:xfrm>
              <a:off x="887686" y="1769898"/>
              <a:ext cx="2791458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08317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1983141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K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1104" t="-2174" r="-613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1777027-CBD7-4BC4-B8F1-1268F6F2D3A0}"/>
              </a:ext>
            </a:extLst>
          </p:cNvPr>
          <p:cNvCxnSpPr>
            <a:cxnSpLocks/>
          </p:cNvCxnSpPr>
          <p:nvPr/>
        </p:nvCxnSpPr>
        <p:spPr>
          <a:xfrm flipH="1">
            <a:off x="885353" y="1412001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A5E455-8662-40A4-8D8B-36284EDD0DA6}"/>
              </a:ext>
            </a:extLst>
          </p:cNvPr>
          <p:cNvCxnSpPr>
            <a:cxnSpLocks/>
          </p:cNvCxnSpPr>
          <p:nvPr/>
        </p:nvCxnSpPr>
        <p:spPr>
          <a:xfrm flipH="1">
            <a:off x="3682105" y="1521904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E16F2C-F086-45E2-9DF8-0F46110A2D29}"/>
              </a:ext>
            </a:extLst>
          </p:cNvPr>
          <p:cNvCxnSpPr>
            <a:cxnSpLocks/>
          </p:cNvCxnSpPr>
          <p:nvPr/>
        </p:nvCxnSpPr>
        <p:spPr>
          <a:xfrm flipH="1">
            <a:off x="3855616" y="1529150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0302FF-A647-4F05-8749-2EC982251B2B}"/>
              </a:ext>
            </a:extLst>
          </p:cNvPr>
          <p:cNvCxnSpPr>
            <a:cxnSpLocks/>
          </p:cNvCxnSpPr>
          <p:nvPr/>
        </p:nvCxnSpPr>
        <p:spPr>
          <a:xfrm flipH="1">
            <a:off x="6214190" y="1469143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C90F0B6-55E9-4EFC-9B99-7E368E50C655}"/>
              </a:ext>
            </a:extLst>
          </p:cNvPr>
          <p:cNvSpPr/>
          <p:nvPr/>
        </p:nvSpPr>
        <p:spPr>
          <a:xfrm rot="16200000">
            <a:off x="465481" y="1724764"/>
            <a:ext cx="5260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SVT</a:t>
            </a:r>
          </a:p>
        </p:txBody>
      </p:sp>
    </p:spTree>
    <p:extLst>
      <p:ext uri="{BB962C8B-B14F-4D97-AF65-F5344CB8AC3E}">
        <p14:creationId xmlns:p14="http://schemas.microsoft.com/office/powerpoint/2010/main" val="2369652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1F917783-34A1-41FB-ADC7-13CC015612B8}"/>
              </a:ext>
            </a:extLst>
          </p:cNvPr>
          <p:cNvSpPr/>
          <p:nvPr/>
        </p:nvSpPr>
        <p:spPr>
          <a:xfrm>
            <a:off x="1760999" y="223424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E01BA32-8DAD-4680-8EA2-FAE8CDD77173}"/>
              </a:ext>
            </a:extLst>
          </p:cNvPr>
          <p:cNvSpPr/>
          <p:nvPr/>
        </p:nvSpPr>
        <p:spPr>
          <a:xfrm>
            <a:off x="2278489" y="223424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37A5A2-0B13-475D-81FB-C3DE77D535BC}"/>
              </a:ext>
            </a:extLst>
          </p:cNvPr>
          <p:cNvSpPr/>
          <p:nvPr/>
        </p:nvSpPr>
        <p:spPr>
          <a:xfrm>
            <a:off x="2795979" y="223424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9281AD-76F3-4B98-9CD1-3CD8E4760E0B}"/>
              </a:ext>
            </a:extLst>
          </p:cNvPr>
          <p:cNvSpPr/>
          <p:nvPr/>
        </p:nvSpPr>
        <p:spPr>
          <a:xfrm>
            <a:off x="3313469" y="223424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1C7F0C-B306-47EE-A0C9-BE3F80C9FD2E}"/>
              </a:ext>
            </a:extLst>
          </p:cNvPr>
          <p:cNvSpPr/>
          <p:nvPr/>
        </p:nvSpPr>
        <p:spPr>
          <a:xfrm>
            <a:off x="1760999" y="24904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4D0D5F-6BAE-4AE0-AF53-4841832A5CCE}"/>
              </a:ext>
            </a:extLst>
          </p:cNvPr>
          <p:cNvSpPr/>
          <p:nvPr/>
        </p:nvSpPr>
        <p:spPr>
          <a:xfrm>
            <a:off x="2278489" y="249047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2A080-1148-4EB2-B632-938A963BEAF8}"/>
              </a:ext>
            </a:extLst>
          </p:cNvPr>
          <p:cNvSpPr/>
          <p:nvPr/>
        </p:nvSpPr>
        <p:spPr>
          <a:xfrm>
            <a:off x="2795979" y="24904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D493BA8-D6A8-4720-9EE0-750CBCE54A31}"/>
              </a:ext>
            </a:extLst>
          </p:cNvPr>
          <p:cNvSpPr/>
          <p:nvPr/>
        </p:nvSpPr>
        <p:spPr>
          <a:xfrm>
            <a:off x="3313469" y="24904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F08F1D-B92C-4DE5-9BBE-2B321A1A7158}"/>
              </a:ext>
            </a:extLst>
          </p:cNvPr>
          <p:cNvSpPr/>
          <p:nvPr/>
        </p:nvSpPr>
        <p:spPr>
          <a:xfrm>
            <a:off x="1760999" y="274671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CFDBD31-292C-4799-8F90-A9505A9DF181}"/>
              </a:ext>
            </a:extLst>
          </p:cNvPr>
          <p:cNvSpPr/>
          <p:nvPr/>
        </p:nvSpPr>
        <p:spPr>
          <a:xfrm>
            <a:off x="2278489" y="274671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537E356-3E9A-42C8-89D5-28E1F58556A5}"/>
              </a:ext>
            </a:extLst>
          </p:cNvPr>
          <p:cNvSpPr/>
          <p:nvPr/>
        </p:nvSpPr>
        <p:spPr>
          <a:xfrm>
            <a:off x="2795979" y="274671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F3A2F32-08E1-4929-ACB4-63123DC28F28}"/>
              </a:ext>
            </a:extLst>
          </p:cNvPr>
          <p:cNvSpPr/>
          <p:nvPr/>
        </p:nvSpPr>
        <p:spPr>
          <a:xfrm>
            <a:off x="3313469" y="274670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9BACFA3-D7F6-4109-B999-9C3CF67A6559}"/>
              </a:ext>
            </a:extLst>
          </p:cNvPr>
          <p:cNvSpPr/>
          <p:nvPr/>
        </p:nvSpPr>
        <p:spPr>
          <a:xfrm>
            <a:off x="1760999" y="29845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3DD7ED-44BA-4A7D-B0DB-BAF797138C8B}"/>
              </a:ext>
            </a:extLst>
          </p:cNvPr>
          <p:cNvSpPr/>
          <p:nvPr/>
        </p:nvSpPr>
        <p:spPr>
          <a:xfrm>
            <a:off x="2278489" y="298452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411C39E-B9FB-4BDD-8398-6FDF3705AA8D}"/>
              </a:ext>
            </a:extLst>
          </p:cNvPr>
          <p:cNvSpPr/>
          <p:nvPr/>
        </p:nvSpPr>
        <p:spPr>
          <a:xfrm>
            <a:off x="2795979" y="2984522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3182788-9114-4A4C-B9D9-67A352EA5FAF}"/>
              </a:ext>
            </a:extLst>
          </p:cNvPr>
          <p:cNvSpPr/>
          <p:nvPr/>
        </p:nvSpPr>
        <p:spPr>
          <a:xfrm>
            <a:off x="3313469" y="298452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B4F584-6376-4CE2-8453-32A0DEC89BFF}"/>
              </a:ext>
            </a:extLst>
          </p:cNvPr>
          <p:cNvSpPr/>
          <p:nvPr/>
        </p:nvSpPr>
        <p:spPr>
          <a:xfrm>
            <a:off x="1760999" y="324075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190BC1-1DD4-4565-A1F2-2E91CFF7C0BA}"/>
              </a:ext>
            </a:extLst>
          </p:cNvPr>
          <p:cNvSpPr/>
          <p:nvPr/>
        </p:nvSpPr>
        <p:spPr>
          <a:xfrm>
            <a:off x="2278489" y="324075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38FC5F5-40D0-4332-A647-08B976B44D38}"/>
              </a:ext>
            </a:extLst>
          </p:cNvPr>
          <p:cNvSpPr/>
          <p:nvPr/>
        </p:nvSpPr>
        <p:spPr>
          <a:xfrm>
            <a:off x="2795979" y="324075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B65A30-18B0-4AD0-B77C-28A7EEDE9B9F}"/>
              </a:ext>
            </a:extLst>
          </p:cNvPr>
          <p:cNvSpPr/>
          <p:nvPr/>
        </p:nvSpPr>
        <p:spPr>
          <a:xfrm>
            <a:off x="3313469" y="324075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6F1E428-053B-4A24-9863-FCF2D9D7865E}"/>
                  </a:ext>
                </a:extLst>
              </p:cNvPr>
              <p:cNvSpPr txBox="1"/>
              <p:nvPr/>
            </p:nvSpPr>
            <p:spPr>
              <a:xfrm>
                <a:off x="1567399" y="1754898"/>
                <a:ext cx="25421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=4</a:t>
                </a:r>
              </a:p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(minimum sampling rate)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6F1E428-053B-4A24-9863-FCF2D9D78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399" y="1754898"/>
                <a:ext cx="2542141" cy="523220"/>
              </a:xfrm>
              <a:prstGeom prst="rect">
                <a:avLst/>
              </a:prstGeom>
              <a:blipFill>
                <a:blip r:embed="rId2"/>
                <a:stretch>
                  <a:fillRect t="-3488" b="-9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>
            <a:extLst>
              <a:ext uri="{FF2B5EF4-FFF2-40B4-BE49-F238E27FC236}">
                <a16:creationId xmlns:a16="http://schemas.microsoft.com/office/drawing/2014/main" id="{A2BC21C2-396B-469A-8E89-1E8FE81FD8D5}"/>
              </a:ext>
            </a:extLst>
          </p:cNvPr>
          <p:cNvSpPr/>
          <p:nvPr/>
        </p:nvSpPr>
        <p:spPr>
          <a:xfrm>
            <a:off x="6130594" y="219611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8502A0F-D1A1-4861-B4E3-3AA5502178DC}"/>
              </a:ext>
            </a:extLst>
          </p:cNvPr>
          <p:cNvSpPr/>
          <p:nvPr/>
        </p:nvSpPr>
        <p:spPr>
          <a:xfrm>
            <a:off x="6648084" y="219611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C40CCA5-F81F-4E9C-A3E5-76C45057A1A4}"/>
              </a:ext>
            </a:extLst>
          </p:cNvPr>
          <p:cNvSpPr/>
          <p:nvPr/>
        </p:nvSpPr>
        <p:spPr>
          <a:xfrm>
            <a:off x="7165574" y="219611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AB43A81-CBDD-4B0F-A9EA-8CFBB12E093D}"/>
              </a:ext>
            </a:extLst>
          </p:cNvPr>
          <p:cNvSpPr/>
          <p:nvPr/>
        </p:nvSpPr>
        <p:spPr>
          <a:xfrm>
            <a:off x="7683064" y="219611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716A173-1935-4350-8AE7-35A6035B93E9}"/>
              </a:ext>
            </a:extLst>
          </p:cNvPr>
          <p:cNvSpPr/>
          <p:nvPr/>
        </p:nvSpPr>
        <p:spPr>
          <a:xfrm>
            <a:off x="6130594" y="245234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554D81-59ED-44B3-B85A-E93868536689}"/>
              </a:ext>
            </a:extLst>
          </p:cNvPr>
          <p:cNvSpPr/>
          <p:nvPr/>
        </p:nvSpPr>
        <p:spPr>
          <a:xfrm>
            <a:off x="6648084" y="245234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F22A1D8-ACED-48D4-BE08-A381F3B4BC97}"/>
              </a:ext>
            </a:extLst>
          </p:cNvPr>
          <p:cNvSpPr/>
          <p:nvPr/>
        </p:nvSpPr>
        <p:spPr>
          <a:xfrm>
            <a:off x="7165574" y="245234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3FCAE98-4AA4-4C79-84F3-491A65241551}"/>
              </a:ext>
            </a:extLst>
          </p:cNvPr>
          <p:cNvSpPr/>
          <p:nvPr/>
        </p:nvSpPr>
        <p:spPr>
          <a:xfrm>
            <a:off x="7683064" y="245234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C5ABA31-5CE7-46C8-AD81-9B5ABA8FA947}"/>
              </a:ext>
            </a:extLst>
          </p:cNvPr>
          <p:cNvSpPr/>
          <p:nvPr/>
        </p:nvSpPr>
        <p:spPr>
          <a:xfrm>
            <a:off x="6130594" y="270858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1E314-008D-46BC-B001-81950BC06A71}"/>
              </a:ext>
            </a:extLst>
          </p:cNvPr>
          <p:cNvSpPr/>
          <p:nvPr/>
        </p:nvSpPr>
        <p:spPr>
          <a:xfrm>
            <a:off x="6648084" y="270858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13C4154-FA8E-478B-827B-04943B46C2C8}"/>
              </a:ext>
            </a:extLst>
          </p:cNvPr>
          <p:cNvSpPr/>
          <p:nvPr/>
        </p:nvSpPr>
        <p:spPr>
          <a:xfrm>
            <a:off x="7165574" y="270858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382B100-448C-486A-9DDF-469EEFE9BED4}"/>
              </a:ext>
            </a:extLst>
          </p:cNvPr>
          <p:cNvSpPr/>
          <p:nvPr/>
        </p:nvSpPr>
        <p:spPr>
          <a:xfrm>
            <a:off x="7683064" y="27085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B66263C-59B1-48C3-B347-A6D60C9C975E}"/>
              </a:ext>
            </a:extLst>
          </p:cNvPr>
          <p:cNvSpPr/>
          <p:nvPr/>
        </p:nvSpPr>
        <p:spPr>
          <a:xfrm>
            <a:off x="6130594" y="296481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1364089-F16C-4130-AC4B-515D304CD13A}"/>
              </a:ext>
            </a:extLst>
          </p:cNvPr>
          <p:cNvSpPr/>
          <p:nvPr/>
        </p:nvSpPr>
        <p:spPr>
          <a:xfrm>
            <a:off x="6648084" y="296481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67F950A-8595-4665-8C8A-30891123F9CE}"/>
              </a:ext>
            </a:extLst>
          </p:cNvPr>
          <p:cNvSpPr/>
          <p:nvPr/>
        </p:nvSpPr>
        <p:spPr>
          <a:xfrm>
            <a:off x="7165574" y="2964812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1CBA09E-55AB-432B-A90B-FB0BD429792A}"/>
              </a:ext>
            </a:extLst>
          </p:cNvPr>
          <p:cNvSpPr/>
          <p:nvPr/>
        </p:nvSpPr>
        <p:spPr>
          <a:xfrm>
            <a:off x="7683064" y="296481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CE26B4D-3DAA-47F8-9430-FF5B355F0B3B}"/>
              </a:ext>
            </a:extLst>
          </p:cNvPr>
          <p:cNvSpPr/>
          <p:nvPr/>
        </p:nvSpPr>
        <p:spPr>
          <a:xfrm>
            <a:off x="6130594" y="322104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500198B-7682-4D64-8A0D-2235E8EED4DE}"/>
              </a:ext>
            </a:extLst>
          </p:cNvPr>
          <p:cNvSpPr/>
          <p:nvPr/>
        </p:nvSpPr>
        <p:spPr>
          <a:xfrm>
            <a:off x="6648084" y="322104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A933BFC-2440-45A1-A63F-71DB228529DA}"/>
              </a:ext>
            </a:extLst>
          </p:cNvPr>
          <p:cNvSpPr/>
          <p:nvPr/>
        </p:nvSpPr>
        <p:spPr>
          <a:xfrm>
            <a:off x="7165574" y="322104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923B8D5-3EFE-45E5-B28C-674CCC2C00C9}"/>
              </a:ext>
            </a:extLst>
          </p:cNvPr>
          <p:cNvSpPr/>
          <p:nvPr/>
        </p:nvSpPr>
        <p:spPr>
          <a:xfrm>
            <a:off x="7683064" y="322104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3F46935-E71A-427E-A2AC-A38B27BEC938}"/>
              </a:ext>
            </a:extLst>
          </p:cNvPr>
          <p:cNvSpPr/>
          <p:nvPr/>
        </p:nvSpPr>
        <p:spPr>
          <a:xfrm>
            <a:off x="6130594" y="34772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D8F0C26-EF8B-4081-8226-AE2A984511DE}"/>
              </a:ext>
            </a:extLst>
          </p:cNvPr>
          <p:cNvSpPr/>
          <p:nvPr/>
        </p:nvSpPr>
        <p:spPr>
          <a:xfrm>
            <a:off x="6648084" y="34772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3C4D382-C28C-4F31-BAE6-1B6A7EC4B450}"/>
              </a:ext>
            </a:extLst>
          </p:cNvPr>
          <p:cNvSpPr/>
          <p:nvPr/>
        </p:nvSpPr>
        <p:spPr>
          <a:xfrm>
            <a:off x="7165574" y="34772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EC90FEF-98CB-44D8-A80B-663FDDEAC6AE}"/>
              </a:ext>
            </a:extLst>
          </p:cNvPr>
          <p:cNvSpPr/>
          <p:nvPr/>
        </p:nvSpPr>
        <p:spPr>
          <a:xfrm>
            <a:off x="7683064" y="347727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4AB4E84-CE61-44DF-A582-57E40310138C}"/>
              </a:ext>
            </a:extLst>
          </p:cNvPr>
          <p:cNvSpPr/>
          <p:nvPr/>
        </p:nvSpPr>
        <p:spPr>
          <a:xfrm>
            <a:off x="6130594" y="371508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946F8AF-D351-49AB-B0FA-BAF34398F966}"/>
              </a:ext>
            </a:extLst>
          </p:cNvPr>
          <p:cNvSpPr/>
          <p:nvPr/>
        </p:nvSpPr>
        <p:spPr>
          <a:xfrm>
            <a:off x="6648084" y="371507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095E32B-1E6A-43D0-825E-01E1DD67837B}"/>
              </a:ext>
            </a:extLst>
          </p:cNvPr>
          <p:cNvSpPr/>
          <p:nvPr/>
        </p:nvSpPr>
        <p:spPr>
          <a:xfrm>
            <a:off x="7165574" y="37150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8169DB7-335F-4B6F-A7B0-1FE78022400A}"/>
              </a:ext>
            </a:extLst>
          </p:cNvPr>
          <p:cNvSpPr/>
          <p:nvPr/>
        </p:nvSpPr>
        <p:spPr>
          <a:xfrm>
            <a:off x="7683064" y="37150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AE1A986-6FEA-4AE7-AE45-8B95C7BA8CC8}"/>
              </a:ext>
            </a:extLst>
          </p:cNvPr>
          <p:cNvSpPr/>
          <p:nvPr/>
        </p:nvSpPr>
        <p:spPr>
          <a:xfrm>
            <a:off x="6130594" y="397131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61DC382-A6CD-49CE-9FCF-CECB4A0C82C9}"/>
              </a:ext>
            </a:extLst>
          </p:cNvPr>
          <p:cNvSpPr/>
          <p:nvPr/>
        </p:nvSpPr>
        <p:spPr>
          <a:xfrm>
            <a:off x="6648084" y="397131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A3A3CC7-5CEB-4728-BBE2-792643806D80}"/>
              </a:ext>
            </a:extLst>
          </p:cNvPr>
          <p:cNvSpPr/>
          <p:nvPr/>
        </p:nvSpPr>
        <p:spPr>
          <a:xfrm>
            <a:off x="7165574" y="397131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87EC5A1-B3D7-4EC4-B0A0-9E8EB0422EE1}"/>
              </a:ext>
            </a:extLst>
          </p:cNvPr>
          <p:cNvSpPr/>
          <p:nvPr/>
        </p:nvSpPr>
        <p:spPr>
          <a:xfrm>
            <a:off x="7683064" y="397131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4FFD7F-05C5-4349-8C64-174270E9824B}"/>
              </a:ext>
            </a:extLst>
          </p:cNvPr>
          <p:cNvSpPr/>
          <p:nvPr/>
        </p:nvSpPr>
        <p:spPr>
          <a:xfrm>
            <a:off x="6130594" y="422754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B3C658D-6A17-4B77-8CC7-4E04D9E41C1E}"/>
              </a:ext>
            </a:extLst>
          </p:cNvPr>
          <p:cNvSpPr/>
          <p:nvPr/>
        </p:nvSpPr>
        <p:spPr>
          <a:xfrm>
            <a:off x="6648084" y="422754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2C45AB6-C4C5-4248-B97D-076B9E24E292}"/>
              </a:ext>
            </a:extLst>
          </p:cNvPr>
          <p:cNvSpPr/>
          <p:nvPr/>
        </p:nvSpPr>
        <p:spPr>
          <a:xfrm>
            <a:off x="7165574" y="422754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E279961-BE1C-4F42-8D7F-13112AC74D60}"/>
              </a:ext>
            </a:extLst>
          </p:cNvPr>
          <p:cNvSpPr/>
          <p:nvPr/>
        </p:nvSpPr>
        <p:spPr>
          <a:xfrm>
            <a:off x="7683064" y="422754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AE541DE-9E48-4009-8559-8573ADA0AC4E}"/>
              </a:ext>
            </a:extLst>
          </p:cNvPr>
          <p:cNvSpPr/>
          <p:nvPr/>
        </p:nvSpPr>
        <p:spPr>
          <a:xfrm>
            <a:off x="6130594" y="448377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838CFAF-EA1F-4FF1-BFF4-69BCD0126A6D}"/>
              </a:ext>
            </a:extLst>
          </p:cNvPr>
          <p:cNvSpPr/>
          <p:nvPr/>
        </p:nvSpPr>
        <p:spPr>
          <a:xfrm>
            <a:off x="6648084" y="448377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7DF7116-28AD-4EF4-BD5C-DE6E26528EFD}"/>
              </a:ext>
            </a:extLst>
          </p:cNvPr>
          <p:cNvSpPr/>
          <p:nvPr/>
        </p:nvSpPr>
        <p:spPr>
          <a:xfrm>
            <a:off x="7165574" y="448377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FD10138-879B-4271-87CE-8F5EECE33C5E}"/>
              </a:ext>
            </a:extLst>
          </p:cNvPr>
          <p:cNvSpPr/>
          <p:nvPr/>
        </p:nvSpPr>
        <p:spPr>
          <a:xfrm>
            <a:off x="7683064" y="448377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C369FBB-626C-4799-AC60-7BA7C2E5272B}"/>
              </a:ext>
            </a:extLst>
          </p:cNvPr>
          <p:cNvSpPr/>
          <p:nvPr/>
        </p:nvSpPr>
        <p:spPr>
          <a:xfrm>
            <a:off x="3948735" y="222006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79629BE-50F2-461A-82F3-3FC4B845DAB9}"/>
              </a:ext>
            </a:extLst>
          </p:cNvPr>
          <p:cNvSpPr/>
          <p:nvPr/>
        </p:nvSpPr>
        <p:spPr>
          <a:xfrm>
            <a:off x="4466225" y="222006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3BE7BA8-EB10-4BAE-BF44-E698949BB232}"/>
              </a:ext>
            </a:extLst>
          </p:cNvPr>
          <p:cNvSpPr/>
          <p:nvPr/>
        </p:nvSpPr>
        <p:spPr>
          <a:xfrm>
            <a:off x="4983715" y="222006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B6439B1-0D21-4F95-908B-468E11A3EF8F}"/>
              </a:ext>
            </a:extLst>
          </p:cNvPr>
          <p:cNvSpPr/>
          <p:nvPr/>
        </p:nvSpPr>
        <p:spPr>
          <a:xfrm>
            <a:off x="5501205" y="222006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6AC83D9-8F2C-47D7-AB24-EDF51A7DC85E}"/>
              </a:ext>
            </a:extLst>
          </p:cNvPr>
          <p:cNvSpPr/>
          <p:nvPr/>
        </p:nvSpPr>
        <p:spPr>
          <a:xfrm>
            <a:off x="3948735" y="247630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E0E7A53-B854-4C1A-82C3-B787F29502A2}"/>
              </a:ext>
            </a:extLst>
          </p:cNvPr>
          <p:cNvSpPr/>
          <p:nvPr/>
        </p:nvSpPr>
        <p:spPr>
          <a:xfrm>
            <a:off x="4466225" y="24763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FAFA458-A7AD-4C3E-9C5E-217E19182113}"/>
              </a:ext>
            </a:extLst>
          </p:cNvPr>
          <p:cNvSpPr/>
          <p:nvPr/>
        </p:nvSpPr>
        <p:spPr>
          <a:xfrm>
            <a:off x="4983715" y="247630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4005E7C-2107-4C3C-A439-FCB26DAC12E0}"/>
              </a:ext>
            </a:extLst>
          </p:cNvPr>
          <p:cNvSpPr/>
          <p:nvPr/>
        </p:nvSpPr>
        <p:spPr>
          <a:xfrm>
            <a:off x="5501205" y="247630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CBFE1E1-D0FC-4E54-8D82-3C4072589552}"/>
              </a:ext>
            </a:extLst>
          </p:cNvPr>
          <p:cNvSpPr/>
          <p:nvPr/>
        </p:nvSpPr>
        <p:spPr>
          <a:xfrm>
            <a:off x="3948735" y="273253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DE3715D-263E-4A47-9645-4FD0E192B2F3}"/>
              </a:ext>
            </a:extLst>
          </p:cNvPr>
          <p:cNvSpPr/>
          <p:nvPr/>
        </p:nvSpPr>
        <p:spPr>
          <a:xfrm>
            <a:off x="4466225" y="273253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E0B9AFF-1321-4BF0-9C30-8EB5BC581C8E}"/>
              </a:ext>
            </a:extLst>
          </p:cNvPr>
          <p:cNvSpPr/>
          <p:nvPr/>
        </p:nvSpPr>
        <p:spPr>
          <a:xfrm>
            <a:off x="4983715" y="273253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9AC0CC2-0DA5-4474-B52F-98BC579B3708}"/>
              </a:ext>
            </a:extLst>
          </p:cNvPr>
          <p:cNvSpPr/>
          <p:nvPr/>
        </p:nvSpPr>
        <p:spPr>
          <a:xfrm>
            <a:off x="5501205" y="273253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397C059-AD05-4AD3-B666-04AB1C415745}"/>
              </a:ext>
            </a:extLst>
          </p:cNvPr>
          <p:cNvSpPr/>
          <p:nvPr/>
        </p:nvSpPr>
        <p:spPr>
          <a:xfrm>
            <a:off x="3948735" y="298876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056F347-44A9-4532-8ED0-C99B6FDBD42A}"/>
              </a:ext>
            </a:extLst>
          </p:cNvPr>
          <p:cNvSpPr/>
          <p:nvPr/>
        </p:nvSpPr>
        <p:spPr>
          <a:xfrm>
            <a:off x="4466225" y="298876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85EA967-6932-4F16-9A04-707F7129A1A4}"/>
              </a:ext>
            </a:extLst>
          </p:cNvPr>
          <p:cNvSpPr/>
          <p:nvPr/>
        </p:nvSpPr>
        <p:spPr>
          <a:xfrm>
            <a:off x="4983715" y="298876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D43BAE8-8B49-4639-8A73-2FB2E5921644}"/>
              </a:ext>
            </a:extLst>
          </p:cNvPr>
          <p:cNvSpPr/>
          <p:nvPr/>
        </p:nvSpPr>
        <p:spPr>
          <a:xfrm>
            <a:off x="5501205" y="298876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6FC4B46-4439-4250-9669-C2C6310C2335}"/>
              </a:ext>
            </a:extLst>
          </p:cNvPr>
          <p:cNvSpPr/>
          <p:nvPr/>
        </p:nvSpPr>
        <p:spPr>
          <a:xfrm>
            <a:off x="3948735" y="324500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85604F6-C73A-471D-9F8E-7F790C00048E}"/>
              </a:ext>
            </a:extLst>
          </p:cNvPr>
          <p:cNvSpPr/>
          <p:nvPr/>
        </p:nvSpPr>
        <p:spPr>
          <a:xfrm>
            <a:off x="4466225" y="324499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1EACFE7-182D-480D-A630-D1D411AF8A73}"/>
              </a:ext>
            </a:extLst>
          </p:cNvPr>
          <p:cNvSpPr/>
          <p:nvPr/>
        </p:nvSpPr>
        <p:spPr>
          <a:xfrm>
            <a:off x="4983715" y="3244999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E3F2B0F-025C-461D-BF9A-A9C7945D69A5}"/>
              </a:ext>
            </a:extLst>
          </p:cNvPr>
          <p:cNvSpPr/>
          <p:nvPr/>
        </p:nvSpPr>
        <p:spPr>
          <a:xfrm>
            <a:off x="5501205" y="324499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8E11127-7DB4-495E-A7DA-A69B1CBD66C1}"/>
              </a:ext>
            </a:extLst>
          </p:cNvPr>
          <p:cNvSpPr/>
          <p:nvPr/>
        </p:nvSpPr>
        <p:spPr>
          <a:xfrm>
            <a:off x="3948735" y="350123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16C6ADC-A1D6-49EA-91FD-6EDC1CEC6773}"/>
              </a:ext>
            </a:extLst>
          </p:cNvPr>
          <p:cNvSpPr/>
          <p:nvPr/>
        </p:nvSpPr>
        <p:spPr>
          <a:xfrm>
            <a:off x="4466225" y="350123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BB4D90F-784F-479D-B7C4-9026CCDF05FA}"/>
              </a:ext>
            </a:extLst>
          </p:cNvPr>
          <p:cNvSpPr/>
          <p:nvPr/>
        </p:nvSpPr>
        <p:spPr>
          <a:xfrm>
            <a:off x="4983715" y="35012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D25C9E3-D02A-4A3D-9CA0-9B224D5C70C4}"/>
              </a:ext>
            </a:extLst>
          </p:cNvPr>
          <p:cNvSpPr/>
          <p:nvPr/>
        </p:nvSpPr>
        <p:spPr>
          <a:xfrm>
            <a:off x="5501205" y="350123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48BBB11-1D2B-4555-9DA3-6AD2448F3723}"/>
              </a:ext>
            </a:extLst>
          </p:cNvPr>
          <p:cNvSpPr/>
          <p:nvPr/>
        </p:nvSpPr>
        <p:spPr>
          <a:xfrm>
            <a:off x="3948735" y="373903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F6234D-3061-4807-8EF7-D169E1852B43}"/>
              </a:ext>
            </a:extLst>
          </p:cNvPr>
          <p:cNvSpPr/>
          <p:nvPr/>
        </p:nvSpPr>
        <p:spPr>
          <a:xfrm>
            <a:off x="4466225" y="373903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EB64D64-EF1F-46DF-88D1-63850ABDFF07}"/>
              </a:ext>
            </a:extLst>
          </p:cNvPr>
          <p:cNvSpPr/>
          <p:nvPr/>
        </p:nvSpPr>
        <p:spPr>
          <a:xfrm>
            <a:off x="4983715" y="373903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EE5B794-DAB1-42FC-8C56-F6D9E88B69AA}"/>
              </a:ext>
            </a:extLst>
          </p:cNvPr>
          <p:cNvSpPr/>
          <p:nvPr/>
        </p:nvSpPr>
        <p:spPr>
          <a:xfrm>
            <a:off x="5501205" y="373903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9F9E87F-C9B0-4F84-A632-E0A10672A3FB}"/>
              </a:ext>
            </a:extLst>
          </p:cNvPr>
          <p:cNvSpPr/>
          <p:nvPr/>
        </p:nvSpPr>
        <p:spPr>
          <a:xfrm>
            <a:off x="3948735" y="399526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B384421-C397-4802-BC89-AD9A58E968E7}"/>
              </a:ext>
            </a:extLst>
          </p:cNvPr>
          <p:cNvSpPr/>
          <p:nvPr/>
        </p:nvSpPr>
        <p:spPr>
          <a:xfrm>
            <a:off x="4466225" y="399526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FC493B6-3781-41E6-A153-EBC00D7CCC63}"/>
              </a:ext>
            </a:extLst>
          </p:cNvPr>
          <p:cNvSpPr/>
          <p:nvPr/>
        </p:nvSpPr>
        <p:spPr>
          <a:xfrm>
            <a:off x="4983715" y="399526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0B89F8E-E955-40FE-A68C-48959723314E}"/>
              </a:ext>
            </a:extLst>
          </p:cNvPr>
          <p:cNvSpPr/>
          <p:nvPr/>
        </p:nvSpPr>
        <p:spPr>
          <a:xfrm>
            <a:off x="5501205" y="399526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88C96A8-CFD6-40D9-88C0-76067A0BB94A}"/>
              </a:ext>
            </a:extLst>
          </p:cNvPr>
          <p:cNvSpPr/>
          <p:nvPr/>
        </p:nvSpPr>
        <p:spPr>
          <a:xfrm>
            <a:off x="3948735" y="425149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5BE4250-FE8D-4E9A-A112-D893FBF47EC7}"/>
              </a:ext>
            </a:extLst>
          </p:cNvPr>
          <p:cNvSpPr/>
          <p:nvPr/>
        </p:nvSpPr>
        <p:spPr>
          <a:xfrm>
            <a:off x="4466225" y="425149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9F23116-BA59-466C-888B-14BE56553F2C}"/>
              </a:ext>
            </a:extLst>
          </p:cNvPr>
          <p:cNvSpPr/>
          <p:nvPr/>
        </p:nvSpPr>
        <p:spPr>
          <a:xfrm>
            <a:off x="4983715" y="425149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AF9CF7C-6D2A-43BA-B396-DC21F9945F0D}"/>
              </a:ext>
            </a:extLst>
          </p:cNvPr>
          <p:cNvSpPr/>
          <p:nvPr/>
        </p:nvSpPr>
        <p:spPr>
          <a:xfrm>
            <a:off x="5501205" y="425149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90E112E-BC3D-4C6A-A6B7-88B40569858C}"/>
              </a:ext>
            </a:extLst>
          </p:cNvPr>
          <p:cNvSpPr/>
          <p:nvPr/>
        </p:nvSpPr>
        <p:spPr>
          <a:xfrm>
            <a:off x="3948735" y="450773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EBB29B9-EE8D-4D21-A607-B910A9368518}"/>
              </a:ext>
            </a:extLst>
          </p:cNvPr>
          <p:cNvSpPr/>
          <p:nvPr/>
        </p:nvSpPr>
        <p:spPr>
          <a:xfrm>
            <a:off x="4466225" y="450772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2BB0E6A-A91B-4CB8-9875-1CC509560B4D}"/>
              </a:ext>
            </a:extLst>
          </p:cNvPr>
          <p:cNvSpPr/>
          <p:nvPr/>
        </p:nvSpPr>
        <p:spPr>
          <a:xfrm>
            <a:off x="4983715" y="4507729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DF695C1-79D7-4822-9328-9824F387AE3F}"/>
              </a:ext>
            </a:extLst>
          </p:cNvPr>
          <p:cNvSpPr/>
          <p:nvPr/>
        </p:nvSpPr>
        <p:spPr>
          <a:xfrm>
            <a:off x="5501205" y="450772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3F5DC31-FB3E-4A7E-BF86-607E24E93EEC}"/>
              </a:ext>
            </a:extLst>
          </p:cNvPr>
          <p:cNvSpPr txBox="1"/>
          <p:nvPr/>
        </p:nvSpPr>
        <p:spPr>
          <a:xfrm>
            <a:off x="1362416" y="2273093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7642EC3-D3D3-49D2-8166-D9D99EEC3744}"/>
              </a:ext>
            </a:extLst>
          </p:cNvPr>
          <p:cNvSpPr txBox="1"/>
          <p:nvPr/>
        </p:nvSpPr>
        <p:spPr>
          <a:xfrm>
            <a:off x="1349308" y="2521353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F974DA8-AC0B-40F2-ADCE-41431CAC6CC6}"/>
              </a:ext>
            </a:extLst>
          </p:cNvPr>
          <p:cNvSpPr/>
          <p:nvPr/>
        </p:nvSpPr>
        <p:spPr>
          <a:xfrm>
            <a:off x="1760999" y="349653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35A51B6-6C28-40CC-A132-EE601AF4CC16}"/>
              </a:ext>
            </a:extLst>
          </p:cNvPr>
          <p:cNvSpPr/>
          <p:nvPr/>
        </p:nvSpPr>
        <p:spPr>
          <a:xfrm>
            <a:off x="2278489" y="349653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0F41F42-8FA9-4CA4-B578-678CB9B07489}"/>
              </a:ext>
            </a:extLst>
          </p:cNvPr>
          <p:cNvSpPr/>
          <p:nvPr/>
        </p:nvSpPr>
        <p:spPr>
          <a:xfrm>
            <a:off x="2795979" y="349653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B70E3AA-8C8F-421D-9BA0-ECB0A4816A98}"/>
              </a:ext>
            </a:extLst>
          </p:cNvPr>
          <p:cNvSpPr/>
          <p:nvPr/>
        </p:nvSpPr>
        <p:spPr>
          <a:xfrm>
            <a:off x="3313469" y="349653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8D80D04-5B34-44A6-A8A2-6CAABCCC5DF6}"/>
              </a:ext>
            </a:extLst>
          </p:cNvPr>
          <p:cNvSpPr/>
          <p:nvPr/>
        </p:nvSpPr>
        <p:spPr>
          <a:xfrm>
            <a:off x="1760999" y="375277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1F6D658-EC25-4C36-BCF5-CFA8D38AF9EB}"/>
              </a:ext>
            </a:extLst>
          </p:cNvPr>
          <p:cNvSpPr/>
          <p:nvPr/>
        </p:nvSpPr>
        <p:spPr>
          <a:xfrm>
            <a:off x="2278489" y="375277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A4E5844-CEFD-4CF6-8383-146DD5C0F82D}"/>
              </a:ext>
            </a:extLst>
          </p:cNvPr>
          <p:cNvSpPr/>
          <p:nvPr/>
        </p:nvSpPr>
        <p:spPr>
          <a:xfrm>
            <a:off x="2795979" y="375277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346A955-7D9B-42B3-9E39-214F32749BAE}"/>
              </a:ext>
            </a:extLst>
          </p:cNvPr>
          <p:cNvSpPr/>
          <p:nvPr/>
        </p:nvSpPr>
        <p:spPr>
          <a:xfrm>
            <a:off x="3313469" y="375276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8F883F2-B54B-42B0-BFFF-AFD2C66DAAD3}"/>
              </a:ext>
            </a:extLst>
          </p:cNvPr>
          <p:cNvSpPr/>
          <p:nvPr/>
        </p:nvSpPr>
        <p:spPr>
          <a:xfrm>
            <a:off x="1760999" y="400900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03929BC-4DD5-492A-B110-69F0F980C7A4}"/>
              </a:ext>
            </a:extLst>
          </p:cNvPr>
          <p:cNvSpPr/>
          <p:nvPr/>
        </p:nvSpPr>
        <p:spPr>
          <a:xfrm>
            <a:off x="2278489" y="400900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54FE358-02D2-4512-803A-D552B7019E96}"/>
              </a:ext>
            </a:extLst>
          </p:cNvPr>
          <p:cNvSpPr/>
          <p:nvPr/>
        </p:nvSpPr>
        <p:spPr>
          <a:xfrm>
            <a:off x="2795979" y="400900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769A488-4335-48B1-BF99-B67A25BB46B5}"/>
              </a:ext>
            </a:extLst>
          </p:cNvPr>
          <p:cNvSpPr/>
          <p:nvPr/>
        </p:nvSpPr>
        <p:spPr>
          <a:xfrm>
            <a:off x="3313469" y="40090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F211122-FB8C-47BD-AC8E-B36F9856519F}"/>
              </a:ext>
            </a:extLst>
          </p:cNvPr>
          <p:cNvSpPr/>
          <p:nvPr/>
        </p:nvSpPr>
        <p:spPr>
          <a:xfrm>
            <a:off x="1760999" y="424681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6062269B-BA63-487E-876B-3E70F46EA71B}"/>
              </a:ext>
            </a:extLst>
          </p:cNvPr>
          <p:cNvSpPr/>
          <p:nvPr/>
        </p:nvSpPr>
        <p:spPr>
          <a:xfrm>
            <a:off x="2278489" y="424681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B96AB86-85C4-4717-A543-4DE370E8B0C0}"/>
              </a:ext>
            </a:extLst>
          </p:cNvPr>
          <p:cNvSpPr/>
          <p:nvPr/>
        </p:nvSpPr>
        <p:spPr>
          <a:xfrm>
            <a:off x="2795979" y="4246814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960E5C5-12D9-4B62-8324-56561115D4D9}"/>
              </a:ext>
            </a:extLst>
          </p:cNvPr>
          <p:cNvSpPr/>
          <p:nvPr/>
        </p:nvSpPr>
        <p:spPr>
          <a:xfrm>
            <a:off x="3313469" y="424681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0A0BE71-4A35-41C9-A178-8FFF9972DA30}"/>
              </a:ext>
            </a:extLst>
          </p:cNvPr>
          <p:cNvSpPr/>
          <p:nvPr/>
        </p:nvSpPr>
        <p:spPr>
          <a:xfrm>
            <a:off x="1760999" y="450304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7725067-C389-40AE-A2F0-81432B7F9348}"/>
              </a:ext>
            </a:extLst>
          </p:cNvPr>
          <p:cNvSpPr/>
          <p:nvPr/>
        </p:nvSpPr>
        <p:spPr>
          <a:xfrm>
            <a:off x="2278489" y="450304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2D7556ED-2A48-4CF1-A09F-269EFF9BA404}"/>
              </a:ext>
            </a:extLst>
          </p:cNvPr>
          <p:cNvSpPr/>
          <p:nvPr/>
        </p:nvSpPr>
        <p:spPr>
          <a:xfrm>
            <a:off x="2795979" y="450304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B14764B-3EC9-4784-9F62-18BE35ADCD63}"/>
              </a:ext>
            </a:extLst>
          </p:cNvPr>
          <p:cNvSpPr/>
          <p:nvPr/>
        </p:nvSpPr>
        <p:spPr>
          <a:xfrm>
            <a:off x="3313469" y="450304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D2F84F9-CE59-4331-B3AF-E641EB8154EF}"/>
              </a:ext>
            </a:extLst>
          </p:cNvPr>
          <p:cNvSpPr txBox="1"/>
          <p:nvPr/>
        </p:nvSpPr>
        <p:spPr>
          <a:xfrm>
            <a:off x="1349307" y="2783330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9E2BEF0-6CAE-4898-ABFD-2F8BF6965ABF}"/>
              </a:ext>
            </a:extLst>
          </p:cNvPr>
          <p:cNvSpPr txBox="1"/>
          <p:nvPr/>
        </p:nvSpPr>
        <p:spPr>
          <a:xfrm>
            <a:off x="1287286" y="3015810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A9F3D05-549F-4DA3-8C42-F5F066B110B7}"/>
              </a:ext>
            </a:extLst>
          </p:cNvPr>
          <p:cNvSpPr txBox="1"/>
          <p:nvPr/>
        </p:nvSpPr>
        <p:spPr>
          <a:xfrm>
            <a:off x="1295716" y="3276954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275AA90-2DEA-4C38-9453-4E5BC6DD88C8}"/>
              </a:ext>
            </a:extLst>
          </p:cNvPr>
          <p:cNvSpPr txBox="1"/>
          <p:nvPr/>
        </p:nvSpPr>
        <p:spPr>
          <a:xfrm>
            <a:off x="1288727" y="3569075"/>
            <a:ext cx="695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547E3DC-1A8A-4772-96E1-5EBAD7D1FDCE}"/>
              </a:ext>
            </a:extLst>
          </p:cNvPr>
          <p:cNvSpPr txBox="1"/>
          <p:nvPr/>
        </p:nvSpPr>
        <p:spPr>
          <a:xfrm>
            <a:off x="1287286" y="3803572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C60A9F4-D443-40E4-9112-DCBD4D4C35A3}"/>
              </a:ext>
            </a:extLst>
          </p:cNvPr>
          <p:cNvSpPr txBox="1"/>
          <p:nvPr/>
        </p:nvSpPr>
        <p:spPr>
          <a:xfrm>
            <a:off x="1287286" y="4042829"/>
            <a:ext cx="695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546028F-3773-4CE6-9BB0-5C1B4E5B8F44}"/>
              </a:ext>
            </a:extLst>
          </p:cNvPr>
          <p:cNvSpPr txBox="1"/>
          <p:nvPr/>
        </p:nvSpPr>
        <p:spPr>
          <a:xfrm>
            <a:off x="1293030" y="4319011"/>
            <a:ext cx="837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95992A1-7B2D-48C1-A0C3-694BB6FCCE2F}"/>
              </a:ext>
            </a:extLst>
          </p:cNvPr>
          <p:cNvSpPr txBox="1"/>
          <p:nvPr/>
        </p:nvSpPr>
        <p:spPr>
          <a:xfrm>
            <a:off x="1283430" y="4556823"/>
            <a:ext cx="837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27E4E541-BA0E-46FB-8074-0F179B3F9F99}"/>
                  </a:ext>
                </a:extLst>
              </p:cNvPr>
              <p:cNvSpPr txBox="1"/>
              <p:nvPr/>
            </p:nvSpPr>
            <p:spPr>
              <a:xfrm>
                <a:off x="4142947" y="1860533"/>
                <a:ext cx="16144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=5</a:t>
                </a: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27E4E541-BA0E-46FB-8074-0F179B3F9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947" y="1860533"/>
                <a:ext cx="1614491" cy="307777"/>
              </a:xfrm>
              <a:prstGeom prst="rect">
                <a:avLst/>
              </a:prstGeom>
              <a:blipFill>
                <a:blip r:embed="rId3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BD2AC1BF-C6F0-4855-A813-833030693AB9}"/>
                  </a:ext>
                </a:extLst>
              </p:cNvPr>
              <p:cNvSpPr txBox="1"/>
              <p:nvPr/>
            </p:nvSpPr>
            <p:spPr>
              <a:xfrm>
                <a:off x="6313360" y="1856023"/>
                <a:ext cx="16144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=6</a:t>
                </a: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BD2AC1BF-C6F0-4855-A813-83303069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360" y="1856023"/>
                <a:ext cx="1614491" cy="307777"/>
              </a:xfrm>
              <a:prstGeom prst="rect">
                <a:avLst/>
              </a:prstGeom>
              <a:blipFill>
                <a:blip r:embed="rId4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26C886F-8883-42D6-873E-097357706B31}"/>
              </a:ext>
            </a:extLst>
          </p:cNvPr>
          <p:cNvCxnSpPr>
            <a:cxnSpLocks/>
          </p:cNvCxnSpPr>
          <p:nvPr/>
        </p:nvCxnSpPr>
        <p:spPr>
          <a:xfrm>
            <a:off x="3948735" y="1972087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1338FD0D-6754-4D8D-B2AF-985A370EF121}"/>
              </a:ext>
            </a:extLst>
          </p:cNvPr>
          <p:cNvCxnSpPr>
            <a:cxnSpLocks/>
          </p:cNvCxnSpPr>
          <p:nvPr/>
        </p:nvCxnSpPr>
        <p:spPr>
          <a:xfrm>
            <a:off x="3830959" y="1972087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1EBE291D-AC5C-45AA-8F7A-87B9BB32336A}"/>
              </a:ext>
            </a:extLst>
          </p:cNvPr>
          <p:cNvCxnSpPr>
            <a:cxnSpLocks/>
          </p:cNvCxnSpPr>
          <p:nvPr/>
        </p:nvCxnSpPr>
        <p:spPr>
          <a:xfrm>
            <a:off x="6018695" y="1972087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F87D8E6A-B4D9-4A0C-AA06-4F8E8F2A0E25}"/>
              </a:ext>
            </a:extLst>
          </p:cNvPr>
          <p:cNvCxnSpPr>
            <a:cxnSpLocks/>
          </p:cNvCxnSpPr>
          <p:nvPr/>
        </p:nvCxnSpPr>
        <p:spPr>
          <a:xfrm>
            <a:off x="1760999" y="1972087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2423219-16AE-4A79-AB46-6CB7A8F763F7}"/>
              </a:ext>
            </a:extLst>
          </p:cNvPr>
          <p:cNvCxnSpPr>
            <a:cxnSpLocks/>
          </p:cNvCxnSpPr>
          <p:nvPr/>
        </p:nvCxnSpPr>
        <p:spPr>
          <a:xfrm>
            <a:off x="6130594" y="1972087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21B73B4-1A57-456C-836F-8060625DD514}"/>
              </a:ext>
            </a:extLst>
          </p:cNvPr>
          <p:cNvCxnSpPr>
            <a:cxnSpLocks/>
          </p:cNvCxnSpPr>
          <p:nvPr/>
        </p:nvCxnSpPr>
        <p:spPr>
          <a:xfrm>
            <a:off x="8200554" y="1972087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446936C-0300-4D98-9281-F322566375EE}"/>
              </a:ext>
            </a:extLst>
          </p:cNvPr>
          <p:cNvCxnSpPr>
            <a:cxnSpLocks/>
          </p:cNvCxnSpPr>
          <p:nvPr/>
        </p:nvCxnSpPr>
        <p:spPr>
          <a:xfrm>
            <a:off x="1760999" y="3496536"/>
            <a:ext cx="2069960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313E88-5A33-4933-A8F1-0A71A607E2B6}"/>
              </a:ext>
            </a:extLst>
          </p:cNvPr>
          <p:cNvCxnSpPr>
            <a:cxnSpLocks/>
          </p:cNvCxnSpPr>
          <p:nvPr/>
        </p:nvCxnSpPr>
        <p:spPr>
          <a:xfrm>
            <a:off x="1760999" y="402804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8B04D8-0A27-40E2-BEAC-F49BF726937D}"/>
              </a:ext>
            </a:extLst>
          </p:cNvPr>
          <p:cNvCxnSpPr>
            <a:cxnSpLocks/>
          </p:cNvCxnSpPr>
          <p:nvPr/>
        </p:nvCxnSpPr>
        <p:spPr>
          <a:xfrm>
            <a:off x="2257387" y="427474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15E100-C672-4819-9E88-D588BF0AD955}"/>
              </a:ext>
            </a:extLst>
          </p:cNvPr>
          <p:cNvCxnSpPr>
            <a:cxnSpLocks/>
          </p:cNvCxnSpPr>
          <p:nvPr/>
        </p:nvCxnSpPr>
        <p:spPr>
          <a:xfrm>
            <a:off x="2278489" y="254769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283C22-AE06-4FDA-A21B-B301C0A2E6C9}"/>
              </a:ext>
            </a:extLst>
          </p:cNvPr>
          <p:cNvCxnSpPr>
            <a:cxnSpLocks/>
          </p:cNvCxnSpPr>
          <p:nvPr/>
        </p:nvCxnSpPr>
        <p:spPr>
          <a:xfrm>
            <a:off x="2283728" y="229146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92B67E-8C41-44F5-928F-8A06D8535691}"/>
              </a:ext>
            </a:extLst>
          </p:cNvPr>
          <p:cNvCxnSpPr>
            <a:cxnSpLocks/>
          </p:cNvCxnSpPr>
          <p:nvPr/>
        </p:nvCxnSpPr>
        <p:spPr>
          <a:xfrm>
            <a:off x="2278489" y="329280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E49C06-7F45-4ADE-A701-924440DB6D9E}"/>
              </a:ext>
            </a:extLst>
          </p:cNvPr>
          <p:cNvCxnSpPr>
            <a:cxnSpLocks/>
          </p:cNvCxnSpPr>
          <p:nvPr/>
        </p:nvCxnSpPr>
        <p:spPr>
          <a:xfrm>
            <a:off x="2283728" y="303657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B189C8-32FA-4C8A-8E83-DB83EFCBCEFC}"/>
              </a:ext>
            </a:extLst>
          </p:cNvPr>
          <p:cNvCxnSpPr>
            <a:cxnSpLocks/>
          </p:cNvCxnSpPr>
          <p:nvPr/>
        </p:nvCxnSpPr>
        <p:spPr>
          <a:xfrm>
            <a:off x="2278489" y="381673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D2C3BC-B809-43AE-86CD-A2058BF2532C}"/>
              </a:ext>
            </a:extLst>
          </p:cNvPr>
          <p:cNvCxnSpPr>
            <a:cxnSpLocks/>
          </p:cNvCxnSpPr>
          <p:nvPr/>
        </p:nvCxnSpPr>
        <p:spPr>
          <a:xfrm>
            <a:off x="2283728" y="356050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F4D912-20CA-4FA4-9F0F-C6DE059A537E}"/>
              </a:ext>
            </a:extLst>
          </p:cNvPr>
          <p:cNvCxnSpPr>
            <a:cxnSpLocks/>
          </p:cNvCxnSpPr>
          <p:nvPr/>
        </p:nvCxnSpPr>
        <p:spPr>
          <a:xfrm>
            <a:off x="2278489" y="455682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25BD16-5290-4F07-B005-ED8CB469C2CE}"/>
              </a:ext>
            </a:extLst>
          </p:cNvPr>
          <p:cNvCxnSpPr>
            <a:cxnSpLocks/>
          </p:cNvCxnSpPr>
          <p:nvPr/>
        </p:nvCxnSpPr>
        <p:spPr>
          <a:xfrm>
            <a:off x="2282054" y="431901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D4187C-995C-473E-8F82-3A70E8FE232E}"/>
              </a:ext>
            </a:extLst>
          </p:cNvPr>
          <p:cNvCxnSpPr>
            <a:cxnSpLocks/>
          </p:cNvCxnSpPr>
          <p:nvPr/>
        </p:nvCxnSpPr>
        <p:spPr>
          <a:xfrm>
            <a:off x="2278489" y="406622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CF0902-EF63-494E-90D6-B6804B56DCA6}"/>
              </a:ext>
            </a:extLst>
          </p:cNvPr>
          <p:cNvCxnSpPr>
            <a:cxnSpLocks/>
          </p:cNvCxnSpPr>
          <p:nvPr/>
        </p:nvCxnSpPr>
        <p:spPr>
          <a:xfrm>
            <a:off x="2278489" y="279835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C616F0-7334-4928-A76E-4EEFFDF8FD26}"/>
              </a:ext>
            </a:extLst>
          </p:cNvPr>
          <p:cNvCxnSpPr>
            <a:cxnSpLocks/>
          </p:cNvCxnSpPr>
          <p:nvPr/>
        </p:nvCxnSpPr>
        <p:spPr>
          <a:xfrm>
            <a:off x="6648084" y="454839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28BC0D-9CBD-42D8-B8BF-7856911AA531}"/>
              </a:ext>
            </a:extLst>
          </p:cNvPr>
          <p:cNvCxnSpPr>
            <a:cxnSpLocks/>
          </p:cNvCxnSpPr>
          <p:nvPr/>
        </p:nvCxnSpPr>
        <p:spPr>
          <a:xfrm>
            <a:off x="2257387" y="3001716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E76E36-2A67-451F-B684-30CA67645043}"/>
              </a:ext>
            </a:extLst>
          </p:cNvPr>
          <p:cNvCxnSpPr>
            <a:cxnSpLocks/>
          </p:cNvCxnSpPr>
          <p:nvPr/>
        </p:nvCxnSpPr>
        <p:spPr>
          <a:xfrm>
            <a:off x="2795979" y="451802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1044CFF-E062-4B19-B332-E958FF422777}"/>
              </a:ext>
            </a:extLst>
          </p:cNvPr>
          <p:cNvSpPr/>
          <p:nvPr/>
        </p:nvSpPr>
        <p:spPr>
          <a:xfrm>
            <a:off x="2848460" y="3036577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BBE7C11-C16B-4D04-9134-D507374D3531}"/>
              </a:ext>
            </a:extLst>
          </p:cNvPr>
          <p:cNvSpPr/>
          <p:nvPr/>
        </p:nvSpPr>
        <p:spPr>
          <a:xfrm>
            <a:off x="2858326" y="4318872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11F4D7-30C8-4AB5-A07F-91B5834BF53D}"/>
              </a:ext>
            </a:extLst>
          </p:cNvPr>
          <p:cNvSpPr/>
          <p:nvPr/>
        </p:nvSpPr>
        <p:spPr>
          <a:xfrm>
            <a:off x="7258030" y="3015810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F5BDE5-6927-4E45-9108-3A77B0D990C3}"/>
              </a:ext>
            </a:extLst>
          </p:cNvPr>
          <p:cNvCxnSpPr>
            <a:cxnSpLocks/>
          </p:cNvCxnSpPr>
          <p:nvPr/>
        </p:nvCxnSpPr>
        <p:spPr>
          <a:xfrm>
            <a:off x="4983715" y="381673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AC65FF-14F1-45C7-B754-715E45BEC676}"/>
              </a:ext>
            </a:extLst>
          </p:cNvPr>
          <p:cNvCxnSpPr>
            <a:cxnSpLocks/>
          </p:cNvCxnSpPr>
          <p:nvPr/>
        </p:nvCxnSpPr>
        <p:spPr>
          <a:xfrm>
            <a:off x="3313469" y="350123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BE9367-E015-47BE-9C34-CD33CF1C30B1}"/>
              </a:ext>
            </a:extLst>
          </p:cNvPr>
          <p:cNvCxnSpPr>
            <a:cxnSpLocks/>
          </p:cNvCxnSpPr>
          <p:nvPr/>
        </p:nvCxnSpPr>
        <p:spPr>
          <a:xfrm>
            <a:off x="1774177" y="275408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90226C5-E5AC-4816-999B-E4A9E28B4D5C}"/>
              </a:ext>
            </a:extLst>
          </p:cNvPr>
          <p:cNvCxnSpPr>
            <a:cxnSpLocks/>
          </p:cNvCxnSpPr>
          <p:nvPr/>
        </p:nvCxnSpPr>
        <p:spPr>
          <a:xfrm>
            <a:off x="3313469" y="224719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7009A38-7C3A-4B42-B028-9641FBEAEFFA}"/>
              </a:ext>
            </a:extLst>
          </p:cNvPr>
          <p:cNvCxnSpPr>
            <a:cxnSpLocks/>
          </p:cNvCxnSpPr>
          <p:nvPr/>
        </p:nvCxnSpPr>
        <p:spPr>
          <a:xfrm>
            <a:off x="2795979" y="327695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46CE28-BC3C-46DD-A3EF-728947885B1F}"/>
              </a:ext>
            </a:extLst>
          </p:cNvPr>
          <p:cNvCxnSpPr>
            <a:cxnSpLocks/>
          </p:cNvCxnSpPr>
          <p:nvPr/>
        </p:nvCxnSpPr>
        <p:spPr>
          <a:xfrm>
            <a:off x="3948735" y="275408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BA88D1-B99C-412B-B1B2-6308344A11F9}"/>
              </a:ext>
            </a:extLst>
          </p:cNvPr>
          <p:cNvCxnSpPr>
            <a:cxnSpLocks/>
          </p:cNvCxnSpPr>
          <p:nvPr/>
        </p:nvCxnSpPr>
        <p:spPr>
          <a:xfrm>
            <a:off x="4466225" y="301581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B4EE7D3-FCD4-4F7B-BA8E-CDC52B7D5BD3}"/>
              </a:ext>
            </a:extLst>
          </p:cNvPr>
          <p:cNvCxnSpPr>
            <a:cxnSpLocks/>
          </p:cNvCxnSpPr>
          <p:nvPr/>
        </p:nvCxnSpPr>
        <p:spPr>
          <a:xfrm>
            <a:off x="4983715" y="324499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4F88F7-2246-45D9-8AE6-D3EDFEA07DCD}"/>
              </a:ext>
            </a:extLst>
          </p:cNvPr>
          <p:cNvCxnSpPr>
            <a:cxnSpLocks/>
          </p:cNvCxnSpPr>
          <p:nvPr/>
        </p:nvCxnSpPr>
        <p:spPr>
          <a:xfrm>
            <a:off x="5501205" y="351623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15CE37E-E297-4316-9956-EA92064AAE71}"/>
              </a:ext>
            </a:extLst>
          </p:cNvPr>
          <p:cNvCxnSpPr>
            <a:cxnSpLocks/>
          </p:cNvCxnSpPr>
          <p:nvPr/>
        </p:nvCxnSpPr>
        <p:spPr>
          <a:xfrm>
            <a:off x="5485343" y="223301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E310D35-36F3-4F44-A5D6-7A7F7A7AF069}"/>
              </a:ext>
            </a:extLst>
          </p:cNvPr>
          <p:cNvCxnSpPr>
            <a:cxnSpLocks/>
          </p:cNvCxnSpPr>
          <p:nvPr/>
        </p:nvCxnSpPr>
        <p:spPr>
          <a:xfrm>
            <a:off x="3967379" y="402195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A3832E1-1D5E-4C93-A807-6E055EAC466D}"/>
              </a:ext>
            </a:extLst>
          </p:cNvPr>
          <p:cNvCxnSpPr>
            <a:cxnSpLocks/>
          </p:cNvCxnSpPr>
          <p:nvPr/>
        </p:nvCxnSpPr>
        <p:spPr>
          <a:xfrm>
            <a:off x="4466225" y="426523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E81092-EF22-4A78-AC1A-378C59928DA2}"/>
              </a:ext>
            </a:extLst>
          </p:cNvPr>
          <p:cNvCxnSpPr>
            <a:cxnSpLocks/>
          </p:cNvCxnSpPr>
          <p:nvPr/>
        </p:nvCxnSpPr>
        <p:spPr>
          <a:xfrm>
            <a:off x="4983715" y="451802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3E58FE7-291A-43FE-83B0-8078D9290FFF}"/>
              </a:ext>
            </a:extLst>
          </p:cNvPr>
          <p:cNvCxnSpPr>
            <a:cxnSpLocks/>
          </p:cNvCxnSpPr>
          <p:nvPr/>
        </p:nvCxnSpPr>
        <p:spPr>
          <a:xfrm>
            <a:off x="4466225" y="456494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1DD3D1E-C792-488B-8857-3507E8607A6F}"/>
              </a:ext>
            </a:extLst>
          </p:cNvPr>
          <p:cNvCxnSpPr>
            <a:cxnSpLocks/>
          </p:cNvCxnSpPr>
          <p:nvPr/>
        </p:nvCxnSpPr>
        <p:spPr>
          <a:xfrm>
            <a:off x="3948735" y="431587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8CA4D98-BC61-4D93-B418-2AD182D7DE20}"/>
              </a:ext>
            </a:extLst>
          </p:cNvPr>
          <p:cNvCxnSpPr>
            <a:cxnSpLocks/>
          </p:cNvCxnSpPr>
          <p:nvPr/>
        </p:nvCxnSpPr>
        <p:spPr>
          <a:xfrm>
            <a:off x="4466225" y="356050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6953C5A-FD2B-4E47-8C03-93BC946470AE}"/>
              </a:ext>
            </a:extLst>
          </p:cNvPr>
          <p:cNvCxnSpPr>
            <a:cxnSpLocks/>
          </p:cNvCxnSpPr>
          <p:nvPr/>
        </p:nvCxnSpPr>
        <p:spPr>
          <a:xfrm>
            <a:off x="3948735" y="329752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C74EC9-B32F-4BB0-B28C-DE0FE18EA49A}"/>
              </a:ext>
            </a:extLst>
          </p:cNvPr>
          <p:cNvCxnSpPr>
            <a:cxnSpLocks/>
          </p:cNvCxnSpPr>
          <p:nvPr/>
        </p:nvCxnSpPr>
        <p:spPr>
          <a:xfrm>
            <a:off x="5485343" y="406404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C999371-EA4C-4939-80AB-977B202B492E}"/>
              </a:ext>
            </a:extLst>
          </p:cNvPr>
          <p:cNvCxnSpPr>
            <a:cxnSpLocks/>
          </p:cNvCxnSpPr>
          <p:nvPr/>
        </p:nvCxnSpPr>
        <p:spPr>
          <a:xfrm>
            <a:off x="5501205" y="278550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332A4FE-F6B3-44F8-92D6-89D483D7CFAD}"/>
              </a:ext>
            </a:extLst>
          </p:cNvPr>
          <p:cNvCxnSpPr>
            <a:cxnSpLocks/>
          </p:cNvCxnSpPr>
          <p:nvPr/>
        </p:nvCxnSpPr>
        <p:spPr>
          <a:xfrm>
            <a:off x="4983715" y="252135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4076292-522A-4DD2-B90C-8728F1D08E57}"/>
              </a:ext>
            </a:extLst>
          </p:cNvPr>
          <p:cNvCxnSpPr>
            <a:cxnSpLocks/>
          </p:cNvCxnSpPr>
          <p:nvPr/>
        </p:nvCxnSpPr>
        <p:spPr>
          <a:xfrm>
            <a:off x="4466225" y="227309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17B0DA-EDF5-47A3-8F93-3EE1E622857F}"/>
              </a:ext>
            </a:extLst>
          </p:cNvPr>
          <p:cNvCxnSpPr>
            <a:cxnSpLocks/>
          </p:cNvCxnSpPr>
          <p:nvPr/>
        </p:nvCxnSpPr>
        <p:spPr>
          <a:xfrm>
            <a:off x="6130594" y="400353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244F6D-0AA1-4693-A39A-A104AAB7C906}"/>
              </a:ext>
            </a:extLst>
          </p:cNvPr>
          <p:cNvCxnSpPr>
            <a:cxnSpLocks/>
          </p:cNvCxnSpPr>
          <p:nvPr/>
        </p:nvCxnSpPr>
        <p:spPr>
          <a:xfrm>
            <a:off x="6642887" y="424049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E24EC7C-4132-4CF9-9DF7-0168C1305D66}"/>
              </a:ext>
            </a:extLst>
          </p:cNvPr>
          <p:cNvCxnSpPr>
            <a:cxnSpLocks/>
          </p:cNvCxnSpPr>
          <p:nvPr/>
        </p:nvCxnSpPr>
        <p:spPr>
          <a:xfrm>
            <a:off x="6612914" y="297776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8549034-2D03-423D-8C6A-A13FAFD4F0F6}"/>
              </a:ext>
            </a:extLst>
          </p:cNvPr>
          <p:cNvCxnSpPr>
            <a:cxnSpLocks/>
          </p:cNvCxnSpPr>
          <p:nvPr/>
        </p:nvCxnSpPr>
        <p:spPr>
          <a:xfrm>
            <a:off x="6130594" y="271505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F57BF56-FD9D-4FA7-8995-230CBBA0CC40}"/>
              </a:ext>
            </a:extLst>
          </p:cNvPr>
          <p:cNvCxnSpPr>
            <a:cxnSpLocks/>
          </p:cNvCxnSpPr>
          <p:nvPr/>
        </p:nvCxnSpPr>
        <p:spPr>
          <a:xfrm>
            <a:off x="7169003" y="450412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27F4CD3-82E4-4109-A667-045F803ACBB0}"/>
              </a:ext>
            </a:extLst>
          </p:cNvPr>
          <p:cNvCxnSpPr>
            <a:cxnSpLocks/>
          </p:cNvCxnSpPr>
          <p:nvPr/>
        </p:nvCxnSpPr>
        <p:spPr>
          <a:xfrm>
            <a:off x="7165574" y="322780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96BAB9F-2C06-4CF1-A228-781DD55F4461}"/>
              </a:ext>
            </a:extLst>
          </p:cNvPr>
          <p:cNvCxnSpPr>
            <a:cxnSpLocks/>
          </p:cNvCxnSpPr>
          <p:nvPr/>
        </p:nvCxnSpPr>
        <p:spPr>
          <a:xfrm>
            <a:off x="7683064" y="3490227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9818B0E-B18B-4EEB-B607-06BF5E55E492}"/>
              </a:ext>
            </a:extLst>
          </p:cNvPr>
          <p:cNvCxnSpPr>
            <a:cxnSpLocks/>
          </p:cNvCxnSpPr>
          <p:nvPr/>
        </p:nvCxnSpPr>
        <p:spPr>
          <a:xfrm>
            <a:off x="6846587" y="317217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4494ED4-757C-4001-A38C-3D455AB708E1}"/>
              </a:ext>
            </a:extLst>
          </p:cNvPr>
          <p:cNvCxnSpPr>
            <a:cxnSpLocks/>
          </p:cNvCxnSpPr>
          <p:nvPr/>
        </p:nvCxnSpPr>
        <p:spPr>
          <a:xfrm>
            <a:off x="7683064" y="220258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3FC1F6-AB33-479B-B356-509093840CEF}"/>
              </a:ext>
            </a:extLst>
          </p:cNvPr>
          <p:cNvCxnSpPr>
            <a:cxnSpLocks/>
          </p:cNvCxnSpPr>
          <p:nvPr/>
        </p:nvCxnSpPr>
        <p:spPr>
          <a:xfrm>
            <a:off x="6642619" y="302706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DBDFC37-51D9-4901-A630-B161F8785FB7}"/>
              </a:ext>
            </a:extLst>
          </p:cNvPr>
          <p:cNvCxnSpPr>
            <a:cxnSpLocks/>
          </p:cNvCxnSpPr>
          <p:nvPr/>
        </p:nvCxnSpPr>
        <p:spPr>
          <a:xfrm>
            <a:off x="7682069" y="402804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ED40954-D21F-4647-AF21-2C6149FE0B08}"/>
              </a:ext>
            </a:extLst>
          </p:cNvPr>
          <p:cNvCxnSpPr>
            <a:cxnSpLocks/>
          </p:cNvCxnSpPr>
          <p:nvPr/>
        </p:nvCxnSpPr>
        <p:spPr>
          <a:xfrm>
            <a:off x="6648084" y="377229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94AC25B-B76D-49CA-95EB-4411149E198A}"/>
              </a:ext>
            </a:extLst>
          </p:cNvPr>
          <p:cNvCxnSpPr>
            <a:cxnSpLocks/>
          </p:cNvCxnSpPr>
          <p:nvPr/>
        </p:nvCxnSpPr>
        <p:spPr>
          <a:xfrm>
            <a:off x="6648084" y="225847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F3A8ED0-DD11-4FF8-99D0-467480CD5D66}"/>
              </a:ext>
            </a:extLst>
          </p:cNvPr>
          <p:cNvCxnSpPr>
            <a:cxnSpLocks/>
          </p:cNvCxnSpPr>
          <p:nvPr/>
        </p:nvCxnSpPr>
        <p:spPr>
          <a:xfrm>
            <a:off x="7683064" y="251819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4E93883-A6FF-4A96-A3CE-B97D6AD71BCF}"/>
              </a:ext>
            </a:extLst>
          </p:cNvPr>
          <p:cNvSpPr/>
          <p:nvPr/>
        </p:nvSpPr>
        <p:spPr>
          <a:xfrm>
            <a:off x="2883678" y="761686"/>
            <a:ext cx="5317310" cy="557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B2F0B1-04D4-49D5-99BE-53EE169ABA9F}"/>
              </a:ext>
            </a:extLst>
          </p:cNvPr>
          <p:cNvSpPr/>
          <p:nvPr/>
        </p:nvSpPr>
        <p:spPr>
          <a:xfrm>
            <a:off x="2956224" y="965076"/>
            <a:ext cx="467139" cy="2385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1CC63-D4BF-4499-B89A-10E498518AB2}"/>
              </a:ext>
            </a:extLst>
          </p:cNvPr>
          <p:cNvSpPr/>
          <p:nvPr/>
        </p:nvSpPr>
        <p:spPr>
          <a:xfrm>
            <a:off x="4614193" y="968918"/>
            <a:ext cx="467139" cy="2385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F78FD-E7DA-4C80-81E0-E19776DCE2CE}"/>
              </a:ext>
            </a:extLst>
          </p:cNvPr>
          <p:cNvSpPr txBox="1"/>
          <p:nvPr/>
        </p:nvSpPr>
        <p:spPr>
          <a:xfrm>
            <a:off x="3219344" y="761688"/>
            <a:ext cx="151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Victim task execution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2A1B0-C132-4492-93B5-8754E95C9977}"/>
              </a:ext>
            </a:extLst>
          </p:cNvPr>
          <p:cNvSpPr txBox="1"/>
          <p:nvPr/>
        </p:nvSpPr>
        <p:spPr>
          <a:xfrm>
            <a:off x="4983715" y="735492"/>
            <a:ext cx="151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task execution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4A57EF-4585-4822-9497-0E1B3B0D20A6}"/>
              </a:ext>
            </a:extLst>
          </p:cNvPr>
          <p:cNvGrpSpPr/>
          <p:nvPr/>
        </p:nvGrpSpPr>
        <p:grpSpPr>
          <a:xfrm>
            <a:off x="6438127" y="936970"/>
            <a:ext cx="467139" cy="238539"/>
            <a:chOff x="4665239" y="747108"/>
            <a:chExt cx="467139" cy="2385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B9B0CD-89D0-4E42-8F1B-57EC7E3C91F1}"/>
                </a:ext>
              </a:extLst>
            </p:cNvPr>
            <p:cNvSpPr/>
            <p:nvPr/>
          </p:nvSpPr>
          <p:spPr>
            <a:xfrm>
              <a:off x="4665239" y="747108"/>
              <a:ext cx="467139" cy="238539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7A8E18-57DC-4F56-ADD1-84DA4E5B80C2}"/>
                </a:ext>
              </a:extLst>
            </p:cNvPr>
            <p:cNvSpPr/>
            <p:nvPr/>
          </p:nvSpPr>
          <p:spPr>
            <a:xfrm>
              <a:off x="4715479" y="809927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03D9245-0EB6-45AF-BF0C-716DBBFD852E}"/>
              </a:ext>
            </a:extLst>
          </p:cNvPr>
          <p:cNvSpPr txBox="1"/>
          <p:nvPr/>
        </p:nvSpPr>
        <p:spPr>
          <a:xfrm>
            <a:off x="6777283" y="731580"/>
            <a:ext cx="151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task pre-empted</a:t>
            </a:r>
          </a:p>
        </p:txBody>
      </p:sp>
    </p:spTree>
    <p:extLst>
      <p:ext uri="{BB962C8B-B14F-4D97-AF65-F5344CB8AC3E}">
        <p14:creationId xmlns:p14="http://schemas.microsoft.com/office/powerpoint/2010/main" val="3426525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A2BC21C2-396B-469A-8E89-1E8FE81FD8D5}"/>
              </a:ext>
            </a:extLst>
          </p:cNvPr>
          <p:cNvSpPr/>
          <p:nvPr/>
        </p:nvSpPr>
        <p:spPr>
          <a:xfrm>
            <a:off x="913136" y="225662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8502A0F-D1A1-4861-B4E3-3AA5502178DC}"/>
              </a:ext>
            </a:extLst>
          </p:cNvPr>
          <p:cNvSpPr/>
          <p:nvPr/>
        </p:nvSpPr>
        <p:spPr>
          <a:xfrm>
            <a:off x="1430626" y="225662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C40CCA5-F81F-4E9C-A3E5-76C45057A1A4}"/>
              </a:ext>
            </a:extLst>
          </p:cNvPr>
          <p:cNvSpPr/>
          <p:nvPr/>
        </p:nvSpPr>
        <p:spPr>
          <a:xfrm>
            <a:off x="1948116" y="225662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716A173-1935-4350-8AE7-35A6035B93E9}"/>
              </a:ext>
            </a:extLst>
          </p:cNvPr>
          <p:cNvSpPr/>
          <p:nvPr/>
        </p:nvSpPr>
        <p:spPr>
          <a:xfrm>
            <a:off x="913136" y="251286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554D81-59ED-44B3-B85A-E93868536689}"/>
              </a:ext>
            </a:extLst>
          </p:cNvPr>
          <p:cNvSpPr/>
          <p:nvPr/>
        </p:nvSpPr>
        <p:spPr>
          <a:xfrm>
            <a:off x="1430626" y="251285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F22A1D8-ACED-48D4-BE08-A381F3B4BC97}"/>
              </a:ext>
            </a:extLst>
          </p:cNvPr>
          <p:cNvSpPr/>
          <p:nvPr/>
        </p:nvSpPr>
        <p:spPr>
          <a:xfrm>
            <a:off x="1948116" y="251285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C5ABA31-5CE7-46C8-AD81-9B5ABA8FA947}"/>
              </a:ext>
            </a:extLst>
          </p:cNvPr>
          <p:cNvSpPr/>
          <p:nvPr/>
        </p:nvSpPr>
        <p:spPr>
          <a:xfrm>
            <a:off x="913136" y="276909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1E314-008D-46BC-B001-81950BC06A71}"/>
              </a:ext>
            </a:extLst>
          </p:cNvPr>
          <p:cNvSpPr/>
          <p:nvPr/>
        </p:nvSpPr>
        <p:spPr>
          <a:xfrm>
            <a:off x="1430626" y="2769092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13C4154-FA8E-478B-827B-04943B46C2C8}"/>
              </a:ext>
            </a:extLst>
          </p:cNvPr>
          <p:cNvSpPr/>
          <p:nvPr/>
        </p:nvSpPr>
        <p:spPr>
          <a:xfrm>
            <a:off x="1948116" y="276909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B66263C-59B1-48C3-B347-A6D60C9C975E}"/>
              </a:ext>
            </a:extLst>
          </p:cNvPr>
          <p:cNvSpPr/>
          <p:nvPr/>
        </p:nvSpPr>
        <p:spPr>
          <a:xfrm>
            <a:off x="913136" y="302532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1364089-F16C-4130-AC4B-515D304CD13A}"/>
              </a:ext>
            </a:extLst>
          </p:cNvPr>
          <p:cNvSpPr/>
          <p:nvPr/>
        </p:nvSpPr>
        <p:spPr>
          <a:xfrm>
            <a:off x="1430626" y="302532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67F950A-8595-4665-8C8A-30891123F9CE}"/>
              </a:ext>
            </a:extLst>
          </p:cNvPr>
          <p:cNvSpPr/>
          <p:nvPr/>
        </p:nvSpPr>
        <p:spPr>
          <a:xfrm>
            <a:off x="1948116" y="302532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CE26B4D-3DAA-47F8-9430-FF5B355F0B3B}"/>
              </a:ext>
            </a:extLst>
          </p:cNvPr>
          <p:cNvSpPr/>
          <p:nvPr/>
        </p:nvSpPr>
        <p:spPr>
          <a:xfrm>
            <a:off x="913136" y="328155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500198B-7682-4D64-8A0D-2235E8EED4DE}"/>
              </a:ext>
            </a:extLst>
          </p:cNvPr>
          <p:cNvSpPr/>
          <p:nvPr/>
        </p:nvSpPr>
        <p:spPr>
          <a:xfrm>
            <a:off x="1430626" y="328155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A933BFC-2440-45A1-A63F-71DB228529DA}"/>
              </a:ext>
            </a:extLst>
          </p:cNvPr>
          <p:cNvSpPr/>
          <p:nvPr/>
        </p:nvSpPr>
        <p:spPr>
          <a:xfrm>
            <a:off x="1948116" y="328155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3F46935-E71A-427E-A2AC-A38B27BEC938}"/>
              </a:ext>
            </a:extLst>
          </p:cNvPr>
          <p:cNvSpPr/>
          <p:nvPr/>
        </p:nvSpPr>
        <p:spPr>
          <a:xfrm>
            <a:off x="913136" y="353779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D8F0C26-EF8B-4081-8226-AE2A984511DE}"/>
              </a:ext>
            </a:extLst>
          </p:cNvPr>
          <p:cNvSpPr/>
          <p:nvPr/>
        </p:nvSpPr>
        <p:spPr>
          <a:xfrm>
            <a:off x="1430626" y="353778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3C4D382-C28C-4F31-BAE6-1B6A7EC4B450}"/>
              </a:ext>
            </a:extLst>
          </p:cNvPr>
          <p:cNvSpPr/>
          <p:nvPr/>
        </p:nvSpPr>
        <p:spPr>
          <a:xfrm>
            <a:off x="1948116" y="353778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4AB4E84-CE61-44DF-A582-57E40310138C}"/>
              </a:ext>
            </a:extLst>
          </p:cNvPr>
          <p:cNvSpPr/>
          <p:nvPr/>
        </p:nvSpPr>
        <p:spPr>
          <a:xfrm>
            <a:off x="913136" y="377559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946F8AF-D351-49AB-B0FA-BAF34398F966}"/>
              </a:ext>
            </a:extLst>
          </p:cNvPr>
          <p:cNvSpPr/>
          <p:nvPr/>
        </p:nvSpPr>
        <p:spPr>
          <a:xfrm>
            <a:off x="1430626" y="3775591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095E32B-1E6A-43D0-825E-01E1DD67837B}"/>
              </a:ext>
            </a:extLst>
          </p:cNvPr>
          <p:cNvSpPr/>
          <p:nvPr/>
        </p:nvSpPr>
        <p:spPr>
          <a:xfrm>
            <a:off x="1948116" y="377559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AE1A986-6FEA-4AE7-AE45-8B95C7BA8CC8}"/>
              </a:ext>
            </a:extLst>
          </p:cNvPr>
          <p:cNvSpPr/>
          <p:nvPr/>
        </p:nvSpPr>
        <p:spPr>
          <a:xfrm>
            <a:off x="913136" y="403182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61DC382-A6CD-49CE-9FCF-CECB4A0C82C9}"/>
              </a:ext>
            </a:extLst>
          </p:cNvPr>
          <p:cNvSpPr/>
          <p:nvPr/>
        </p:nvSpPr>
        <p:spPr>
          <a:xfrm>
            <a:off x="1430626" y="40318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A3A3CC7-5CEB-4728-BBE2-792643806D80}"/>
              </a:ext>
            </a:extLst>
          </p:cNvPr>
          <p:cNvSpPr/>
          <p:nvPr/>
        </p:nvSpPr>
        <p:spPr>
          <a:xfrm>
            <a:off x="1948116" y="40318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4FFD7F-05C5-4349-8C64-174270E9824B}"/>
              </a:ext>
            </a:extLst>
          </p:cNvPr>
          <p:cNvSpPr/>
          <p:nvPr/>
        </p:nvSpPr>
        <p:spPr>
          <a:xfrm>
            <a:off x="913136" y="428805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B3C658D-6A17-4B77-8CC7-4E04D9E41C1E}"/>
              </a:ext>
            </a:extLst>
          </p:cNvPr>
          <p:cNvSpPr/>
          <p:nvPr/>
        </p:nvSpPr>
        <p:spPr>
          <a:xfrm>
            <a:off x="1430626" y="428805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2C45AB6-C4C5-4248-B97D-076B9E24E292}"/>
              </a:ext>
            </a:extLst>
          </p:cNvPr>
          <p:cNvSpPr/>
          <p:nvPr/>
        </p:nvSpPr>
        <p:spPr>
          <a:xfrm>
            <a:off x="1948116" y="428805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AE541DE-9E48-4009-8559-8573ADA0AC4E}"/>
              </a:ext>
            </a:extLst>
          </p:cNvPr>
          <p:cNvSpPr/>
          <p:nvPr/>
        </p:nvSpPr>
        <p:spPr>
          <a:xfrm>
            <a:off x="913136" y="454428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838CFAF-EA1F-4FF1-BFF4-69BCD0126A6D}"/>
              </a:ext>
            </a:extLst>
          </p:cNvPr>
          <p:cNvSpPr/>
          <p:nvPr/>
        </p:nvSpPr>
        <p:spPr>
          <a:xfrm>
            <a:off x="1430626" y="454428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7DF7116-28AD-4EF4-BD5C-DE6E26528EFD}"/>
              </a:ext>
            </a:extLst>
          </p:cNvPr>
          <p:cNvSpPr/>
          <p:nvPr/>
        </p:nvSpPr>
        <p:spPr>
          <a:xfrm>
            <a:off x="1948116" y="454428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D2AC1BF-C6F0-4855-A813-833030693AB9}"/>
              </a:ext>
            </a:extLst>
          </p:cNvPr>
          <p:cNvSpPr txBox="1"/>
          <p:nvPr/>
        </p:nvSpPr>
        <p:spPr>
          <a:xfrm>
            <a:off x="8089871" y="1842622"/>
            <a:ext cx="2459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1:  pa=4,pv=3,e=1</a:t>
            </a:r>
          </a:p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2:  </a:t>
            </a:r>
            <a:r>
              <a:rPr lang="en-IN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=3,pa=5,e=1</a:t>
            </a:r>
          </a:p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3: </a:t>
            </a:r>
            <a:r>
              <a:rPr lang="en-IN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=3, pa=5, e=2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2423219-16AE-4A79-AB46-6CB7A8F763F7}"/>
              </a:ext>
            </a:extLst>
          </p:cNvPr>
          <p:cNvCxnSpPr>
            <a:cxnSpLocks/>
          </p:cNvCxnSpPr>
          <p:nvPr/>
        </p:nvCxnSpPr>
        <p:spPr>
          <a:xfrm>
            <a:off x="913136" y="2032599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21B73B4-1A57-456C-836F-8060625DD514}"/>
              </a:ext>
            </a:extLst>
          </p:cNvPr>
          <p:cNvCxnSpPr>
            <a:cxnSpLocks/>
          </p:cNvCxnSpPr>
          <p:nvPr/>
        </p:nvCxnSpPr>
        <p:spPr>
          <a:xfrm>
            <a:off x="2467414" y="2032599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C616F0-7334-4928-A76E-4EEFFDF8FD26}"/>
              </a:ext>
            </a:extLst>
          </p:cNvPr>
          <p:cNvCxnSpPr>
            <a:cxnSpLocks/>
          </p:cNvCxnSpPr>
          <p:nvPr/>
        </p:nvCxnSpPr>
        <p:spPr>
          <a:xfrm>
            <a:off x="913136" y="231384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17B0DA-EDF5-47A3-8F93-3EE1E622857F}"/>
              </a:ext>
            </a:extLst>
          </p:cNvPr>
          <p:cNvCxnSpPr>
            <a:cxnSpLocks/>
          </p:cNvCxnSpPr>
          <p:nvPr/>
        </p:nvCxnSpPr>
        <p:spPr>
          <a:xfrm>
            <a:off x="954586" y="379402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244F6D-0AA1-4693-A39A-A104AAB7C906}"/>
              </a:ext>
            </a:extLst>
          </p:cNvPr>
          <p:cNvCxnSpPr>
            <a:cxnSpLocks/>
          </p:cNvCxnSpPr>
          <p:nvPr/>
        </p:nvCxnSpPr>
        <p:spPr>
          <a:xfrm>
            <a:off x="1948545" y="331799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F57BF56-FD9D-4FA7-8995-230CBBA0CC40}"/>
              </a:ext>
            </a:extLst>
          </p:cNvPr>
          <p:cNvCxnSpPr>
            <a:cxnSpLocks/>
          </p:cNvCxnSpPr>
          <p:nvPr/>
        </p:nvCxnSpPr>
        <p:spPr>
          <a:xfrm>
            <a:off x="954586" y="278204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96BAB9F-2C06-4CF1-A228-781DD55F4461}"/>
              </a:ext>
            </a:extLst>
          </p:cNvPr>
          <p:cNvCxnSpPr>
            <a:cxnSpLocks/>
          </p:cNvCxnSpPr>
          <p:nvPr/>
        </p:nvCxnSpPr>
        <p:spPr>
          <a:xfrm>
            <a:off x="1948116" y="229306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DBDFC37-51D9-4901-A630-B161F8785FB7}"/>
              </a:ext>
            </a:extLst>
          </p:cNvPr>
          <p:cNvCxnSpPr>
            <a:cxnSpLocks/>
          </p:cNvCxnSpPr>
          <p:nvPr/>
        </p:nvCxnSpPr>
        <p:spPr>
          <a:xfrm>
            <a:off x="912719" y="282631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ED40954-D21F-4647-AF21-2C6149FE0B08}"/>
              </a:ext>
            </a:extLst>
          </p:cNvPr>
          <p:cNvCxnSpPr>
            <a:cxnSpLocks/>
          </p:cNvCxnSpPr>
          <p:nvPr/>
        </p:nvCxnSpPr>
        <p:spPr>
          <a:xfrm>
            <a:off x="912719" y="257008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4E93883-A6FF-4A96-A3CE-B97D6AD71BCF}"/>
              </a:ext>
            </a:extLst>
          </p:cNvPr>
          <p:cNvSpPr/>
          <p:nvPr/>
        </p:nvSpPr>
        <p:spPr>
          <a:xfrm>
            <a:off x="3161286" y="813802"/>
            <a:ext cx="5317310" cy="557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B2F0B1-04D4-49D5-99BE-53EE169ABA9F}"/>
              </a:ext>
            </a:extLst>
          </p:cNvPr>
          <p:cNvSpPr/>
          <p:nvPr/>
        </p:nvSpPr>
        <p:spPr>
          <a:xfrm>
            <a:off x="2590999" y="989086"/>
            <a:ext cx="467139" cy="2385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1CC63-D4BF-4499-B89A-10E498518AB2}"/>
              </a:ext>
            </a:extLst>
          </p:cNvPr>
          <p:cNvSpPr/>
          <p:nvPr/>
        </p:nvSpPr>
        <p:spPr>
          <a:xfrm>
            <a:off x="4248968" y="992928"/>
            <a:ext cx="467139" cy="2385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F78FD-E7DA-4C80-81E0-E19776DCE2CE}"/>
              </a:ext>
            </a:extLst>
          </p:cNvPr>
          <p:cNvSpPr txBox="1"/>
          <p:nvPr/>
        </p:nvSpPr>
        <p:spPr>
          <a:xfrm>
            <a:off x="3496952" y="813804"/>
            <a:ext cx="151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Victim task execution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2A1B0-C132-4492-93B5-8754E95C9977}"/>
              </a:ext>
            </a:extLst>
          </p:cNvPr>
          <p:cNvSpPr txBox="1"/>
          <p:nvPr/>
        </p:nvSpPr>
        <p:spPr>
          <a:xfrm>
            <a:off x="5261323" y="787608"/>
            <a:ext cx="151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task execution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4A57EF-4585-4822-9497-0E1B3B0D20A6}"/>
              </a:ext>
            </a:extLst>
          </p:cNvPr>
          <p:cNvGrpSpPr/>
          <p:nvPr/>
        </p:nvGrpSpPr>
        <p:grpSpPr>
          <a:xfrm>
            <a:off x="6715735" y="989086"/>
            <a:ext cx="467139" cy="238539"/>
            <a:chOff x="4665239" y="747108"/>
            <a:chExt cx="467139" cy="2385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B9B0CD-89D0-4E42-8F1B-57EC7E3C91F1}"/>
                </a:ext>
              </a:extLst>
            </p:cNvPr>
            <p:cNvSpPr/>
            <p:nvPr/>
          </p:nvSpPr>
          <p:spPr>
            <a:xfrm>
              <a:off x="4665239" y="747108"/>
              <a:ext cx="467139" cy="238539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7A8E18-57DC-4F56-ADD1-84DA4E5B80C2}"/>
                </a:ext>
              </a:extLst>
            </p:cNvPr>
            <p:cNvSpPr/>
            <p:nvPr/>
          </p:nvSpPr>
          <p:spPr>
            <a:xfrm>
              <a:off x="4715479" y="809927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03D9245-0EB6-45AF-BF0C-716DBBFD852E}"/>
              </a:ext>
            </a:extLst>
          </p:cNvPr>
          <p:cNvSpPr txBox="1"/>
          <p:nvPr/>
        </p:nvSpPr>
        <p:spPr>
          <a:xfrm>
            <a:off x="7054891" y="783696"/>
            <a:ext cx="1514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task pre-empted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FC2BDEF9-2EB6-4A3F-A286-29032BC13E4F}"/>
              </a:ext>
            </a:extLst>
          </p:cNvPr>
          <p:cNvCxnSpPr>
            <a:cxnSpLocks/>
          </p:cNvCxnSpPr>
          <p:nvPr/>
        </p:nvCxnSpPr>
        <p:spPr>
          <a:xfrm>
            <a:off x="924374" y="408120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0766FA9A-4CB9-4AF3-B099-59B756A79242}"/>
              </a:ext>
            </a:extLst>
          </p:cNvPr>
          <p:cNvCxnSpPr>
            <a:cxnSpLocks/>
          </p:cNvCxnSpPr>
          <p:nvPr/>
        </p:nvCxnSpPr>
        <p:spPr>
          <a:xfrm>
            <a:off x="919496" y="336226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A10EC71B-1775-40BF-8607-B8ECB5F1975E}"/>
              </a:ext>
            </a:extLst>
          </p:cNvPr>
          <p:cNvCxnSpPr>
            <a:cxnSpLocks/>
          </p:cNvCxnSpPr>
          <p:nvPr/>
        </p:nvCxnSpPr>
        <p:spPr>
          <a:xfrm>
            <a:off x="917030" y="308254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AEE684F1-B127-4546-A7DD-290A53800DAA}"/>
              </a:ext>
            </a:extLst>
          </p:cNvPr>
          <p:cNvCxnSpPr>
            <a:cxnSpLocks/>
          </p:cNvCxnSpPr>
          <p:nvPr/>
        </p:nvCxnSpPr>
        <p:spPr>
          <a:xfrm>
            <a:off x="924374" y="359501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96616A25-3071-40DB-BBF8-F6263805E253}"/>
              </a:ext>
            </a:extLst>
          </p:cNvPr>
          <p:cNvCxnSpPr>
            <a:cxnSpLocks/>
          </p:cNvCxnSpPr>
          <p:nvPr/>
        </p:nvCxnSpPr>
        <p:spPr>
          <a:xfrm>
            <a:off x="924374" y="383281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5792548-C5A5-4DC0-87E1-25816DDD0009}"/>
              </a:ext>
            </a:extLst>
          </p:cNvPr>
          <p:cNvCxnSpPr>
            <a:cxnSpLocks/>
          </p:cNvCxnSpPr>
          <p:nvPr/>
        </p:nvCxnSpPr>
        <p:spPr>
          <a:xfrm>
            <a:off x="926674" y="434527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7BDF458A-E12E-462A-9F68-434DB34E74F3}"/>
              </a:ext>
            </a:extLst>
          </p:cNvPr>
          <p:cNvCxnSpPr>
            <a:cxnSpLocks/>
          </p:cNvCxnSpPr>
          <p:nvPr/>
        </p:nvCxnSpPr>
        <p:spPr>
          <a:xfrm>
            <a:off x="1438887" y="306175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460FD97C-6540-486C-88C7-3C7B1AE47C0D}"/>
              </a:ext>
            </a:extLst>
          </p:cNvPr>
          <p:cNvSpPr txBox="1"/>
          <p:nvPr/>
        </p:nvSpPr>
        <p:spPr>
          <a:xfrm>
            <a:off x="471975" y="2319676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72BC147-A921-4567-8987-7F525B8F910A}"/>
              </a:ext>
            </a:extLst>
          </p:cNvPr>
          <p:cNvSpPr txBox="1"/>
          <p:nvPr/>
        </p:nvSpPr>
        <p:spPr>
          <a:xfrm>
            <a:off x="458867" y="2567936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96BF4C5-6B9B-4559-B7E1-5EBC487CA57F}"/>
              </a:ext>
            </a:extLst>
          </p:cNvPr>
          <p:cNvSpPr txBox="1"/>
          <p:nvPr/>
        </p:nvSpPr>
        <p:spPr>
          <a:xfrm>
            <a:off x="458866" y="2829913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CB5B54D-99BA-46F1-9238-E23800B10729}"/>
              </a:ext>
            </a:extLst>
          </p:cNvPr>
          <p:cNvSpPr txBox="1"/>
          <p:nvPr/>
        </p:nvSpPr>
        <p:spPr>
          <a:xfrm>
            <a:off x="396845" y="3062393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119776BC-C104-4F0E-A61E-7C4D849A4F7C}"/>
              </a:ext>
            </a:extLst>
          </p:cNvPr>
          <p:cNvSpPr txBox="1"/>
          <p:nvPr/>
        </p:nvSpPr>
        <p:spPr>
          <a:xfrm>
            <a:off x="405275" y="3323537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06B0ED7-1091-4DB6-852E-A76BEACAD621}"/>
              </a:ext>
            </a:extLst>
          </p:cNvPr>
          <p:cNvSpPr txBox="1"/>
          <p:nvPr/>
        </p:nvSpPr>
        <p:spPr>
          <a:xfrm>
            <a:off x="398286" y="3615658"/>
            <a:ext cx="695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A0972E0-3C7E-46C0-868E-A01F120123DE}"/>
              </a:ext>
            </a:extLst>
          </p:cNvPr>
          <p:cNvSpPr txBox="1"/>
          <p:nvPr/>
        </p:nvSpPr>
        <p:spPr>
          <a:xfrm>
            <a:off x="396845" y="3850155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C0B5545-E302-455E-9A44-CD3FAB179438}"/>
              </a:ext>
            </a:extLst>
          </p:cNvPr>
          <p:cNvSpPr txBox="1"/>
          <p:nvPr/>
        </p:nvSpPr>
        <p:spPr>
          <a:xfrm>
            <a:off x="396845" y="4089412"/>
            <a:ext cx="662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1D47629-5809-40AE-9E93-074AAAE6D7E1}"/>
              </a:ext>
            </a:extLst>
          </p:cNvPr>
          <p:cNvSpPr txBox="1"/>
          <p:nvPr/>
        </p:nvSpPr>
        <p:spPr>
          <a:xfrm>
            <a:off x="402589" y="4365594"/>
            <a:ext cx="517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911F690-B088-4806-94D9-A799C482ABDE}"/>
              </a:ext>
            </a:extLst>
          </p:cNvPr>
          <p:cNvSpPr txBox="1"/>
          <p:nvPr/>
        </p:nvSpPr>
        <p:spPr>
          <a:xfrm>
            <a:off x="410030" y="4603406"/>
            <a:ext cx="592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1BF3CE7B-0C57-4B8D-ACB3-CB02A60C54DF}"/>
              </a:ext>
            </a:extLst>
          </p:cNvPr>
          <p:cNvSpPr/>
          <p:nvPr/>
        </p:nvSpPr>
        <p:spPr>
          <a:xfrm>
            <a:off x="2637067" y="227504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8A21F221-279D-4251-A284-317E0E1C3CD9}"/>
              </a:ext>
            </a:extLst>
          </p:cNvPr>
          <p:cNvSpPr/>
          <p:nvPr/>
        </p:nvSpPr>
        <p:spPr>
          <a:xfrm>
            <a:off x="3154557" y="227504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174DF514-1479-4988-93EF-015A82A21BE1}"/>
              </a:ext>
            </a:extLst>
          </p:cNvPr>
          <p:cNvSpPr/>
          <p:nvPr/>
        </p:nvSpPr>
        <p:spPr>
          <a:xfrm>
            <a:off x="3672047" y="227504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4755541D-0BFC-4F68-A8B3-49485876CF9B}"/>
              </a:ext>
            </a:extLst>
          </p:cNvPr>
          <p:cNvSpPr/>
          <p:nvPr/>
        </p:nvSpPr>
        <p:spPr>
          <a:xfrm>
            <a:off x="2637067" y="253128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E9DD6754-A135-4DFA-907F-2B3902288A8E}"/>
              </a:ext>
            </a:extLst>
          </p:cNvPr>
          <p:cNvSpPr/>
          <p:nvPr/>
        </p:nvSpPr>
        <p:spPr>
          <a:xfrm>
            <a:off x="3154557" y="2531280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354A71A2-AD1B-4588-8417-37B4BD368C43}"/>
              </a:ext>
            </a:extLst>
          </p:cNvPr>
          <p:cNvSpPr/>
          <p:nvPr/>
        </p:nvSpPr>
        <p:spPr>
          <a:xfrm>
            <a:off x="3672047" y="25312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CDA1787-0757-48E0-AD8B-4A357B2B4021}"/>
              </a:ext>
            </a:extLst>
          </p:cNvPr>
          <p:cNvSpPr/>
          <p:nvPr/>
        </p:nvSpPr>
        <p:spPr>
          <a:xfrm>
            <a:off x="2637067" y="278751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24601603-C71C-41B3-899D-CCEF38FC4AD6}"/>
              </a:ext>
            </a:extLst>
          </p:cNvPr>
          <p:cNvSpPr/>
          <p:nvPr/>
        </p:nvSpPr>
        <p:spPr>
          <a:xfrm>
            <a:off x="3154557" y="278751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7C3350A-9CBE-48CA-B093-6AA9AA624143}"/>
              </a:ext>
            </a:extLst>
          </p:cNvPr>
          <p:cNvSpPr/>
          <p:nvPr/>
        </p:nvSpPr>
        <p:spPr>
          <a:xfrm>
            <a:off x="3672047" y="278751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6D24B74-54C6-4760-A29C-A76D2D22006D}"/>
              </a:ext>
            </a:extLst>
          </p:cNvPr>
          <p:cNvSpPr/>
          <p:nvPr/>
        </p:nvSpPr>
        <p:spPr>
          <a:xfrm>
            <a:off x="2637067" y="302532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5775D3F-63FA-4D9C-BCC0-69C067D3E748}"/>
              </a:ext>
            </a:extLst>
          </p:cNvPr>
          <p:cNvSpPr/>
          <p:nvPr/>
        </p:nvSpPr>
        <p:spPr>
          <a:xfrm>
            <a:off x="3154557" y="302532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B86BBA29-BCBE-432C-B0BB-BE6A43457AE7}"/>
              </a:ext>
            </a:extLst>
          </p:cNvPr>
          <p:cNvSpPr/>
          <p:nvPr/>
        </p:nvSpPr>
        <p:spPr>
          <a:xfrm>
            <a:off x="3672047" y="30253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37F4A3FC-547C-46ED-8BF9-2F9AEFEA4394}"/>
              </a:ext>
            </a:extLst>
          </p:cNvPr>
          <p:cNvSpPr/>
          <p:nvPr/>
        </p:nvSpPr>
        <p:spPr>
          <a:xfrm>
            <a:off x="2637067" y="328155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4901814-87B2-401C-8318-6DDE50BD392D}"/>
              </a:ext>
            </a:extLst>
          </p:cNvPr>
          <p:cNvSpPr/>
          <p:nvPr/>
        </p:nvSpPr>
        <p:spPr>
          <a:xfrm>
            <a:off x="3154557" y="3281557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4246C37B-ACCB-49EB-8FAA-678375BB19AD}"/>
              </a:ext>
            </a:extLst>
          </p:cNvPr>
          <p:cNvSpPr/>
          <p:nvPr/>
        </p:nvSpPr>
        <p:spPr>
          <a:xfrm>
            <a:off x="3672047" y="328155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D16C13C8-E266-4CD7-83A3-6D48D12A7CD6}"/>
              </a:ext>
            </a:extLst>
          </p:cNvPr>
          <p:cNvSpPr/>
          <p:nvPr/>
        </p:nvSpPr>
        <p:spPr>
          <a:xfrm>
            <a:off x="2637067" y="353733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F3A954-D5EE-4334-93F6-F5CBAAE735D8}"/>
              </a:ext>
            </a:extLst>
          </p:cNvPr>
          <p:cNvSpPr/>
          <p:nvPr/>
        </p:nvSpPr>
        <p:spPr>
          <a:xfrm>
            <a:off x="3154557" y="353733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E14E989C-8AC8-483A-8441-2C7F785028F4}"/>
              </a:ext>
            </a:extLst>
          </p:cNvPr>
          <p:cNvSpPr/>
          <p:nvPr/>
        </p:nvSpPr>
        <p:spPr>
          <a:xfrm>
            <a:off x="3672047" y="353733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E2DB3D77-AC35-4623-BC98-1B194BF08443}"/>
              </a:ext>
            </a:extLst>
          </p:cNvPr>
          <p:cNvSpPr/>
          <p:nvPr/>
        </p:nvSpPr>
        <p:spPr>
          <a:xfrm>
            <a:off x="2637067" y="379357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9FDFA23F-1082-413A-97CA-31D647A19979}"/>
              </a:ext>
            </a:extLst>
          </p:cNvPr>
          <p:cNvSpPr/>
          <p:nvPr/>
        </p:nvSpPr>
        <p:spPr>
          <a:xfrm>
            <a:off x="3154557" y="379357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894DC5D8-9615-477F-A1CA-E39A16D781EC}"/>
              </a:ext>
            </a:extLst>
          </p:cNvPr>
          <p:cNvSpPr/>
          <p:nvPr/>
        </p:nvSpPr>
        <p:spPr>
          <a:xfrm>
            <a:off x="3672047" y="379357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CF512D92-7545-4951-948C-DA6A254DFF7B}"/>
              </a:ext>
            </a:extLst>
          </p:cNvPr>
          <p:cNvSpPr/>
          <p:nvPr/>
        </p:nvSpPr>
        <p:spPr>
          <a:xfrm>
            <a:off x="2637067" y="404980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E269D926-A9D5-4386-9CA9-14CEB9BDFFB2}"/>
              </a:ext>
            </a:extLst>
          </p:cNvPr>
          <p:cNvSpPr/>
          <p:nvPr/>
        </p:nvSpPr>
        <p:spPr>
          <a:xfrm>
            <a:off x="3154557" y="404980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5B9FC6FA-F7FD-483F-BA2F-D1311FCE8FBF}"/>
              </a:ext>
            </a:extLst>
          </p:cNvPr>
          <p:cNvSpPr/>
          <p:nvPr/>
        </p:nvSpPr>
        <p:spPr>
          <a:xfrm>
            <a:off x="3672047" y="404980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268FDFB-D54D-4C0A-A6FE-AC7831201A96}"/>
              </a:ext>
            </a:extLst>
          </p:cNvPr>
          <p:cNvSpPr/>
          <p:nvPr/>
        </p:nvSpPr>
        <p:spPr>
          <a:xfrm>
            <a:off x="2637067" y="428761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84E6742A-5C2C-4DCC-9E93-D3C0405874E6}"/>
              </a:ext>
            </a:extLst>
          </p:cNvPr>
          <p:cNvSpPr/>
          <p:nvPr/>
        </p:nvSpPr>
        <p:spPr>
          <a:xfrm>
            <a:off x="3154557" y="428761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BCE09230-8458-4798-928E-2748DB80D654}"/>
              </a:ext>
            </a:extLst>
          </p:cNvPr>
          <p:cNvSpPr/>
          <p:nvPr/>
        </p:nvSpPr>
        <p:spPr>
          <a:xfrm>
            <a:off x="3672047" y="428761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2A13FDA7-A600-4B91-A6F6-6581F1A8474A}"/>
              </a:ext>
            </a:extLst>
          </p:cNvPr>
          <p:cNvSpPr/>
          <p:nvPr/>
        </p:nvSpPr>
        <p:spPr>
          <a:xfrm>
            <a:off x="2637067" y="454384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CD66F743-2867-4BE4-B2A7-7DDC6A6E6B6F}"/>
              </a:ext>
            </a:extLst>
          </p:cNvPr>
          <p:cNvSpPr/>
          <p:nvPr/>
        </p:nvSpPr>
        <p:spPr>
          <a:xfrm>
            <a:off x="3154557" y="454384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771929C4-4A85-4901-9A5D-359F41AD37CC}"/>
              </a:ext>
            </a:extLst>
          </p:cNvPr>
          <p:cNvSpPr/>
          <p:nvPr/>
        </p:nvSpPr>
        <p:spPr>
          <a:xfrm>
            <a:off x="3672047" y="454384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090C0E5C-5101-40B9-A44E-D2CFF0590D4A}"/>
              </a:ext>
            </a:extLst>
          </p:cNvPr>
          <p:cNvCxnSpPr>
            <a:cxnSpLocks/>
          </p:cNvCxnSpPr>
          <p:nvPr/>
        </p:nvCxnSpPr>
        <p:spPr>
          <a:xfrm>
            <a:off x="4189537" y="2012889"/>
            <a:ext cx="0" cy="2931622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87983421-8149-4F2F-A6E1-5A2659892DE9}"/>
              </a:ext>
            </a:extLst>
          </p:cNvPr>
          <p:cNvSpPr/>
          <p:nvPr/>
        </p:nvSpPr>
        <p:spPr>
          <a:xfrm>
            <a:off x="1474298" y="2826312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6526FF47-FDD2-47E9-93B7-C95C36CD5E15}"/>
              </a:ext>
            </a:extLst>
          </p:cNvPr>
          <p:cNvCxnSpPr>
            <a:cxnSpLocks/>
          </p:cNvCxnSpPr>
          <p:nvPr/>
        </p:nvCxnSpPr>
        <p:spPr>
          <a:xfrm>
            <a:off x="3161286" y="280243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Oval 378">
            <a:extLst>
              <a:ext uri="{FF2B5EF4-FFF2-40B4-BE49-F238E27FC236}">
                <a16:creationId xmlns:a16="http://schemas.microsoft.com/office/drawing/2014/main" id="{CDA33416-18DE-4166-A633-4373B1AD7B31}"/>
              </a:ext>
            </a:extLst>
          </p:cNvPr>
          <p:cNvSpPr/>
          <p:nvPr/>
        </p:nvSpPr>
        <p:spPr>
          <a:xfrm>
            <a:off x="1499926" y="3824924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7A8BDE15-1485-4585-890D-1C7E568E3A1E}"/>
              </a:ext>
            </a:extLst>
          </p:cNvPr>
          <p:cNvCxnSpPr>
            <a:cxnSpLocks/>
          </p:cNvCxnSpPr>
          <p:nvPr/>
        </p:nvCxnSpPr>
        <p:spPr>
          <a:xfrm>
            <a:off x="2637067" y="2045709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F4CA5D45-BBF6-4CBE-9531-BC290B4590F2}"/>
              </a:ext>
            </a:extLst>
          </p:cNvPr>
          <p:cNvCxnSpPr>
            <a:cxnSpLocks/>
          </p:cNvCxnSpPr>
          <p:nvPr/>
        </p:nvCxnSpPr>
        <p:spPr>
          <a:xfrm>
            <a:off x="2675068" y="329990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0938DBE3-1EEB-4029-9EFA-D4A4ED49E2EB}"/>
              </a:ext>
            </a:extLst>
          </p:cNvPr>
          <p:cNvCxnSpPr>
            <a:cxnSpLocks/>
          </p:cNvCxnSpPr>
          <p:nvPr/>
        </p:nvCxnSpPr>
        <p:spPr>
          <a:xfrm>
            <a:off x="3672047" y="355028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4C177885-03AB-4570-B5CC-24604730C3E3}"/>
              </a:ext>
            </a:extLst>
          </p:cNvPr>
          <p:cNvCxnSpPr>
            <a:cxnSpLocks/>
          </p:cNvCxnSpPr>
          <p:nvPr/>
        </p:nvCxnSpPr>
        <p:spPr>
          <a:xfrm>
            <a:off x="3161286" y="4074517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DBAAC608-5687-4E0D-86CA-4370F3EE37B3}"/>
              </a:ext>
            </a:extLst>
          </p:cNvPr>
          <p:cNvCxnSpPr>
            <a:cxnSpLocks/>
          </p:cNvCxnSpPr>
          <p:nvPr/>
        </p:nvCxnSpPr>
        <p:spPr>
          <a:xfrm>
            <a:off x="3672047" y="2275046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1919D9D3-A28F-4379-ACDC-3924340EE36C}"/>
              </a:ext>
            </a:extLst>
          </p:cNvPr>
          <p:cNvCxnSpPr>
            <a:cxnSpLocks/>
          </p:cNvCxnSpPr>
          <p:nvPr/>
        </p:nvCxnSpPr>
        <p:spPr>
          <a:xfrm>
            <a:off x="2636070" y="233226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892ABCDE-391A-4CF6-8435-E59133B51680}"/>
              </a:ext>
            </a:extLst>
          </p:cNvPr>
          <p:cNvCxnSpPr>
            <a:cxnSpLocks/>
          </p:cNvCxnSpPr>
          <p:nvPr/>
        </p:nvCxnSpPr>
        <p:spPr>
          <a:xfrm>
            <a:off x="2636070" y="260342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9AFBAB0B-C4EB-4E25-810A-49A192CD8D66}"/>
              </a:ext>
            </a:extLst>
          </p:cNvPr>
          <p:cNvCxnSpPr>
            <a:cxnSpLocks/>
          </p:cNvCxnSpPr>
          <p:nvPr/>
        </p:nvCxnSpPr>
        <p:spPr>
          <a:xfrm>
            <a:off x="2636070" y="281139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48EA5FCA-A704-495D-9E77-703B0490C42C}"/>
              </a:ext>
            </a:extLst>
          </p:cNvPr>
          <p:cNvCxnSpPr>
            <a:cxnSpLocks/>
          </p:cNvCxnSpPr>
          <p:nvPr/>
        </p:nvCxnSpPr>
        <p:spPr>
          <a:xfrm>
            <a:off x="2636070" y="308254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DE201E69-3D6C-4071-92C3-CF5A0C357451}"/>
              </a:ext>
            </a:extLst>
          </p:cNvPr>
          <p:cNvCxnSpPr>
            <a:cxnSpLocks/>
          </p:cNvCxnSpPr>
          <p:nvPr/>
        </p:nvCxnSpPr>
        <p:spPr>
          <a:xfrm>
            <a:off x="2636070" y="332423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7E01B459-ACE5-485A-8EFE-85D3A1FA8DF9}"/>
              </a:ext>
            </a:extLst>
          </p:cNvPr>
          <p:cNvCxnSpPr>
            <a:cxnSpLocks/>
          </p:cNvCxnSpPr>
          <p:nvPr/>
        </p:nvCxnSpPr>
        <p:spPr>
          <a:xfrm>
            <a:off x="2636070" y="359539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286D4FF9-60EB-4AA4-B0D1-F0FD515F9BE7}"/>
              </a:ext>
            </a:extLst>
          </p:cNvPr>
          <p:cNvCxnSpPr>
            <a:cxnSpLocks/>
          </p:cNvCxnSpPr>
          <p:nvPr/>
        </p:nvCxnSpPr>
        <p:spPr>
          <a:xfrm>
            <a:off x="2636070" y="380336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AB6DB914-EA77-48E0-9671-DE66FD389E8E}"/>
              </a:ext>
            </a:extLst>
          </p:cNvPr>
          <p:cNvCxnSpPr>
            <a:cxnSpLocks/>
          </p:cNvCxnSpPr>
          <p:nvPr/>
        </p:nvCxnSpPr>
        <p:spPr>
          <a:xfrm>
            <a:off x="2636070" y="407451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Oval 396">
            <a:extLst>
              <a:ext uri="{FF2B5EF4-FFF2-40B4-BE49-F238E27FC236}">
                <a16:creationId xmlns:a16="http://schemas.microsoft.com/office/drawing/2014/main" id="{D42AC3AD-3AE9-4C7A-B8E9-779BF7480407}"/>
              </a:ext>
            </a:extLst>
          </p:cNvPr>
          <p:cNvSpPr/>
          <p:nvPr/>
        </p:nvSpPr>
        <p:spPr>
          <a:xfrm>
            <a:off x="3216556" y="2575405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2D6B8A63-1968-4262-90B3-28C28332F1BA}"/>
              </a:ext>
            </a:extLst>
          </p:cNvPr>
          <p:cNvSpPr/>
          <p:nvPr/>
        </p:nvSpPr>
        <p:spPr>
          <a:xfrm>
            <a:off x="3207047" y="3316887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38415C67-8992-473C-8F82-243EB2089532}"/>
              </a:ext>
            </a:extLst>
          </p:cNvPr>
          <p:cNvCxnSpPr>
            <a:cxnSpLocks/>
          </p:cNvCxnSpPr>
          <p:nvPr/>
        </p:nvCxnSpPr>
        <p:spPr>
          <a:xfrm>
            <a:off x="8256393" y="473775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Oval 443">
            <a:extLst>
              <a:ext uri="{FF2B5EF4-FFF2-40B4-BE49-F238E27FC236}">
                <a16:creationId xmlns:a16="http://schemas.microsoft.com/office/drawing/2014/main" id="{06A3D174-6414-449E-AAC2-8AA2A4231079}"/>
              </a:ext>
            </a:extLst>
          </p:cNvPr>
          <p:cNvSpPr/>
          <p:nvPr/>
        </p:nvSpPr>
        <p:spPr>
          <a:xfrm>
            <a:off x="9319545" y="3603466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B0F3DCA-6AC1-4563-BFFD-ED111E27BB73}"/>
              </a:ext>
            </a:extLst>
          </p:cNvPr>
          <p:cNvCxnSpPr>
            <a:cxnSpLocks/>
          </p:cNvCxnSpPr>
          <p:nvPr/>
        </p:nvCxnSpPr>
        <p:spPr>
          <a:xfrm>
            <a:off x="9067472" y="459398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Arrow Connector 445">
            <a:extLst>
              <a:ext uri="{FF2B5EF4-FFF2-40B4-BE49-F238E27FC236}">
                <a16:creationId xmlns:a16="http://schemas.microsoft.com/office/drawing/2014/main" id="{E465F9AB-4901-4A53-AA49-D2995E7A3B1F}"/>
              </a:ext>
            </a:extLst>
          </p:cNvPr>
          <p:cNvCxnSpPr>
            <a:cxnSpLocks/>
          </p:cNvCxnSpPr>
          <p:nvPr/>
        </p:nvCxnSpPr>
        <p:spPr>
          <a:xfrm>
            <a:off x="8654608" y="428608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CA669349-4B2D-40E4-AB4C-7416AF58AD7D}"/>
              </a:ext>
            </a:extLst>
          </p:cNvPr>
          <p:cNvCxnSpPr>
            <a:cxnSpLocks/>
          </p:cNvCxnSpPr>
          <p:nvPr/>
        </p:nvCxnSpPr>
        <p:spPr>
          <a:xfrm>
            <a:off x="8720525" y="452095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8EBBDEBA-2609-473D-B601-6D5AEBD4714C}"/>
              </a:ext>
            </a:extLst>
          </p:cNvPr>
          <p:cNvCxnSpPr>
            <a:cxnSpLocks/>
          </p:cNvCxnSpPr>
          <p:nvPr/>
        </p:nvCxnSpPr>
        <p:spPr>
          <a:xfrm>
            <a:off x="8490375" y="400551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2683D1EB-8C58-43F0-9F0A-F5A0DD14E35A}"/>
              </a:ext>
            </a:extLst>
          </p:cNvPr>
          <p:cNvCxnSpPr>
            <a:cxnSpLocks/>
          </p:cNvCxnSpPr>
          <p:nvPr/>
        </p:nvCxnSpPr>
        <p:spPr>
          <a:xfrm>
            <a:off x="8382352" y="395956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C1870D48-2CA5-4435-B7DA-81A1C9E2A398}"/>
              </a:ext>
            </a:extLst>
          </p:cNvPr>
          <p:cNvCxnSpPr>
            <a:cxnSpLocks/>
          </p:cNvCxnSpPr>
          <p:nvPr/>
        </p:nvCxnSpPr>
        <p:spPr>
          <a:xfrm>
            <a:off x="8890581" y="396777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84BCB8F9-1297-4AA8-AABB-0A8C1DCF1A30}"/>
              </a:ext>
            </a:extLst>
          </p:cNvPr>
          <p:cNvCxnSpPr>
            <a:cxnSpLocks/>
          </p:cNvCxnSpPr>
          <p:nvPr/>
        </p:nvCxnSpPr>
        <p:spPr>
          <a:xfrm>
            <a:off x="8221461" y="257540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Rectangle 399">
            <a:extLst>
              <a:ext uri="{FF2B5EF4-FFF2-40B4-BE49-F238E27FC236}">
                <a16:creationId xmlns:a16="http://schemas.microsoft.com/office/drawing/2014/main" id="{CB1E12A7-DB45-4995-B2AB-0D656ABF08FB}"/>
              </a:ext>
            </a:extLst>
          </p:cNvPr>
          <p:cNvSpPr/>
          <p:nvPr/>
        </p:nvSpPr>
        <p:spPr>
          <a:xfrm>
            <a:off x="5274470" y="221301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A866555-02F8-4C47-8D6D-74710EF4AF25}"/>
              </a:ext>
            </a:extLst>
          </p:cNvPr>
          <p:cNvSpPr/>
          <p:nvPr/>
        </p:nvSpPr>
        <p:spPr>
          <a:xfrm>
            <a:off x="5791960" y="221301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A04801D-995E-4D63-96F5-E7BA770DA114}"/>
              </a:ext>
            </a:extLst>
          </p:cNvPr>
          <p:cNvSpPr/>
          <p:nvPr/>
        </p:nvSpPr>
        <p:spPr>
          <a:xfrm>
            <a:off x="6309450" y="221301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BAF4823-80C5-4E23-B6B1-294CED753120}"/>
              </a:ext>
            </a:extLst>
          </p:cNvPr>
          <p:cNvSpPr/>
          <p:nvPr/>
        </p:nvSpPr>
        <p:spPr>
          <a:xfrm>
            <a:off x="6826940" y="221301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C925C74E-8945-46D3-99D3-1F6F3E9DC150}"/>
              </a:ext>
            </a:extLst>
          </p:cNvPr>
          <p:cNvSpPr/>
          <p:nvPr/>
        </p:nvSpPr>
        <p:spPr>
          <a:xfrm>
            <a:off x="5274470" y="246925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47FBC31E-AFBE-401C-B536-724925513628}"/>
              </a:ext>
            </a:extLst>
          </p:cNvPr>
          <p:cNvSpPr/>
          <p:nvPr/>
        </p:nvSpPr>
        <p:spPr>
          <a:xfrm>
            <a:off x="5791960" y="246925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08704F46-8065-4A5F-B555-CB864157C560}"/>
              </a:ext>
            </a:extLst>
          </p:cNvPr>
          <p:cNvSpPr/>
          <p:nvPr/>
        </p:nvSpPr>
        <p:spPr>
          <a:xfrm>
            <a:off x="6309450" y="246925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7DF9052-3EC9-4C68-A56A-351B453CA7FE}"/>
              </a:ext>
            </a:extLst>
          </p:cNvPr>
          <p:cNvSpPr/>
          <p:nvPr/>
        </p:nvSpPr>
        <p:spPr>
          <a:xfrm>
            <a:off x="6826940" y="2469249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E43AC0-EBC8-4015-9FCF-BC5A2B3C7376}"/>
              </a:ext>
            </a:extLst>
          </p:cNvPr>
          <p:cNvSpPr/>
          <p:nvPr/>
        </p:nvSpPr>
        <p:spPr>
          <a:xfrm>
            <a:off x="5274470" y="272548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B0205F57-EE78-4DD1-B2CA-B37BB5537457}"/>
              </a:ext>
            </a:extLst>
          </p:cNvPr>
          <p:cNvSpPr/>
          <p:nvPr/>
        </p:nvSpPr>
        <p:spPr>
          <a:xfrm>
            <a:off x="5791960" y="2725483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E0A68C27-8C6C-4D7A-8993-4DE3DC40FABF}"/>
              </a:ext>
            </a:extLst>
          </p:cNvPr>
          <p:cNvSpPr/>
          <p:nvPr/>
        </p:nvSpPr>
        <p:spPr>
          <a:xfrm>
            <a:off x="6309450" y="272548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C4BCA5E7-AC00-4A5B-B89F-56BAB1C83034}"/>
              </a:ext>
            </a:extLst>
          </p:cNvPr>
          <p:cNvSpPr/>
          <p:nvPr/>
        </p:nvSpPr>
        <p:spPr>
          <a:xfrm>
            <a:off x="6826940" y="272548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7F9B26CF-FBF4-43C6-85F8-DE32551EE3D5}"/>
              </a:ext>
            </a:extLst>
          </p:cNvPr>
          <p:cNvSpPr/>
          <p:nvPr/>
        </p:nvSpPr>
        <p:spPr>
          <a:xfrm>
            <a:off x="5274470" y="298171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AAF3445B-83C3-415C-8E7A-64CA66F1CD99}"/>
              </a:ext>
            </a:extLst>
          </p:cNvPr>
          <p:cNvSpPr/>
          <p:nvPr/>
        </p:nvSpPr>
        <p:spPr>
          <a:xfrm>
            <a:off x="5791960" y="2981715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D2906251-6E2F-4D37-9435-67CCB2BE825C}"/>
              </a:ext>
            </a:extLst>
          </p:cNvPr>
          <p:cNvSpPr/>
          <p:nvPr/>
        </p:nvSpPr>
        <p:spPr>
          <a:xfrm>
            <a:off x="6826940" y="298171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7D036841-7855-4532-845A-B17F985389E6}"/>
              </a:ext>
            </a:extLst>
          </p:cNvPr>
          <p:cNvSpPr/>
          <p:nvPr/>
        </p:nvSpPr>
        <p:spPr>
          <a:xfrm>
            <a:off x="5274470" y="323794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52F485D3-D80D-4CDB-91B2-57E555817ABD}"/>
              </a:ext>
            </a:extLst>
          </p:cNvPr>
          <p:cNvSpPr/>
          <p:nvPr/>
        </p:nvSpPr>
        <p:spPr>
          <a:xfrm>
            <a:off x="5791960" y="323794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78F99D-CDDB-4BC1-9E14-4FEC577A39DB}"/>
              </a:ext>
            </a:extLst>
          </p:cNvPr>
          <p:cNvSpPr/>
          <p:nvPr/>
        </p:nvSpPr>
        <p:spPr>
          <a:xfrm>
            <a:off x="6309450" y="323794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1CA7A1B0-04C0-452B-8957-FDEE18067577}"/>
              </a:ext>
            </a:extLst>
          </p:cNvPr>
          <p:cNvSpPr/>
          <p:nvPr/>
        </p:nvSpPr>
        <p:spPr>
          <a:xfrm>
            <a:off x="6826940" y="323794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F3746897-20B9-49FA-A403-F05C18FF1469}"/>
              </a:ext>
            </a:extLst>
          </p:cNvPr>
          <p:cNvSpPr/>
          <p:nvPr/>
        </p:nvSpPr>
        <p:spPr>
          <a:xfrm>
            <a:off x="5274470" y="349418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4ABF449C-94FE-4A4C-B0A8-3255C0BF29D8}"/>
              </a:ext>
            </a:extLst>
          </p:cNvPr>
          <p:cNvSpPr/>
          <p:nvPr/>
        </p:nvSpPr>
        <p:spPr>
          <a:xfrm>
            <a:off x="5791960" y="349418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43FA8BE3-275C-4ED4-A6F4-A835CD4E1785}"/>
              </a:ext>
            </a:extLst>
          </p:cNvPr>
          <p:cNvSpPr/>
          <p:nvPr/>
        </p:nvSpPr>
        <p:spPr>
          <a:xfrm>
            <a:off x="6309450" y="349418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C0B38A68-F6FB-4F31-88D2-BEFDD2797242}"/>
              </a:ext>
            </a:extLst>
          </p:cNvPr>
          <p:cNvSpPr/>
          <p:nvPr/>
        </p:nvSpPr>
        <p:spPr>
          <a:xfrm>
            <a:off x="6826940" y="34941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E8E94D5F-B855-4CF0-8E0A-63EFA6AAB331}"/>
              </a:ext>
            </a:extLst>
          </p:cNvPr>
          <p:cNvSpPr/>
          <p:nvPr/>
        </p:nvSpPr>
        <p:spPr>
          <a:xfrm>
            <a:off x="5274470" y="373198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64C78A9-0897-4D58-878F-F8C567847E85}"/>
              </a:ext>
            </a:extLst>
          </p:cNvPr>
          <p:cNvSpPr/>
          <p:nvPr/>
        </p:nvSpPr>
        <p:spPr>
          <a:xfrm>
            <a:off x="5791960" y="373198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56361F96-B72B-4DF3-83CC-CF0FE1A31971}"/>
              </a:ext>
            </a:extLst>
          </p:cNvPr>
          <p:cNvSpPr/>
          <p:nvPr/>
        </p:nvSpPr>
        <p:spPr>
          <a:xfrm>
            <a:off x="6309450" y="373198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7504F4A-96C4-451C-9AD9-DD5DC28A40F9}"/>
              </a:ext>
            </a:extLst>
          </p:cNvPr>
          <p:cNvSpPr/>
          <p:nvPr/>
        </p:nvSpPr>
        <p:spPr>
          <a:xfrm>
            <a:off x="6826940" y="373198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CDA36AC-5DD8-4223-87F9-4E0A96C0BFE7}"/>
              </a:ext>
            </a:extLst>
          </p:cNvPr>
          <p:cNvSpPr/>
          <p:nvPr/>
        </p:nvSpPr>
        <p:spPr>
          <a:xfrm>
            <a:off x="5274470" y="398821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45EE8895-E09C-4888-8BC0-ABC45328D458}"/>
              </a:ext>
            </a:extLst>
          </p:cNvPr>
          <p:cNvSpPr/>
          <p:nvPr/>
        </p:nvSpPr>
        <p:spPr>
          <a:xfrm>
            <a:off x="5791960" y="398821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7C6B4695-D82F-47DF-A1E3-86FA671EAEC0}"/>
              </a:ext>
            </a:extLst>
          </p:cNvPr>
          <p:cNvSpPr/>
          <p:nvPr/>
        </p:nvSpPr>
        <p:spPr>
          <a:xfrm>
            <a:off x="6309450" y="398821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8C9F4A1-F3F3-41E3-B082-8BC02B6F2B9A}"/>
              </a:ext>
            </a:extLst>
          </p:cNvPr>
          <p:cNvSpPr/>
          <p:nvPr/>
        </p:nvSpPr>
        <p:spPr>
          <a:xfrm>
            <a:off x="6826940" y="398821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0C396C76-A575-406B-B593-EDBAEFD8365D}"/>
              </a:ext>
            </a:extLst>
          </p:cNvPr>
          <p:cNvSpPr/>
          <p:nvPr/>
        </p:nvSpPr>
        <p:spPr>
          <a:xfrm>
            <a:off x="5274470" y="424444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D85BCF2C-756B-4123-B8C7-AA34D574FBF1}"/>
              </a:ext>
            </a:extLst>
          </p:cNvPr>
          <p:cNvSpPr/>
          <p:nvPr/>
        </p:nvSpPr>
        <p:spPr>
          <a:xfrm>
            <a:off x="5791960" y="424444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6119D8C5-0ED7-4A50-B9A9-7E28E8C94341}"/>
              </a:ext>
            </a:extLst>
          </p:cNvPr>
          <p:cNvSpPr/>
          <p:nvPr/>
        </p:nvSpPr>
        <p:spPr>
          <a:xfrm>
            <a:off x="6309450" y="424444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652F24E4-B8C7-4F32-98F4-F1DD5E741991}"/>
              </a:ext>
            </a:extLst>
          </p:cNvPr>
          <p:cNvSpPr/>
          <p:nvPr/>
        </p:nvSpPr>
        <p:spPr>
          <a:xfrm>
            <a:off x="6826940" y="424444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D5F3516-C55B-42A6-8E4B-2D8B28DDA779}"/>
              </a:ext>
            </a:extLst>
          </p:cNvPr>
          <p:cNvSpPr/>
          <p:nvPr/>
        </p:nvSpPr>
        <p:spPr>
          <a:xfrm>
            <a:off x="5274470" y="450067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2E96D63-EC85-4400-93E9-99D124647EED}"/>
              </a:ext>
            </a:extLst>
          </p:cNvPr>
          <p:cNvSpPr/>
          <p:nvPr/>
        </p:nvSpPr>
        <p:spPr>
          <a:xfrm>
            <a:off x="5791960" y="45006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E404DF2B-3A83-4127-A882-20F5358FFF4B}"/>
              </a:ext>
            </a:extLst>
          </p:cNvPr>
          <p:cNvSpPr/>
          <p:nvPr/>
        </p:nvSpPr>
        <p:spPr>
          <a:xfrm>
            <a:off x="6309450" y="45006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6F95101F-5203-45B1-8CA8-D2017EE853E9}"/>
              </a:ext>
            </a:extLst>
          </p:cNvPr>
          <p:cNvSpPr/>
          <p:nvPr/>
        </p:nvSpPr>
        <p:spPr>
          <a:xfrm>
            <a:off x="6826940" y="45006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D1F21753-8CA5-411E-A8C5-0FB63A029343}"/>
                  </a:ext>
                </a:extLst>
              </p:cNvPr>
              <p:cNvSpPr txBox="1"/>
              <p:nvPr/>
            </p:nvSpPr>
            <p:spPr>
              <a:xfrm>
                <a:off x="5457236" y="1872926"/>
                <a:ext cx="16144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=6</a:t>
                </a:r>
              </a:p>
            </p:txBody>
          </p:sp>
        </mc:Choice>
        <mc:Fallback xmlns="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D1F21753-8CA5-411E-A8C5-0FB63A02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236" y="1872926"/>
                <a:ext cx="1614491" cy="307777"/>
              </a:xfrm>
              <a:prstGeom prst="rect">
                <a:avLst/>
              </a:prstGeom>
              <a:blipFill>
                <a:blip r:embed="rId2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413F368-8F0D-43F7-9FB3-83C6FA4CE269}"/>
              </a:ext>
            </a:extLst>
          </p:cNvPr>
          <p:cNvCxnSpPr>
            <a:cxnSpLocks/>
          </p:cNvCxnSpPr>
          <p:nvPr/>
        </p:nvCxnSpPr>
        <p:spPr>
          <a:xfrm>
            <a:off x="5274470" y="1988990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8A640BB7-1875-4F34-8296-1350E93C0452}"/>
              </a:ext>
            </a:extLst>
          </p:cNvPr>
          <p:cNvCxnSpPr>
            <a:cxnSpLocks/>
          </p:cNvCxnSpPr>
          <p:nvPr/>
        </p:nvCxnSpPr>
        <p:spPr>
          <a:xfrm>
            <a:off x="7344430" y="1988990"/>
            <a:ext cx="0" cy="293162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Arrow Connector 446">
            <a:extLst>
              <a:ext uri="{FF2B5EF4-FFF2-40B4-BE49-F238E27FC236}">
                <a16:creationId xmlns:a16="http://schemas.microsoft.com/office/drawing/2014/main" id="{47744B72-C057-41AE-AEB9-02DEAEAF54B2}"/>
              </a:ext>
            </a:extLst>
          </p:cNvPr>
          <p:cNvCxnSpPr>
            <a:cxnSpLocks/>
          </p:cNvCxnSpPr>
          <p:nvPr/>
        </p:nvCxnSpPr>
        <p:spPr>
          <a:xfrm>
            <a:off x="5315726" y="299783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21BDE53-429F-488D-B117-7C71346B7B90}"/>
              </a:ext>
            </a:extLst>
          </p:cNvPr>
          <p:cNvCxnSpPr>
            <a:cxnSpLocks/>
          </p:cNvCxnSpPr>
          <p:nvPr/>
        </p:nvCxnSpPr>
        <p:spPr>
          <a:xfrm>
            <a:off x="6826940" y="250259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0D68E26E-83B7-4E18-9900-B419B1619C1D}"/>
              </a:ext>
            </a:extLst>
          </p:cNvPr>
          <p:cNvCxnSpPr>
            <a:cxnSpLocks/>
          </p:cNvCxnSpPr>
          <p:nvPr/>
        </p:nvCxnSpPr>
        <p:spPr>
          <a:xfrm>
            <a:off x="6310919" y="220547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B999DF1B-AD9A-48CD-91CB-FD8C04425746}"/>
              </a:ext>
            </a:extLst>
          </p:cNvPr>
          <p:cNvCxnSpPr>
            <a:cxnSpLocks/>
          </p:cNvCxnSpPr>
          <p:nvPr/>
        </p:nvCxnSpPr>
        <p:spPr>
          <a:xfrm>
            <a:off x="5275304" y="278912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0A6E89D6-D1E8-46B1-A721-66CF84784A51}"/>
              </a:ext>
            </a:extLst>
          </p:cNvPr>
          <p:cNvCxnSpPr>
            <a:cxnSpLocks/>
          </p:cNvCxnSpPr>
          <p:nvPr/>
        </p:nvCxnSpPr>
        <p:spPr>
          <a:xfrm>
            <a:off x="5274470" y="305647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71025911-5EA6-4866-BAE0-A1D32AE4D05E}"/>
              </a:ext>
            </a:extLst>
          </p:cNvPr>
          <p:cNvCxnSpPr>
            <a:cxnSpLocks/>
          </p:cNvCxnSpPr>
          <p:nvPr/>
        </p:nvCxnSpPr>
        <p:spPr>
          <a:xfrm>
            <a:off x="5274470" y="255201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B1223A0D-4572-4AFF-8AC9-E4300B2B2DCE}"/>
              </a:ext>
            </a:extLst>
          </p:cNvPr>
          <p:cNvCxnSpPr>
            <a:cxnSpLocks/>
          </p:cNvCxnSpPr>
          <p:nvPr/>
        </p:nvCxnSpPr>
        <p:spPr>
          <a:xfrm>
            <a:off x="5274470" y="227023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29E3A736-8E1B-45B5-B0D5-AD11F1419E48}"/>
              </a:ext>
            </a:extLst>
          </p:cNvPr>
          <p:cNvCxnSpPr>
            <a:cxnSpLocks/>
          </p:cNvCxnSpPr>
          <p:nvPr/>
        </p:nvCxnSpPr>
        <p:spPr>
          <a:xfrm>
            <a:off x="5275304" y="379587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31D8C49A-A555-45E0-B707-4C11EE9D46CC}"/>
              </a:ext>
            </a:extLst>
          </p:cNvPr>
          <p:cNvCxnSpPr>
            <a:cxnSpLocks/>
          </p:cNvCxnSpPr>
          <p:nvPr/>
        </p:nvCxnSpPr>
        <p:spPr>
          <a:xfrm>
            <a:off x="5274470" y="406322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08A2B52E-695A-4E96-A6A4-FE223E323A3E}"/>
              </a:ext>
            </a:extLst>
          </p:cNvPr>
          <p:cNvCxnSpPr>
            <a:cxnSpLocks/>
          </p:cNvCxnSpPr>
          <p:nvPr/>
        </p:nvCxnSpPr>
        <p:spPr>
          <a:xfrm>
            <a:off x="5274470" y="355876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600C22B3-FCB0-4CF0-9299-66A4143FEC61}"/>
              </a:ext>
            </a:extLst>
          </p:cNvPr>
          <p:cNvCxnSpPr>
            <a:cxnSpLocks/>
          </p:cNvCxnSpPr>
          <p:nvPr/>
        </p:nvCxnSpPr>
        <p:spPr>
          <a:xfrm>
            <a:off x="5274470" y="327698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86AFB831-368B-4929-8983-5EAB637385E2}"/>
              </a:ext>
            </a:extLst>
          </p:cNvPr>
          <p:cNvCxnSpPr>
            <a:cxnSpLocks/>
          </p:cNvCxnSpPr>
          <p:nvPr/>
        </p:nvCxnSpPr>
        <p:spPr>
          <a:xfrm>
            <a:off x="5791960" y="325485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Oval 463">
            <a:extLst>
              <a:ext uri="{FF2B5EF4-FFF2-40B4-BE49-F238E27FC236}">
                <a16:creationId xmlns:a16="http://schemas.microsoft.com/office/drawing/2014/main" id="{EF136646-792F-445B-9FEE-567CD68319CA}"/>
              </a:ext>
            </a:extLst>
          </p:cNvPr>
          <p:cNvSpPr/>
          <p:nvPr/>
        </p:nvSpPr>
        <p:spPr>
          <a:xfrm>
            <a:off x="5827913" y="2773744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3162D301-EE81-4A96-9674-A5766D7E7BB3}"/>
              </a:ext>
            </a:extLst>
          </p:cNvPr>
          <p:cNvSpPr/>
          <p:nvPr/>
        </p:nvSpPr>
        <p:spPr>
          <a:xfrm>
            <a:off x="5788971" y="2981715"/>
            <a:ext cx="103797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61A78177-7C24-49E0-8A7A-431A98F46029}"/>
              </a:ext>
            </a:extLst>
          </p:cNvPr>
          <p:cNvSpPr/>
          <p:nvPr/>
        </p:nvSpPr>
        <p:spPr>
          <a:xfrm>
            <a:off x="5827912" y="3041249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B1602FD3-0A58-4C39-8237-841FEEA8EDED}"/>
              </a:ext>
            </a:extLst>
          </p:cNvPr>
          <p:cNvCxnSpPr>
            <a:cxnSpLocks/>
          </p:cNvCxnSpPr>
          <p:nvPr/>
        </p:nvCxnSpPr>
        <p:spPr>
          <a:xfrm flipV="1">
            <a:off x="661334" y="3523415"/>
            <a:ext cx="3587634" cy="21789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FB358B52-40D3-4013-ACD3-598EA4848BC6}"/>
              </a:ext>
            </a:extLst>
          </p:cNvPr>
          <p:cNvSpPr txBox="1"/>
          <p:nvPr/>
        </p:nvSpPr>
        <p:spPr>
          <a:xfrm>
            <a:off x="4787391" y="2274800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7BFAB55-31E9-4870-8052-9DC80BE56963}"/>
              </a:ext>
            </a:extLst>
          </p:cNvPr>
          <p:cNvSpPr txBox="1"/>
          <p:nvPr/>
        </p:nvSpPr>
        <p:spPr>
          <a:xfrm>
            <a:off x="4792448" y="2499867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BAFB92EF-555D-423A-A1ED-2CDD52829A1E}"/>
              </a:ext>
            </a:extLst>
          </p:cNvPr>
          <p:cNvSpPr txBox="1"/>
          <p:nvPr/>
        </p:nvSpPr>
        <p:spPr>
          <a:xfrm>
            <a:off x="4788953" y="2734941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CE6BB519-6980-45C3-96B1-C1EFF0221FCB}"/>
              </a:ext>
            </a:extLst>
          </p:cNvPr>
          <p:cNvSpPr txBox="1"/>
          <p:nvPr/>
        </p:nvSpPr>
        <p:spPr>
          <a:xfrm>
            <a:off x="4783159" y="2993365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C00045C1-E500-427F-8EAF-0893423045EA}"/>
              </a:ext>
            </a:extLst>
          </p:cNvPr>
          <p:cNvSpPr txBox="1"/>
          <p:nvPr/>
        </p:nvSpPr>
        <p:spPr>
          <a:xfrm>
            <a:off x="4786755" y="3228439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6219FC7F-1E3E-453E-A2C4-F217CA6288D0}"/>
              </a:ext>
            </a:extLst>
          </p:cNvPr>
          <p:cNvSpPr txBox="1"/>
          <p:nvPr/>
        </p:nvSpPr>
        <p:spPr>
          <a:xfrm>
            <a:off x="4783523" y="3490631"/>
            <a:ext cx="695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FDDFD59F-1464-4681-89A8-0F2FC7DAD433}"/>
              </a:ext>
            </a:extLst>
          </p:cNvPr>
          <p:cNvSpPr txBox="1"/>
          <p:nvPr/>
        </p:nvSpPr>
        <p:spPr>
          <a:xfrm>
            <a:off x="4782853" y="3747355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33FCD72-F1E5-4649-8499-3B25340DF5DE}"/>
              </a:ext>
            </a:extLst>
          </p:cNvPr>
          <p:cNvSpPr txBox="1"/>
          <p:nvPr/>
        </p:nvSpPr>
        <p:spPr>
          <a:xfrm>
            <a:off x="4781731" y="3991630"/>
            <a:ext cx="662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5BEB97EF-465F-4102-92B9-5B7748843AEE}"/>
              </a:ext>
            </a:extLst>
          </p:cNvPr>
          <p:cNvSpPr txBox="1"/>
          <p:nvPr/>
        </p:nvSpPr>
        <p:spPr>
          <a:xfrm>
            <a:off x="4781062" y="4236909"/>
            <a:ext cx="517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6D63E3EC-18F5-4E98-984A-D4D9DBC42FBD}"/>
              </a:ext>
            </a:extLst>
          </p:cNvPr>
          <p:cNvSpPr txBox="1"/>
          <p:nvPr/>
        </p:nvSpPr>
        <p:spPr>
          <a:xfrm>
            <a:off x="4781919" y="4499542"/>
            <a:ext cx="592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</p:spTree>
    <p:extLst>
      <p:ext uri="{BB962C8B-B14F-4D97-AF65-F5344CB8AC3E}">
        <p14:creationId xmlns:p14="http://schemas.microsoft.com/office/powerpoint/2010/main" val="9111208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A2BC21C2-396B-469A-8E89-1E8FE81FD8D5}"/>
              </a:ext>
            </a:extLst>
          </p:cNvPr>
          <p:cNvSpPr/>
          <p:nvPr/>
        </p:nvSpPr>
        <p:spPr>
          <a:xfrm>
            <a:off x="1552483" y="214038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8502A0F-D1A1-4861-B4E3-3AA5502178DC}"/>
              </a:ext>
            </a:extLst>
          </p:cNvPr>
          <p:cNvSpPr/>
          <p:nvPr/>
        </p:nvSpPr>
        <p:spPr>
          <a:xfrm>
            <a:off x="2069973" y="214038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C40CCA5-F81F-4E9C-A3E5-76C45057A1A4}"/>
              </a:ext>
            </a:extLst>
          </p:cNvPr>
          <p:cNvSpPr/>
          <p:nvPr/>
        </p:nvSpPr>
        <p:spPr>
          <a:xfrm>
            <a:off x="2587463" y="214038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716A173-1935-4350-8AE7-35A6035B93E9}"/>
              </a:ext>
            </a:extLst>
          </p:cNvPr>
          <p:cNvSpPr/>
          <p:nvPr/>
        </p:nvSpPr>
        <p:spPr>
          <a:xfrm>
            <a:off x="1552483" y="239662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554D81-59ED-44B3-B85A-E93868536689}"/>
              </a:ext>
            </a:extLst>
          </p:cNvPr>
          <p:cNvSpPr/>
          <p:nvPr/>
        </p:nvSpPr>
        <p:spPr>
          <a:xfrm>
            <a:off x="2069973" y="239662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F22A1D8-ACED-48D4-BE08-A381F3B4BC97}"/>
              </a:ext>
            </a:extLst>
          </p:cNvPr>
          <p:cNvSpPr/>
          <p:nvPr/>
        </p:nvSpPr>
        <p:spPr>
          <a:xfrm>
            <a:off x="2587463" y="239662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C5ABA31-5CE7-46C8-AD81-9B5ABA8FA947}"/>
              </a:ext>
            </a:extLst>
          </p:cNvPr>
          <p:cNvSpPr/>
          <p:nvPr/>
        </p:nvSpPr>
        <p:spPr>
          <a:xfrm>
            <a:off x="1552483" y="265285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1E314-008D-46BC-B001-81950BC06A71}"/>
              </a:ext>
            </a:extLst>
          </p:cNvPr>
          <p:cNvSpPr/>
          <p:nvPr/>
        </p:nvSpPr>
        <p:spPr>
          <a:xfrm>
            <a:off x="2069973" y="2652853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13C4154-FA8E-478B-827B-04943B46C2C8}"/>
              </a:ext>
            </a:extLst>
          </p:cNvPr>
          <p:cNvSpPr/>
          <p:nvPr/>
        </p:nvSpPr>
        <p:spPr>
          <a:xfrm>
            <a:off x="2587463" y="265285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B66263C-59B1-48C3-B347-A6D60C9C975E}"/>
              </a:ext>
            </a:extLst>
          </p:cNvPr>
          <p:cNvSpPr/>
          <p:nvPr/>
        </p:nvSpPr>
        <p:spPr>
          <a:xfrm>
            <a:off x="1552483" y="290908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1364089-F16C-4130-AC4B-515D304CD13A}"/>
              </a:ext>
            </a:extLst>
          </p:cNvPr>
          <p:cNvSpPr/>
          <p:nvPr/>
        </p:nvSpPr>
        <p:spPr>
          <a:xfrm>
            <a:off x="2069973" y="290908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67F950A-8595-4665-8C8A-30891123F9CE}"/>
              </a:ext>
            </a:extLst>
          </p:cNvPr>
          <p:cNvSpPr/>
          <p:nvPr/>
        </p:nvSpPr>
        <p:spPr>
          <a:xfrm>
            <a:off x="2587463" y="290908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CE26B4D-3DAA-47F8-9430-FF5B355F0B3B}"/>
              </a:ext>
            </a:extLst>
          </p:cNvPr>
          <p:cNvSpPr/>
          <p:nvPr/>
        </p:nvSpPr>
        <p:spPr>
          <a:xfrm>
            <a:off x="1552483" y="316531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500198B-7682-4D64-8A0D-2235E8EED4DE}"/>
              </a:ext>
            </a:extLst>
          </p:cNvPr>
          <p:cNvSpPr/>
          <p:nvPr/>
        </p:nvSpPr>
        <p:spPr>
          <a:xfrm>
            <a:off x="2069973" y="316531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A933BFC-2440-45A1-A63F-71DB228529DA}"/>
              </a:ext>
            </a:extLst>
          </p:cNvPr>
          <p:cNvSpPr/>
          <p:nvPr/>
        </p:nvSpPr>
        <p:spPr>
          <a:xfrm>
            <a:off x="2587463" y="316531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3F46935-E71A-427E-A2AC-A38B27BEC938}"/>
              </a:ext>
            </a:extLst>
          </p:cNvPr>
          <p:cNvSpPr/>
          <p:nvPr/>
        </p:nvSpPr>
        <p:spPr>
          <a:xfrm>
            <a:off x="1552483" y="342155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D8F0C26-EF8B-4081-8226-AE2A984511DE}"/>
              </a:ext>
            </a:extLst>
          </p:cNvPr>
          <p:cNvSpPr/>
          <p:nvPr/>
        </p:nvSpPr>
        <p:spPr>
          <a:xfrm>
            <a:off x="2069973" y="342155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3C4D382-C28C-4F31-BAE6-1B6A7EC4B450}"/>
              </a:ext>
            </a:extLst>
          </p:cNvPr>
          <p:cNvSpPr/>
          <p:nvPr/>
        </p:nvSpPr>
        <p:spPr>
          <a:xfrm>
            <a:off x="2587463" y="342155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4AB4E84-CE61-44DF-A582-57E40310138C}"/>
              </a:ext>
            </a:extLst>
          </p:cNvPr>
          <p:cNvSpPr/>
          <p:nvPr/>
        </p:nvSpPr>
        <p:spPr>
          <a:xfrm>
            <a:off x="1552483" y="365935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946F8AF-D351-49AB-B0FA-BAF34398F966}"/>
              </a:ext>
            </a:extLst>
          </p:cNvPr>
          <p:cNvSpPr/>
          <p:nvPr/>
        </p:nvSpPr>
        <p:spPr>
          <a:xfrm>
            <a:off x="2069973" y="3659352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095E32B-1E6A-43D0-825E-01E1DD67837B}"/>
              </a:ext>
            </a:extLst>
          </p:cNvPr>
          <p:cNvSpPr/>
          <p:nvPr/>
        </p:nvSpPr>
        <p:spPr>
          <a:xfrm>
            <a:off x="2587463" y="365935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AE1A986-6FEA-4AE7-AE45-8B95C7BA8CC8}"/>
              </a:ext>
            </a:extLst>
          </p:cNvPr>
          <p:cNvSpPr/>
          <p:nvPr/>
        </p:nvSpPr>
        <p:spPr>
          <a:xfrm>
            <a:off x="1552483" y="391558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61DC382-A6CD-49CE-9FCF-CECB4A0C82C9}"/>
              </a:ext>
            </a:extLst>
          </p:cNvPr>
          <p:cNvSpPr/>
          <p:nvPr/>
        </p:nvSpPr>
        <p:spPr>
          <a:xfrm>
            <a:off x="2069973" y="391558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A3A3CC7-5CEB-4728-BBE2-792643806D80}"/>
              </a:ext>
            </a:extLst>
          </p:cNvPr>
          <p:cNvSpPr/>
          <p:nvPr/>
        </p:nvSpPr>
        <p:spPr>
          <a:xfrm>
            <a:off x="2587463" y="391558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4FFD7F-05C5-4349-8C64-174270E9824B}"/>
              </a:ext>
            </a:extLst>
          </p:cNvPr>
          <p:cNvSpPr/>
          <p:nvPr/>
        </p:nvSpPr>
        <p:spPr>
          <a:xfrm>
            <a:off x="1552483" y="417181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B3C658D-6A17-4B77-8CC7-4E04D9E41C1E}"/>
              </a:ext>
            </a:extLst>
          </p:cNvPr>
          <p:cNvSpPr/>
          <p:nvPr/>
        </p:nvSpPr>
        <p:spPr>
          <a:xfrm>
            <a:off x="2069973" y="417181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2C45AB6-C4C5-4248-B97D-076B9E24E292}"/>
              </a:ext>
            </a:extLst>
          </p:cNvPr>
          <p:cNvSpPr/>
          <p:nvPr/>
        </p:nvSpPr>
        <p:spPr>
          <a:xfrm>
            <a:off x="2587463" y="417181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AE541DE-9E48-4009-8559-8573ADA0AC4E}"/>
              </a:ext>
            </a:extLst>
          </p:cNvPr>
          <p:cNvSpPr/>
          <p:nvPr/>
        </p:nvSpPr>
        <p:spPr>
          <a:xfrm>
            <a:off x="1552483" y="442804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838CFAF-EA1F-4FF1-BFF4-69BCD0126A6D}"/>
              </a:ext>
            </a:extLst>
          </p:cNvPr>
          <p:cNvSpPr/>
          <p:nvPr/>
        </p:nvSpPr>
        <p:spPr>
          <a:xfrm>
            <a:off x="2069973" y="442804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7DF7116-28AD-4EF4-BD5C-DE6E26528EFD}"/>
              </a:ext>
            </a:extLst>
          </p:cNvPr>
          <p:cNvSpPr/>
          <p:nvPr/>
        </p:nvSpPr>
        <p:spPr>
          <a:xfrm>
            <a:off x="2587463" y="442804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D2AC1BF-C6F0-4855-A813-833030693AB9}"/>
              </a:ext>
            </a:extLst>
          </p:cNvPr>
          <p:cNvSpPr txBox="1"/>
          <p:nvPr/>
        </p:nvSpPr>
        <p:spPr>
          <a:xfrm>
            <a:off x="8089871" y="1842622"/>
            <a:ext cx="2459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1:  pa=4,pv=3,e=1</a:t>
            </a:r>
          </a:p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2:  </a:t>
            </a:r>
            <a:r>
              <a:rPr lang="en-IN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=3,pa=5,e=1</a:t>
            </a:r>
          </a:p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3: </a:t>
            </a:r>
            <a:r>
              <a:rPr lang="en-IN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pv</a:t>
            </a:r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=3, pa=5, e=2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2423219-16AE-4A79-AB46-6CB7A8F763F7}"/>
              </a:ext>
            </a:extLst>
          </p:cNvPr>
          <p:cNvCxnSpPr>
            <a:cxnSpLocks/>
          </p:cNvCxnSpPr>
          <p:nvPr/>
        </p:nvCxnSpPr>
        <p:spPr>
          <a:xfrm>
            <a:off x="1552483" y="2001992"/>
            <a:ext cx="0" cy="283527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21B73B4-1A57-456C-836F-8060625DD514}"/>
              </a:ext>
            </a:extLst>
          </p:cNvPr>
          <p:cNvCxnSpPr>
            <a:cxnSpLocks/>
          </p:cNvCxnSpPr>
          <p:nvPr/>
        </p:nvCxnSpPr>
        <p:spPr>
          <a:xfrm>
            <a:off x="3106761" y="1991024"/>
            <a:ext cx="0" cy="284624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C616F0-7334-4928-A76E-4EEFFDF8FD26}"/>
              </a:ext>
            </a:extLst>
          </p:cNvPr>
          <p:cNvCxnSpPr>
            <a:cxnSpLocks/>
          </p:cNvCxnSpPr>
          <p:nvPr/>
        </p:nvCxnSpPr>
        <p:spPr>
          <a:xfrm>
            <a:off x="1552483" y="219760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17B0DA-EDF5-47A3-8F93-3EE1E622857F}"/>
              </a:ext>
            </a:extLst>
          </p:cNvPr>
          <p:cNvCxnSpPr>
            <a:cxnSpLocks/>
          </p:cNvCxnSpPr>
          <p:nvPr/>
        </p:nvCxnSpPr>
        <p:spPr>
          <a:xfrm>
            <a:off x="1593933" y="367778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9244F6D-0AA1-4693-A39A-A104AAB7C906}"/>
              </a:ext>
            </a:extLst>
          </p:cNvPr>
          <p:cNvCxnSpPr>
            <a:cxnSpLocks/>
          </p:cNvCxnSpPr>
          <p:nvPr/>
        </p:nvCxnSpPr>
        <p:spPr>
          <a:xfrm>
            <a:off x="2587892" y="320175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F57BF56-FD9D-4FA7-8995-230CBBA0CC40}"/>
              </a:ext>
            </a:extLst>
          </p:cNvPr>
          <p:cNvCxnSpPr>
            <a:cxnSpLocks/>
          </p:cNvCxnSpPr>
          <p:nvPr/>
        </p:nvCxnSpPr>
        <p:spPr>
          <a:xfrm>
            <a:off x="1593933" y="266580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96BAB9F-2C06-4CF1-A228-781DD55F4461}"/>
              </a:ext>
            </a:extLst>
          </p:cNvPr>
          <p:cNvCxnSpPr>
            <a:cxnSpLocks/>
          </p:cNvCxnSpPr>
          <p:nvPr/>
        </p:nvCxnSpPr>
        <p:spPr>
          <a:xfrm>
            <a:off x="2587463" y="217682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DBDFC37-51D9-4901-A630-B161F8785FB7}"/>
              </a:ext>
            </a:extLst>
          </p:cNvPr>
          <p:cNvCxnSpPr>
            <a:cxnSpLocks/>
          </p:cNvCxnSpPr>
          <p:nvPr/>
        </p:nvCxnSpPr>
        <p:spPr>
          <a:xfrm>
            <a:off x="1552066" y="271007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ED40954-D21F-4647-AF21-2C6149FE0B08}"/>
              </a:ext>
            </a:extLst>
          </p:cNvPr>
          <p:cNvCxnSpPr>
            <a:cxnSpLocks/>
          </p:cNvCxnSpPr>
          <p:nvPr/>
        </p:nvCxnSpPr>
        <p:spPr>
          <a:xfrm>
            <a:off x="1552066" y="245384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F651F25-A42D-4636-8D4B-3D9DE6D6002C}"/>
              </a:ext>
            </a:extLst>
          </p:cNvPr>
          <p:cNvGrpSpPr/>
          <p:nvPr/>
        </p:nvGrpSpPr>
        <p:grpSpPr>
          <a:xfrm>
            <a:off x="1378917" y="1221383"/>
            <a:ext cx="5446425" cy="605574"/>
            <a:chOff x="1171881" y="1313109"/>
            <a:chExt cx="5446425" cy="6055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E93883-A6FF-4A96-A3CE-B97D6AD71BCF}"/>
                </a:ext>
              </a:extLst>
            </p:cNvPr>
            <p:cNvSpPr/>
            <p:nvPr/>
          </p:nvSpPr>
          <p:spPr>
            <a:xfrm>
              <a:off x="1171881" y="1355868"/>
              <a:ext cx="5317310" cy="5579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B2F0B1-04D4-49D5-99BE-53EE169ABA9F}"/>
                </a:ext>
              </a:extLst>
            </p:cNvPr>
            <p:cNvSpPr/>
            <p:nvPr/>
          </p:nvSpPr>
          <p:spPr>
            <a:xfrm>
              <a:off x="1266356" y="1538327"/>
              <a:ext cx="467139" cy="2385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11CC63-D4BF-4499-B89A-10E498518AB2}"/>
                </a:ext>
              </a:extLst>
            </p:cNvPr>
            <p:cNvSpPr/>
            <p:nvPr/>
          </p:nvSpPr>
          <p:spPr>
            <a:xfrm>
              <a:off x="2860276" y="1532196"/>
              <a:ext cx="467139" cy="2385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9F78FD-E7DA-4C80-81E0-E19776DCE2CE}"/>
                </a:ext>
              </a:extLst>
            </p:cNvPr>
            <p:cNvSpPr txBox="1"/>
            <p:nvPr/>
          </p:nvSpPr>
          <p:spPr>
            <a:xfrm>
              <a:off x="1519899" y="1333908"/>
              <a:ext cx="1514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Victim task execution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62A1B0-C132-4492-93B5-8754E95C9977}"/>
                </a:ext>
              </a:extLst>
            </p:cNvPr>
            <p:cNvSpPr txBox="1"/>
            <p:nvPr/>
          </p:nvSpPr>
          <p:spPr>
            <a:xfrm>
              <a:off x="3216556" y="1313109"/>
              <a:ext cx="1514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execution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4A57EF-4585-4822-9497-0E1B3B0D20A6}"/>
                </a:ext>
              </a:extLst>
            </p:cNvPr>
            <p:cNvGrpSpPr/>
            <p:nvPr/>
          </p:nvGrpSpPr>
          <p:grpSpPr>
            <a:xfrm>
              <a:off x="4679643" y="1531306"/>
              <a:ext cx="467139" cy="238539"/>
              <a:chOff x="4665239" y="747108"/>
              <a:chExt cx="467139" cy="238539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3B9B0CD-89D0-4E42-8F1B-57EC7E3C91F1}"/>
                  </a:ext>
                </a:extLst>
              </p:cNvPr>
              <p:cNvSpPr/>
              <p:nvPr/>
            </p:nvSpPr>
            <p:spPr>
              <a:xfrm>
                <a:off x="4665239" y="747108"/>
                <a:ext cx="467139" cy="238539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E7A8E18-57DC-4F56-ADD1-84DA4E5B80C2}"/>
                  </a:ext>
                </a:extLst>
              </p:cNvPr>
              <p:cNvSpPr/>
              <p:nvPr/>
            </p:nvSpPr>
            <p:spPr>
              <a:xfrm>
                <a:off x="4715479" y="809927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3D9245-0EB6-45AF-BF0C-716DBBFD852E}"/>
                </a:ext>
              </a:extLst>
            </p:cNvPr>
            <p:cNvSpPr txBox="1"/>
            <p:nvPr/>
          </p:nvSpPr>
          <p:spPr>
            <a:xfrm>
              <a:off x="5103563" y="1318001"/>
              <a:ext cx="1514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pre-empted</a:t>
              </a:r>
            </a:p>
          </p:txBody>
        </p:sp>
      </p:grp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FC2BDEF9-2EB6-4A3F-A286-29032BC13E4F}"/>
              </a:ext>
            </a:extLst>
          </p:cNvPr>
          <p:cNvCxnSpPr>
            <a:cxnSpLocks/>
          </p:cNvCxnSpPr>
          <p:nvPr/>
        </p:nvCxnSpPr>
        <p:spPr>
          <a:xfrm>
            <a:off x="1563721" y="396496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0766FA9A-4CB9-4AF3-B099-59B756A79242}"/>
              </a:ext>
            </a:extLst>
          </p:cNvPr>
          <p:cNvCxnSpPr>
            <a:cxnSpLocks/>
          </p:cNvCxnSpPr>
          <p:nvPr/>
        </p:nvCxnSpPr>
        <p:spPr>
          <a:xfrm>
            <a:off x="1558843" y="324602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A10EC71B-1775-40BF-8607-B8ECB5F1975E}"/>
              </a:ext>
            </a:extLst>
          </p:cNvPr>
          <p:cNvCxnSpPr>
            <a:cxnSpLocks/>
          </p:cNvCxnSpPr>
          <p:nvPr/>
        </p:nvCxnSpPr>
        <p:spPr>
          <a:xfrm>
            <a:off x="1556377" y="296630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AEE684F1-B127-4546-A7DD-290A53800DAA}"/>
              </a:ext>
            </a:extLst>
          </p:cNvPr>
          <p:cNvCxnSpPr>
            <a:cxnSpLocks/>
          </p:cNvCxnSpPr>
          <p:nvPr/>
        </p:nvCxnSpPr>
        <p:spPr>
          <a:xfrm>
            <a:off x="1563721" y="347877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96616A25-3071-40DB-BBF8-F6263805E253}"/>
              </a:ext>
            </a:extLst>
          </p:cNvPr>
          <p:cNvCxnSpPr>
            <a:cxnSpLocks/>
          </p:cNvCxnSpPr>
          <p:nvPr/>
        </p:nvCxnSpPr>
        <p:spPr>
          <a:xfrm>
            <a:off x="1563721" y="371657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5792548-C5A5-4DC0-87E1-25816DDD0009}"/>
              </a:ext>
            </a:extLst>
          </p:cNvPr>
          <p:cNvCxnSpPr>
            <a:cxnSpLocks/>
          </p:cNvCxnSpPr>
          <p:nvPr/>
        </p:nvCxnSpPr>
        <p:spPr>
          <a:xfrm>
            <a:off x="1566021" y="422903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7BDF458A-E12E-462A-9F68-434DB34E74F3}"/>
              </a:ext>
            </a:extLst>
          </p:cNvPr>
          <p:cNvCxnSpPr>
            <a:cxnSpLocks/>
          </p:cNvCxnSpPr>
          <p:nvPr/>
        </p:nvCxnSpPr>
        <p:spPr>
          <a:xfrm>
            <a:off x="2078234" y="294551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460FD97C-6540-486C-88C7-3C7B1AE47C0D}"/>
              </a:ext>
            </a:extLst>
          </p:cNvPr>
          <p:cNvSpPr txBox="1"/>
          <p:nvPr/>
        </p:nvSpPr>
        <p:spPr>
          <a:xfrm>
            <a:off x="1111322" y="2203437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72BC147-A921-4567-8987-7F525B8F910A}"/>
              </a:ext>
            </a:extLst>
          </p:cNvPr>
          <p:cNvSpPr txBox="1"/>
          <p:nvPr/>
        </p:nvSpPr>
        <p:spPr>
          <a:xfrm>
            <a:off x="1098214" y="2451697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96BF4C5-6B9B-4559-B7E1-5EBC487CA57F}"/>
              </a:ext>
            </a:extLst>
          </p:cNvPr>
          <p:cNvSpPr txBox="1"/>
          <p:nvPr/>
        </p:nvSpPr>
        <p:spPr>
          <a:xfrm>
            <a:off x="1098213" y="2713674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CB5B54D-99BA-46F1-9238-E23800B10729}"/>
              </a:ext>
            </a:extLst>
          </p:cNvPr>
          <p:cNvSpPr txBox="1"/>
          <p:nvPr/>
        </p:nvSpPr>
        <p:spPr>
          <a:xfrm>
            <a:off x="1036192" y="2946154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119776BC-C104-4F0E-A61E-7C4D849A4F7C}"/>
              </a:ext>
            </a:extLst>
          </p:cNvPr>
          <p:cNvSpPr txBox="1"/>
          <p:nvPr/>
        </p:nvSpPr>
        <p:spPr>
          <a:xfrm>
            <a:off x="1044622" y="3207298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06B0ED7-1091-4DB6-852E-A76BEACAD621}"/>
              </a:ext>
            </a:extLst>
          </p:cNvPr>
          <p:cNvSpPr txBox="1"/>
          <p:nvPr/>
        </p:nvSpPr>
        <p:spPr>
          <a:xfrm>
            <a:off x="1037633" y="3499419"/>
            <a:ext cx="695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A0972E0-3C7E-46C0-868E-A01F120123DE}"/>
              </a:ext>
            </a:extLst>
          </p:cNvPr>
          <p:cNvSpPr txBox="1"/>
          <p:nvPr/>
        </p:nvSpPr>
        <p:spPr>
          <a:xfrm>
            <a:off x="1036192" y="3733916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C0B5545-E302-455E-9A44-CD3FAB179438}"/>
              </a:ext>
            </a:extLst>
          </p:cNvPr>
          <p:cNvSpPr txBox="1"/>
          <p:nvPr/>
        </p:nvSpPr>
        <p:spPr>
          <a:xfrm>
            <a:off x="1036192" y="3973173"/>
            <a:ext cx="662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1D47629-5809-40AE-9E93-074AAAE6D7E1}"/>
              </a:ext>
            </a:extLst>
          </p:cNvPr>
          <p:cNvSpPr txBox="1"/>
          <p:nvPr/>
        </p:nvSpPr>
        <p:spPr>
          <a:xfrm>
            <a:off x="1041936" y="4249355"/>
            <a:ext cx="517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911F690-B088-4806-94D9-A799C482ABDE}"/>
              </a:ext>
            </a:extLst>
          </p:cNvPr>
          <p:cNvSpPr txBox="1"/>
          <p:nvPr/>
        </p:nvSpPr>
        <p:spPr>
          <a:xfrm>
            <a:off x="1049377" y="4487167"/>
            <a:ext cx="592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1BF3CE7B-0C57-4B8D-ACB3-CB02A60C54DF}"/>
              </a:ext>
            </a:extLst>
          </p:cNvPr>
          <p:cNvSpPr/>
          <p:nvPr/>
        </p:nvSpPr>
        <p:spPr>
          <a:xfrm>
            <a:off x="3276414" y="214580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8A21F221-279D-4251-A284-317E0E1C3CD9}"/>
              </a:ext>
            </a:extLst>
          </p:cNvPr>
          <p:cNvSpPr/>
          <p:nvPr/>
        </p:nvSpPr>
        <p:spPr>
          <a:xfrm>
            <a:off x="3793904" y="214580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174DF514-1479-4988-93EF-015A82A21BE1}"/>
              </a:ext>
            </a:extLst>
          </p:cNvPr>
          <p:cNvSpPr/>
          <p:nvPr/>
        </p:nvSpPr>
        <p:spPr>
          <a:xfrm>
            <a:off x="4311394" y="214580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4755541D-0BFC-4F68-A8B3-49485876CF9B}"/>
              </a:ext>
            </a:extLst>
          </p:cNvPr>
          <p:cNvSpPr/>
          <p:nvPr/>
        </p:nvSpPr>
        <p:spPr>
          <a:xfrm>
            <a:off x="3276414" y="240203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E9DD6754-A135-4DFA-907F-2B3902288A8E}"/>
              </a:ext>
            </a:extLst>
          </p:cNvPr>
          <p:cNvSpPr/>
          <p:nvPr/>
        </p:nvSpPr>
        <p:spPr>
          <a:xfrm>
            <a:off x="3793904" y="2402039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354A71A2-AD1B-4588-8417-37B4BD368C43}"/>
              </a:ext>
            </a:extLst>
          </p:cNvPr>
          <p:cNvSpPr/>
          <p:nvPr/>
        </p:nvSpPr>
        <p:spPr>
          <a:xfrm>
            <a:off x="4311394" y="240203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CDA1787-0757-48E0-AD8B-4A357B2B4021}"/>
              </a:ext>
            </a:extLst>
          </p:cNvPr>
          <p:cNvSpPr/>
          <p:nvPr/>
        </p:nvSpPr>
        <p:spPr>
          <a:xfrm>
            <a:off x="3276414" y="265827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24601603-C71C-41B3-899D-CCEF38FC4AD6}"/>
              </a:ext>
            </a:extLst>
          </p:cNvPr>
          <p:cNvSpPr/>
          <p:nvPr/>
        </p:nvSpPr>
        <p:spPr>
          <a:xfrm>
            <a:off x="3793904" y="265827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7C3350A-9CBE-48CA-B093-6AA9AA624143}"/>
              </a:ext>
            </a:extLst>
          </p:cNvPr>
          <p:cNvSpPr/>
          <p:nvPr/>
        </p:nvSpPr>
        <p:spPr>
          <a:xfrm>
            <a:off x="4311394" y="265827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6D24B74-54C6-4760-A29C-A76D2D22006D}"/>
              </a:ext>
            </a:extLst>
          </p:cNvPr>
          <p:cNvSpPr/>
          <p:nvPr/>
        </p:nvSpPr>
        <p:spPr>
          <a:xfrm>
            <a:off x="3276414" y="289608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5775D3F-63FA-4D9C-BCC0-69C067D3E748}"/>
              </a:ext>
            </a:extLst>
          </p:cNvPr>
          <p:cNvSpPr/>
          <p:nvPr/>
        </p:nvSpPr>
        <p:spPr>
          <a:xfrm>
            <a:off x="3793904" y="289608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B86BBA29-BCBE-432C-B0BB-BE6A43457AE7}"/>
              </a:ext>
            </a:extLst>
          </p:cNvPr>
          <p:cNvSpPr/>
          <p:nvPr/>
        </p:nvSpPr>
        <p:spPr>
          <a:xfrm>
            <a:off x="4311394" y="289608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37F4A3FC-547C-46ED-8BF9-2F9AEFEA4394}"/>
              </a:ext>
            </a:extLst>
          </p:cNvPr>
          <p:cNvSpPr/>
          <p:nvPr/>
        </p:nvSpPr>
        <p:spPr>
          <a:xfrm>
            <a:off x="3276414" y="315231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4901814-87B2-401C-8318-6DDE50BD392D}"/>
              </a:ext>
            </a:extLst>
          </p:cNvPr>
          <p:cNvSpPr/>
          <p:nvPr/>
        </p:nvSpPr>
        <p:spPr>
          <a:xfrm>
            <a:off x="3793904" y="3152316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4246C37B-ACCB-49EB-8FAA-678375BB19AD}"/>
              </a:ext>
            </a:extLst>
          </p:cNvPr>
          <p:cNvSpPr/>
          <p:nvPr/>
        </p:nvSpPr>
        <p:spPr>
          <a:xfrm>
            <a:off x="4311394" y="315231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D16C13C8-E266-4CD7-83A3-6D48D12A7CD6}"/>
              </a:ext>
            </a:extLst>
          </p:cNvPr>
          <p:cNvSpPr/>
          <p:nvPr/>
        </p:nvSpPr>
        <p:spPr>
          <a:xfrm>
            <a:off x="3276414" y="340809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F3A954-D5EE-4334-93F6-F5CBAAE735D8}"/>
              </a:ext>
            </a:extLst>
          </p:cNvPr>
          <p:cNvSpPr/>
          <p:nvPr/>
        </p:nvSpPr>
        <p:spPr>
          <a:xfrm>
            <a:off x="3793904" y="340809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E14E989C-8AC8-483A-8441-2C7F785028F4}"/>
              </a:ext>
            </a:extLst>
          </p:cNvPr>
          <p:cNvSpPr/>
          <p:nvPr/>
        </p:nvSpPr>
        <p:spPr>
          <a:xfrm>
            <a:off x="4311394" y="340809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E2DB3D77-AC35-4623-BC98-1B194BF08443}"/>
              </a:ext>
            </a:extLst>
          </p:cNvPr>
          <p:cNvSpPr/>
          <p:nvPr/>
        </p:nvSpPr>
        <p:spPr>
          <a:xfrm>
            <a:off x="3276414" y="366433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9FDFA23F-1082-413A-97CA-31D647A19979}"/>
              </a:ext>
            </a:extLst>
          </p:cNvPr>
          <p:cNvSpPr/>
          <p:nvPr/>
        </p:nvSpPr>
        <p:spPr>
          <a:xfrm>
            <a:off x="3793904" y="36643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894DC5D8-9615-477F-A1CA-E39A16D781EC}"/>
              </a:ext>
            </a:extLst>
          </p:cNvPr>
          <p:cNvSpPr/>
          <p:nvPr/>
        </p:nvSpPr>
        <p:spPr>
          <a:xfrm>
            <a:off x="4311394" y="366433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CF512D92-7545-4951-948C-DA6A254DFF7B}"/>
              </a:ext>
            </a:extLst>
          </p:cNvPr>
          <p:cNvSpPr/>
          <p:nvPr/>
        </p:nvSpPr>
        <p:spPr>
          <a:xfrm>
            <a:off x="3276414" y="392056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E269D926-A9D5-4386-9CA9-14CEB9BDFFB2}"/>
              </a:ext>
            </a:extLst>
          </p:cNvPr>
          <p:cNvSpPr/>
          <p:nvPr/>
        </p:nvSpPr>
        <p:spPr>
          <a:xfrm>
            <a:off x="3793904" y="392056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5B9FC6FA-F7FD-483F-BA2F-D1311FCE8FBF}"/>
              </a:ext>
            </a:extLst>
          </p:cNvPr>
          <p:cNvSpPr/>
          <p:nvPr/>
        </p:nvSpPr>
        <p:spPr>
          <a:xfrm>
            <a:off x="4311394" y="392056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268FDFB-D54D-4C0A-A6FE-AC7831201A96}"/>
              </a:ext>
            </a:extLst>
          </p:cNvPr>
          <p:cNvSpPr/>
          <p:nvPr/>
        </p:nvSpPr>
        <p:spPr>
          <a:xfrm>
            <a:off x="3276414" y="415837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84E6742A-5C2C-4DCC-9E93-D3C0405874E6}"/>
              </a:ext>
            </a:extLst>
          </p:cNvPr>
          <p:cNvSpPr/>
          <p:nvPr/>
        </p:nvSpPr>
        <p:spPr>
          <a:xfrm>
            <a:off x="3793904" y="415837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BCE09230-8458-4798-928E-2748DB80D654}"/>
              </a:ext>
            </a:extLst>
          </p:cNvPr>
          <p:cNvSpPr/>
          <p:nvPr/>
        </p:nvSpPr>
        <p:spPr>
          <a:xfrm>
            <a:off x="4311394" y="415837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2A13FDA7-A600-4B91-A6F6-6581F1A8474A}"/>
              </a:ext>
            </a:extLst>
          </p:cNvPr>
          <p:cNvSpPr/>
          <p:nvPr/>
        </p:nvSpPr>
        <p:spPr>
          <a:xfrm>
            <a:off x="3276414" y="441460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CD66F743-2867-4BE4-B2A7-7DDC6A6E6B6F}"/>
              </a:ext>
            </a:extLst>
          </p:cNvPr>
          <p:cNvSpPr/>
          <p:nvPr/>
        </p:nvSpPr>
        <p:spPr>
          <a:xfrm>
            <a:off x="3793904" y="441460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771929C4-4A85-4901-9A5D-359F41AD37CC}"/>
              </a:ext>
            </a:extLst>
          </p:cNvPr>
          <p:cNvSpPr/>
          <p:nvPr/>
        </p:nvSpPr>
        <p:spPr>
          <a:xfrm>
            <a:off x="4311394" y="441460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090C0E5C-5101-40B9-A44E-D2CFF0590D4A}"/>
              </a:ext>
            </a:extLst>
          </p:cNvPr>
          <p:cNvCxnSpPr>
            <a:cxnSpLocks/>
          </p:cNvCxnSpPr>
          <p:nvPr/>
        </p:nvCxnSpPr>
        <p:spPr>
          <a:xfrm>
            <a:off x="4828884" y="1991024"/>
            <a:ext cx="0" cy="2847250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87983421-8149-4F2F-A6E1-5A2659892DE9}"/>
              </a:ext>
            </a:extLst>
          </p:cNvPr>
          <p:cNvSpPr/>
          <p:nvPr/>
        </p:nvSpPr>
        <p:spPr>
          <a:xfrm>
            <a:off x="2113645" y="2710073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6526FF47-FDD2-47E9-93B7-C95C36CD5E15}"/>
              </a:ext>
            </a:extLst>
          </p:cNvPr>
          <p:cNvCxnSpPr>
            <a:cxnSpLocks/>
          </p:cNvCxnSpPr>
          <p:nvPr/>
        </p:nvCxnSpPr>
        <p:spPr>
          <a:xfrm>
            <a:off x="3800633" y="267319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Oval 378">
            <a:extLst>
              <a:ext uri="{FF2B5EF4-FFF2-40B4-BE49-F238E27FC236}">
                <a16:creationId xmlns:a16="http://schemas.microsoft.com/office/drawing/2014/main" id="{CDA33416-18DE-4166-A633-4373B1AD7B31}"/>
              </a:ext>
            </a:extLst>
          </p:cNvPr>
          <p:cNvSpPr/>
          <p:nvPr/>
        </p:nvSpPr>
        <p:spPr>
          <a:xfrm>
            <a:off x="2139273" y="3708685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7A8BDE15-1485-4585-890D-1C7E568E3A1E}"/>
              </a:ext>
            </a:extLst>
          </p:cNvPr>
          <p:cNvCxnSpPr>
            <a:cxnSpLocks/>
          </p:cNvCxnSpPr>
          <p:nvPr/>
        </p:nvCxnSpPr>
        <p:spPr>
          <a:xfrm>
            <a:off x="3276414" y="1991024"/>
            <a:ext cx="0" cy="284624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F4CA5D45-BBF6-4CBE-9531-BC290B4590F2}"/>
              </a:ext>
            </a:extLst>
          </p:cNvPr>
          <p:cNvCxnSpPr>
            <a:cxnSpLocks/>
          </p:cNvCxnSpPr>
          <p:nvPr/>
        </p:nvCxnSpPr>
        <p:spPr>
          <a:xfrm>
            <a:off x="3314415" y="317066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0938DBE3-1EEB-4029-9EFA-D4A4ED49E2EB}"/>
              </a:ext>
            </a:extLst>
          </p:cNvPr>
          <p:cNvCxnSpPr>
            <a:cxnSpLocks/>
          </p:cNvCxnSpPr>
          <p:nvPr/>
        </p:nvCxnSpPr>
        <p:spPr>
          <a:xfrm>
            <a:off x="4311394" y="342104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4C177885-03AB-4570-B5CC-24604730C3E3}"/>
              </a:ext>
            </a:extLst>
          </p:cNvPr>
          <p:cNvCxnSpPr>
            <a:cxnSpLocks/>
          </p:cNvCxnSpPr>
          <p:nvPr/>
        </p:nvCxnSpPr>
        <p:spPr>
          <a:xfrm>
            <a:off x="3800633" y="3945276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DBAAC608-5687-4E0D-86CA-4370F3EE37B3}"/>
              </a:ext>
            </a:extLst>
          </p:cNvPr>
          <p:cNvCxnSpPr>
            <a:cxnSpLocks/>
          </p:cNvCxnSpPr>
          <p:nvPr/>
        </p:nvCxnSpPr>
        <p:spPr>
          <a:xfrm>
            <a:off x="4311394" y="214580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1919D9D3-A28F-4379-ACDC-3924340EE36C}"/>
              </a:ext>
            </a:extLst>
          </p:cNvPr>
          <p:cNvCxnSpPr>
            <a:cxnSpLocks/>
          </p:cNvCxnSpPr>
          <p:nvPr/>
        </p:nvCxnSpPr>
        <p:spPr>
          <a:xfrm>
            <a:off x="3275417" y="220302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892ABCDE-391A-4CF6-8435-E59133B51680}"/>
              </a:ext>
            </a:extLst>
          </p:cNvPr>
          <p:cNvCxnSpPr>
            <a:cxnSpLocks/>
          </p:cNvCxnSpPr>
          <p:nvPr/>
        </p:nvCxnSpPr>
        <p:spPr>
          <a:xfrm>
            <a:off x="3275417" y="247418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9AFBAB0B-C4EB-4E25-810A-49A192CD8D66}"/>
              </a:ext>
            </a:extLst>
          </p:cNvPr>
          <p:cNvCxnSpPr>
            <a:cxnSpLocks/>
          </p:cNvCxnSpPr>
          <p:nvPr/>
        </p:nvCxnSpPr>
        <p:spPr>
          <a:xfrm>
            <a:off x="3275417" y="268215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48EA5FCA-A704-495D-9E77-703B0490C42C}"/>
              </a:ext>
            </a:extLst>
          </p:cNvPr>
          <p:cNvCxnSpPr>
            <a:cxnSpLocks/>
          </p:cNvCxnSpPr>
          <p:nvPr/>
        </p:nvCxnSpPr>
        <p:spPr>
          <a:xfrm>
            <a:off x="3275417" y="295330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DE201E69-3D6C-4071-92C3-CF5A0C357451}"/>
              </a:ext>
            </a:extLst>
          </p:cNvPr>
          <p:cNvCxnSpPr>
            <a:cxnSpLocks/>
          </p:cNvCxnSpPr>
          <p:nvPr/>
        </p:nvCxnSpPr>
        <p:spPr>
          <a:xfrm>
            <a:off x="3275417" y="319499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7E01B459-ACE5-485A-8EFE-85D3A1FA8DF9}"/>
              </a:ext>
            </a:extLst>
          </p:cNvPr>
          <p:cNvCxnSpPr>
            <a:cxnSpLocks/>
          </p:cNvCxnSpPr>
          <p:nvPr/>
        </p:nvCxnSpPr>
        <p:spPr>
          <a:xfrm>
            <a:off x="3275417" y="346615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286D4FF9-60EB-4AA4-B0D1-F0FD515F9BE7}"/>
              </a:ext>
            </a:extLst>
          </p:cNvPr>
          <p:cNvCxnSpPr>
            <a:cxnSpLocks/>
          </p:cNvCxnSpPr>
          <p:nvPr/>
        </p:nvCxnSpPr>
        <p:spPr>
          <a:xfrm>
            <a:off x="3275417" y="367412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AB6DB914-EA77-48E0-9671-DE66FD389E8E}"/>
              </a:ext>
            </a:extLst>
          </p:cNvPr>
          <p:cNvCxnSpPr>
            <a:cxnSpLocks/>
          </p:cNvCxnSpPr>
          <p:nvPr/>
        </p:nvCxnSpPr>
        <p:spPr>
          <a:xfrm>
            <a:off x="3275417" y="394527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Oval 396">
            <a:extLst>
              <a:ext uri="{FF2B5EF4-FFF2-40B4-BE49-F238E27FC236}">
                <a16:creationId xmlns:a16="http://schemas.microsoft.com/office/drawing/2014/main" id="{D42AC3AD-3AE9-4C7A-B8E9-779BF7480407}"/>
              </a:ext>
            </a:extLst>
          </p:cNvPr>
          <p:cNvSpPr/>
          <p:nvPr/>
        </p:nvSpPr>
        <p:spPr>
          <a:xfrm>
            <a:off x="3855903" y="2446164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2D6B8A63-1968-4262-90B3-28C28332F1BA}"/>
              </a:ext>
            </a:extLst>
          </p:cNvPr>
          <p:cNvSpPr/>
          <p:nvPr/>
        </p:nvSpPr>
        <p:spPr>
          <a:xfrm>
            <a:off x="3846394" y="3187646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38415C67-8992-473C-8F82-243EB2089532}"/>
              </a:ext>
            </a:extLst>
          </p:cNvPr>
          <p:cNvCxnSpPr>
            <a:cxnSpLocks/>
          </p:cNvCxnSpPr>
          <p:nvPr/>
        </p:nvCxnSpPr>
        <p:spPr>
          <a:xfrm>
            <a:off x="8256393" y="473775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Oval 443">
            <a:extLst>
              <a:ext uri="{FF2B5EF4-FFF2-40B4-BE49-F238E27FC236}">
                <a16:creationId xmlns:a16="http://schemas.microsoft.com/office/drawing/2014/main" id="{06A3D174-6414-449E-AAC2-8AA2A4231079}"/>
              </a:ext>
            </a:extLst>
          </p:cNvPr>
          <p:cNvSpPr/>
          <p:nvPr/>
        </p:nvSpPr>
        <p:spPr>
          <a:xfrm>
            <a:off x="9319545" y="3603466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B0F3DCA-6AC1-4563-BFFD-ED111E27BB73}"/>
              </a:ext>
            </a:extLst>
          </p:cNvPr>
          <p:cNvCxnSpPr>
            <a:cxnSpLocks/>
          </p:cNvCxnSpPr>
          <p:nvPr/>
        </p:nvCxnSpPr>
        <p:spPr>
          <a:xfrm>
            <a:off x="9067472" y="459398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Arrow Connector 445">
            <a:extLst>
              <a:ext uri="{FF2B5EF4-FFF2-40B4-BE49-F238E27FC236}">
                <a16:creationId xmlns:a16="http://schemas.microsoft.com/office/drawing/2014/main" id="{E465F9AB-4901-4A53-AA49-D2995E7A3B1F}"/>
              </a:ext>
            </a:extLst>
          </p:cNvPr>
          <p:cNvCxnSpPr>
            <a:cxnSpLocks/>
          </p:cNvCxnSpPr>
          <p:nvPr/>
        </p:nvCxnSpPr>
        <p:spPr>
          <a:xfrm>
            <a:off x="8654608" y="428608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CA669349-4B2D-40E4-AB4C-7416AF58AD7D}"/>
              </a:ext>
            </a:extLst>
          </p:cNvPr>
          <p:cNvCxnSpPr>
            <a:cxnSpLocks/>
          </p:cNvCxnSpPr>
          <p:nvPr/>
        </p:nvCxnSpPr>
        <p:spPr>
          <a:xfrm>
            <a:off x="8720525" y="452095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8EBBDEBA-2609-473D-B601-6D5AEBD4714C}"/>
              </a:ext>
            </a:extLst>
          </p:cNvPr>
          <p:cNvCxnSpPr>
            <a:cxnSpLocks/>
          </p:cNvCxnSpPr>
          <p:nvPr/>
        </p:nvCxnSpPr>
        <p:spPr>
          <a:xfrm>
            <a:off x="8490375" y="400551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2683D1EB-8C58-43F0-9F0A-F5A0DD14E35A}"/>
              </a:ext>
            </a:extLst>
          </p:cNvPr>
          <p:cNvCxnSpPr>
            <a:cxnSpLocks/>
          </p:cNvCxnSpPr>
          <p:nvPr/>
        </p:nvCxnSpPr>
        <p:spPr>
          <a:xfrm>
            <a:off x="8382352" y="395956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C1870D48-2CA5-4435-B7DA-81A1C9E2A398}"/>
              </a:ext>
            </a:extLst>
          </p:cNvPr>
          <p:cNvCxnSpPr>
            <a:cxnSpLocks/>
          </p:cNvCxnSpPr>
          <p:nvPr/>
        </p:nvCxnSpPr>
        <p:spPr>
          <a:xfrm>
            <a:off x="8890581" y="396777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84BCB8F9-1297-4AA8-AABB-0A8C1DCF1A30}"/>
              </a:ext>
            </a:extLst>
          </p:cNvPr>
          <p:cNvCxnSpPr>
            <a:cxnSpLocks/>
          </p:cNvCxnSpPr>
          <p:nvPr/>
        </p:nvCxnSpPr>
        <p:spPr>
          <a:xfrm>
            <a:off x="8221461" y="257540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Rectangle 399">
            <a:extLst>
              <a:ext uri="{FF2B5EF4-FFF2-40B4-BE49-F238E27FC236}">
                <a16:creationId xmlns:a16="http://schemas.microsoft.com/office/drawing/2014/main" id="{CB1E12A7-DB45-4995-B2AB-0D656ABF08FB}"/>
              </a:ext>
            </a:extLst>
          </p:cNvPr>
          <p:cNvSpPr/>
          <p:nvPr/>
        </p:nvSpPr>
        <p:spPr>
          <a:xfrm>
            <a:off x="5274470" y="213068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A866555-02F8-4C47-8D6D-74710EF4AF25}"/>
              </a:ext>
            </a:extLst>
          </p:cNvPr>
          <p:cNvSpPr/>
          <p:nvPr/>
        </p:nvSpPr>
        <p:spPr>
          <a:xfrm>
            <a:off x="5791960" y="21306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A04801D-995E-4D63-96F5-E7BA770DA114}"/>
              </a:ext>
            </a:extLst>
          </p:cNvPr>
          <p:cNvSpPr/>
          <p:nvPr/>
        </p:nvSpPr>
        <p:spPr>
          <a:xfrm>
            <a:off x="6309450" y="2130679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BAF4823-80C5-4E23-B6B1-294CED753120}"/>
              </a:ext>
            </a:extLst>
          </p:cNvPr>
          <p:cNvSpPr/>
          <p:nvPr/>
        </p:nvSpPr>
        <p:spPr>
          <a:xfrm>
            <a:off x="6826940" y="213067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C925C74E-8945-46D3-99D3-1F6F3E9DC150}"/>
              </a:ext>
            </a:extLst>
          </p:cNvPr>
          <p:cNvSpPr/>
          <p:nvPr/>
        </p:nvSpPr>
        <p:spPr>
          <a:xfrm>
            <a:off x="5274470" y="238691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47FBC31E-AFBE-401C-B536-724925513628}"/>
              </a:ext>
            </a:extLst>
          </p:cNvPr>
          <p:cNvSpPr/>
          <p:nvPr/>
        </p:nvSpPr>
        <p:spPr>
          <a:xfrm>
            <a:off x="5791960" y="238691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08704F46-8065-4A5F-B555-CB864157C560}"/>
              </a:ext>
            </a:extLst>
          </p:cNvPr>
          <p:cNvSpPr/>
          <p:nvPr/>
        </p:nvSpPr>
        <p:spPr>
          <a:xfrm>
            <a:off x="6309450" y="238691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7DF9052-3EC9-4C68-A56A-351B453CA7FE}"/>
              </a:ext>
            </a:extLst>
          </p:cNvPr>
          <p:cNvSpPr/>
          <p:nvPr/>
        </p:nvSpPr>
        <p:spPr>
          <a:xfrm>
            <a:off x="6826940" y="238691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E43AC0-EBC8-4015-9FCF-BC5A2B3C7376}"/>
              </a:ext>
            </a:extLst>
          </p:cNvPr>
          <p:cNvSpPr/>
          <p:nvPr/>
        </p:nvSpPr>
        <p:spPr>
          <a:xfrm>
            <a:off x="5274470" y="264314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B0205F57-EE78-4DD1-B2CA-B37BB5537457}"/>
              </a:ext>
            </a:extLst>
          </p:cNvPr>
          <p:cNvSpPr/>
          <p:nvPr/>
        </p:nvSpPr>
        <p:spPr>
          <a:xfrm>
            <a:off x="5791960" y="2643145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E0A68C27-8C6C-4D7A-8993-4DE3DC40FABF}"/>
              </a:ext>
            </a:extLst>
          </p:cNvPr>
          <p:cNvSpPr/>
          <p:nvPr/>
        </p:nvSpPr>
        <p:spPr>
          <a:xfrm>
            <a:off x="6309450" y="264314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C4BCA5E7-AC00-4A5B-B89F-56BAB1C83034}"/>
              </a:ext>
            </a:extLst>
          </p:cNvPr>
          <p:cNvSpPr/>
          <p:nvPr/>
        </p:nvSpPr>
        <p:spPr>
          <a:xfrm>
            <a:off x="6826940" y="264314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7F9B26CF-FBF4-43C6-85F8-DE32551EE3D5}"/>
              </a:ext>
            </a:extLst>
          </p:cNvPr>
          <p:cNvSpPr/>
          <p:nvPr/>
        </p:nvSpPr>
        <p:spPr>
          <a:xfrm>
            <a:off x="5274470" y="289937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AAF3445B-83C3-415C-8E7A-64CA66F1CD99}"/>
              </a:ext>
            </a:extLst>
          </p:cNvPr>
          <p:cNvSpPr/>
          <p:nvPr/>
        </p:nvSpPr>
        <p:spPr>
          <a:xfrm>
            <a:off x="5791960" y="2899377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D2906251-6E2F-4D37-9435-67CCB2BE825C}"/>
              </a:ext>
            </a:extLst>
          </p:cNvPr>
          <p:cNvSpPr/>
          <p:nvPr/>
        </p:nvSpPr>
        <p:spPr>
          <a:xfrm>
            <a:off x="6826940" y="289937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7D036841-7855-4532-845A-B17F985389E6}"/>
              </a:ext>
            </a:extLst>
          </p:cNvPr>
          <p:cNvSpPr/>
          <p:nvPr/>
        </p:nvSpPr>
        <p:spPr>
          <a:xfrm>
            <a:off x="5274470" y="315561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52F485D3-D80D-4CDB-91B2-57E555817ABD}"/>
              </a:ext>
            </a:extLst>
          </p:cNvPr>
          <p:cNvSpPr/>
          <p:nvPr/>
        </p:nvSpPr>
        <p:spPr>
          <a:xfrm>
            <a:off x="5791960" y="315561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78F99D-CDDB-4BC1-9E14-4FEC577A39DB}"/>
              </a:ext>
            </a:extLst>
          </p:cNvPr>
          <p:cNvSpPr/>
          <p:nvPr/>
        </p:nvSpPr>
        <p:spPr>
          <a:xfrm>
            <a:off x="6309450" y="315561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1CA7A1B0-04C0-452B-8957-FDEE18067577}"/>
              </a:ext>
            </a:extLst>
          </p:cNvPr>
          <p:cNvSpPr/>
          <p:nvPr/>
        </p:nvSpPr>
        <p:spPr>
          <a:xfrm>
            <a:off x="6826940" y="315560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F3746897-20B9-49FA-A403-F05C18FF1469}"/>
              </a:ext>
            </a:extLst>
          </p:cNvPr>
          <p:cNvSpPr/>
          <p:nvPr/>
        </p:nvSpPr>
        <p:spPr>
          <a:xfrm>
            <a:off x="5274470" y="341184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4ABF449C-94FE-4A4C-B0A8-3255C0BF29D8}"/>
              </a:ext>
            </a:extLst>
          </p:cNvPr>
          <p:cNvSpPr/>
          <p:nvPr/>
        </p:nvSpPr>
        <p:spPr>
          <a:xfrm>
            <a:off x="5791960" y="341184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43FA8BE3-275C-4ED4-A6F4-A835CD4E1785}"/>
              </a:ext>
            </a:extLst>
          </p:cNvPr>
          <p:cNvSpPr/>
          <p:nvPr/>
        </p:nvSpPr>
        <p:spPr>
          <a:xfrm>
            <a:off x="6309450" y="341184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C0B38A68-F6FB-4F31-88D2-BEFDD2797242}"/>
              </a:ext>
            </a:extLst>
          </p:cNvPr>
          <p:cNvSpPr/>
          <p:nvPr/>
        </p:nvSpPr>
        <p:spPr>
          <a:xfrm>
            <a:off x="6826940" y="341184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E8E94D5F-B855-4CF0-8E0A-63EFA6AAB331}"/>
              </a:ext>
            </a:extLst>
          </p:cNvPr>
          <p:cNvSpPr/>
          <p:nvPr/>
        </p:nvSpPr>
        <p:spPr>
          <a:xfrm>
            <a:off x="5274470" y="364964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64C78A9-0897-4D58-878F-F8C567847E85}"/>
              </a:ext>
            </a:extLst>
          </p:cNvPr>
          <p:cNvSpPr/>
          <p:nvPr/>
        </p:nvSpPr>
        <p:spPr>
          <a:xfrm>
            <a:off x="5791960" y="364964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56361F96-B72B-4DF3-83CC-CF0FE1A31971}"/>
              </a:ext>
            </a:extLst>
          </p:cNvPr>
          <p:cNvSpPr/>
          <p:nvPr/>
        </p:nvSpPr>
        <p:spPr>
          <a:xfrm>
            <a:off x="6309450" y="364964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7504F4A-96C4-451C-9AD9-DD5DC28A40F9}"/>
              </a:ext>
            </a:extLst>
          </p:cNvPr>
          <p:cNvSpPr/>
          <p:nvPr/>
        </p:nvSpPr>
        <p:spPr>
          <a:xfrm>
            <a:off x="6826940" y="364964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CDA36AC-5DD8-4223-87F9-4E0A96C0BFE7}"/>
              </a:ext>
            </a:extLst>
          </p:cNvPr>
          <p:cNvSpPr/>
          <p:nvPr/>
        </p:nvSpPr>
        <p:spPr>
          <a:xfrm>
            <a:off x="5274470" y="390587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45EE8895-E09C-4888-8BC0-ABC45328D458}"/>
              </a:ext>
            </a:extLst>
          </p:cNvPr>
          <p:cNvSpPr/>
          <p:nvPr/>
        </p:nvSpPr>
        <p:spPr>
          <a:xfrm>
            <a:off x="5791960" y="390587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7C6B4695-D82F-47DF-A1E3-86FA671EAEC0}"/>
              </a:ext>
            </a:extLst>
          </p:cNvPr>
          <p:cNvSpPr/>
          <p:nvPr/>
        </p:nvSpPr>
        <p:spPr>
          <a:xfrm>
            <a:off x="6309450" y="390587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8C9F4A1-F3F3-41E3-B082-8BC02B6F2B9A}"/>
              </a:ext>
            </a:extLst>
          </p:cNvPr>
          <p:cNvSpPr/>
          <p:nvPr/>
        </p:nvSpPr>
        <p:spPr>
          <a:xfrm>
            <a:off x="6826940" y="390587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0C396C76-A575-406B-B593-EDBAEFD8365D}"/>
              </a:ext>
            </a:extLst>
          </p:cNvPr>
          <p:cNvSpPr/>
          <p:nvPr/>
        </p:nvSpPr>
        <p:spPr>
          <a:xfrm>
            <a:off x="5274470" y="416210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D85BCF2C-756B-4123-B8C7-AA34D574FBF1}"/>
              </a:ext>
            </a:extLst>
          </p:cNvPr>
          <p:cNvSpPr/>
          <p:nvPr/>
        </p:nvSpPr>
        <p:spPr>
          <a:xfrm>
            <a:off x="5791960" y="416210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6119D8C5-0ED7-4A50-B9A9-7E28E8C94341}"/>
              </a:ext>
            </a:extLst>
          </p:cNvPr>
          <p:cNvSpPr/>
          <p:nvPr/>
        </p:nvSpPr>
        <p:spPr>
          <a:xfrm>
            <a:off x="6309450" y="416210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652F24E4-B8C7-4F32-98F4-F1DD5E741991}"/>
              </a:ext>
            </a:extLst>
          </p:cNvPr>
          <p:cNvSpPr/>
          <p:nvPr/>
        </p:nvSpPr>
        <p:spPr>
          <a:xfrm>
            <a:off x="6826940" y="416210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D5F3516-C55B-42A6-8E4B-2D8B28DDA779}"/>
              </a:ext>
            </a:extLst>
          </p:cNvPr>
          <p:cNvSpPr/>
          <p:nvPr/>
        </p:nvSpPr>
        <p:spPr>
          <a:xfrm>
            <a:off x="5274470" y="441834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2E96D63-EC85-4400-93E9-99D124647EED}"/>
              </a:ext>
            </a:extLst>
          </p:cNvPr>
          <p:cNvSpPr/>
          <p:nvPr/>
        </p:nvSpPr>
        <p:spPr>
          <a:xfrm>
            <a:off x="5791960" y="441834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E404DF2B-3A83-4127-A882-20F5358FFF4B}"/>
              </a:ext>
            </a:extLst>
          </p:cNvPr>
          <p:cNvSpPr/>
          <p:nvPr/>
        </p:nvSpPr>
        <p:spPr>
          <a:xfrm>
            <a:off x="6309450" y="441834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6F95101F-5203-45B1-8CA8-D2017EE853E9}"/>
              </a:ext>
            </a:extLst>
          </p:cNvPr>
          <p:cNvSpPr/>
          <p:nvPr/>
        </p:nvSpPr>
        <p:spPr>
          <a:xfrm>
            <a:off x="6826940" y="441833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D1F21753-8CA5-411E-A8C5-0FB63A029343}"/>
                  </a:ext>
                </a:extLst>
              </p:cNvPr>
              <p:cNvSpPr txBox="1"/>
              <p:nvPr/>
            </p:nvSpPr>
            <p:spPr>
              <a:xfrm>
                <a:off x="5457236" y="1790588"/>
                <a:ext cx="16144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=6</a:t>
                </a:r>
              </a:p>
            </p:txBody>
          </p:sp>
        </mc:Choice>
        <mc:Fallback xmlns="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D1F21753-8CA5-411E-A8C5-0FB63A02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236" y="1790588"/>
                <a:ext cx="1614491" cy="307777"/>
              </a:xfrm>
              <a:prstGeom prst="rect">
                <a:avLst/>
              </a:prstGeom>
              <a:blipFill>
                <a:blip r:embed="rId2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413F368-8F0D-43F7-9FB3-83C6FA4CE269}"/>
              </a:ext>
            </a:extLst>
          </p:cNvPr>
          <p:cNvCxnSpPr>
            <a:cxnSpLocks/>
          </p:cNvCxnSpPr>
          <p:nvPr/>
        </p:nvCxnSpPr>
        <p:spPr>
          <a:xfrm>
            <a:off x="5274470" y="1978022"/>
            <a:ext cx="0" cy="286025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8A640BB7-1875-4F34-8296-1350E93C0452}"/>
              </a:ext>
            </a:extLst>
          </p:cNvPr>
          <p:cNvCxnSpPr>
            <a:cxnSpLocks/>
          </p:cNvCxnSpPr>
          <p:nvPr/>
        </p:nvCxnSpPr>
        <p:spPr>
          <a:xfrm>
            <a:off x="7344430" y="1978022"/>
            <a:ext cx="0" cy="286025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Arrow Connector 446">
            <a:extLst>
              <a:ext uri="{FF2B5EF4-FFF2-40B4-BE49-F238E27FC236}">
                <a16:creationId xmlns:a16="http://schemas.microsoft.com/office/drawing/2014/main" id="{47744B72-C057-41AE-AEB9-02DEAEAF54B2}"/>
              </a:ext>
            </a:extLst>
          </p:cNvPr>
          <p:cNvCxnSpPr>
            <a:cxnSpLocks/>
          </p:cNvCxnSpPr>
          <p:nvPr/>
        </p:nvCxnSpPr>
        <p:spPr>
          <a:xfrm>
            <a:off x="5315726" y="291549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21BDE53-429F-488D-B117-7C71346B7B90}"/>
              </a:ext>
            </a:extLst>
          </p:cNvPr>
          <p:cNvCxnSpPr>
            <a:cxnSpLocks/>
          </p:cNvCxnSpPr>
          <p:nvPr/>
        </p:nvCxnSpPr>
        <p:spPr>
          <a:xfrm>
            <a:off x="6826940" y="242025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0D68E26E-83B7-4E18-9900-B419B1619C1D}"/>
              </a:ext>
            </a:extLst>
          </p:cNvPr>
          <p:cNvCxnSpPr>
            <a:cxnSpLocks/>
          </p:cNvCxnSpPr>
          <p:nvPr/>
        </p:nvCxnSpPr>
        <p:spPr>
          <a:xfrm>
            <a:off x="6310919" y="212313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B999DF1B-AD9A-48CD-91CB-FD8C04425746}"/>
              </a:ext>
            </a:extLst>
          </p:cNvPr>
          <p:cNvCxnSpPr>
            <a:cxnSpLocks/>
          </p:cNvCxnSpPr>
          <p:nvPr/>
        </p:nvCxnSpPr>
        <p:spPr>
          <a:xfrm>
            <a:off x="5275304" y="270678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0A6E89D6-D1E8-46B1-A721-66CF84784A51}"/>
              </a:ext>
            </a:extLst>
          </p:cNvPr>
          <p:cNvCxnSpPr>
            <a:cxnSpLocks/>
          </p:cNvCxnSpPr>
          <p:nvPr/>
        </p:nvCxnSpPr>
        <p:spPr>
          <a:xfrm>
            <a:off x="5274470" y="297413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71025911-5EA6-4866-BAE0-A1D32AE4D05E}"/>
              </a:ext>
            </a:extLst>
          </p:cNvPr>
          <p:cNvCxnSpPr>
            <a:cxnSpLocks/>
          </p:cNvCxnSpPr>
          <p:nvPr/>
        </p:nvCxnSpPr>
        <p:spPr>
          <a:xfrm>
            <a:off x="5274470" y="246968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B1223A0D-4572-4AFF-8AC9-E4300B2B2DCE}"/>
              </a:ext>
            </a:extLst>
          </p:cNvPr>
          <p:cNvCxnSpPr>
            <a:cxnSpLocks/>
          </p:cNvCxnSpPr>
          <p:nvPr/>
        </p:nvCxnSpPr>
        <p:spPr>
          <a:xfrm>
            <a:off x="5274470" y="218789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29E3A736-8E1B-45B5-B0D5-AD11F1419E48}"/>
              </a:ext>
            </a:extLst>
          </p:cNvPr>
          <p:cNvCxnSpPr>
            <a:cxnSpLocks/>
          </p:cNvCxnSpPr>
          <p:nvPr/>
        </p:nvCxnSpPr>
        <p:spPr>
          <a:xfrm>
            <a:off x="5275304" y="371353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31D8C49A-A555-45E0-B707-4C11EE9D46CC}"/>
              </a:ext>
            </a:extLst>
          </p:cNvPr>
          <p:cNvCxnSpPr>
            <a:cxnSpLocks/>
          </p:cNvCxnSpPr>
          <p:nvPr/>
        </p:nvCxnSpPr>
        <p:spPr>
          <a:xfrm>
            <a:off x="5274470" y="398088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08A2B52E-695A-4E96-A6A4-FE223E323A3E}"/>
              </a:ext>
            </a:extLst>
          </p:cNvPr>
          <p:cNvCxnSpPr>
            <a:cxnSpLocks/>
          </p:cNvCxnSpPr>
          <p:nvPr/>
        </p:nvCxnSpPr>
        <p:spPr>
          <a:xfrm>
            <a:off x="5274470" y="3476430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600C22B3-FCB0-4CF0-9299-66A4143FEC61}"/>
              </a:ext>
            </a:extLst>
          </p:cNvPr>
          <p:cNvCxnSpPr>
            <a:cxnSpLocks/>
          </p:cNvCxnSpPr>
          <p:nvPr/>
        </p:nvCxnSpPr>
        <p:spPr>
          <a:xfrm>
            <a:off x="5274470" y="319464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86AFB831-368B-4929-8983-5EAB637385E2}"/>
              </a:ext>
            </a:extLst>
          </p:cNvPr>
          <p:cNvCxnSpPr>
            <a:cxnSpLocks/>
          </p:cNvCxnSpPr>
          <p:nvPr/>
        </p:nvCxnSpPr>
        <p:spPr>
          <a:xfrm>
            <a:off x="5791960" y="317251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Oval 463">
            <a:extLst>
              <a:ext uri="{FF2B5EF4-FFF2-40B4-BE49-F238E27FC236}">
                <a16:creationId xmlns:a16="http://schemas.microsoft.com/office/drawing/2014/main" id="{EF136646-792F-445B-9FEE-567CD68319CA}"/>
              </a:ext>
            </a:extLst>
          </p:cNvPr>
          <p:cNvSpPr/>
          <p:nvPr/>
        </p:nvSpPr>
        <p:spPr>
          <a:xfrm>
            <a:off x="5827913" y="2691406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3162D301-EE81-4A96-9674-A5766D7E7BB3}"/>
              </a:ext>
            </a:extLst>
          </p:cNvPr>
          <p:cNvSpPr/>
          <p:nvPr/>
        </p:nvSpPr>
        <p:spPr>
          <a:xfrm>
            <a:off x="5788971" y="2899377"/>
            <a:ext cx="103797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61A78177-7C24-49E0-8A7A-431A98F46029}"/>
              </a:ext>
            </a:extLst>
          </p:cNvPr>
          <p:cNvSpPr/>
          <p:nvPr/>
        </p:nvSpPr>
        <p:spPr>
          <a:xfrm>
            <a:off x="5827912" y="2958911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B1602FD3-0A58-4C39-8237-841FEEA8EDED}"/>
              </a:ext>
            </a:extLst>
          </p:cNvPr>
          <p:cNvCxnSpPr>
            <a:cxnSpLocks/>
          </p:cNvCxnSpPr>
          <p:nvPr/>
        </p:nvCxnSpPr>
        <p:spPr>
          <a:xfrm flipV="1">
            <a:off x="1300681" y="3394174"/>
            <a:ext cx="3587634" cy="21789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FB358B52-40D3-4013-ACD3-598EA4848BC6}"/>
              </a:ext>
            </a:extLst>
          </p:cNvPr>
          <p:cNvSpPr txBox="1"/>
          <p:nvPr/>
        </p:nvSpPr>
        <p:spPr>
          <a:xfrm>
            <a:off x="4787391" y="2192462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7BFAB55-31E9-4870-8052-9DC80BE56963}"/>
              </a:ext>
            </a:extLst>
          </p:cNvPr>
          <p:cNvSpPr txBox="1"/>
          <p:nvPr/>
        </p:nvSpPr>
        <p:spPr>
          <a:xfrm>
            <a:off x="4792448" y="2417529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BAFB92EF-555D-423A-A1ED-2CDD52829A1E}"/>
              </a:ext>
            </a:extLst>
          </p:cNvPr>
          <p:cNvSpPr txBox="1"/>
          <p:nvPr/>
        </p:nvSpPr>
        <p:spPr>
          <a:xfrm>
            <a:off x="4788953" y="2652603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CE6BB519-6980-45C3-96B1-C1EFF0221FCB}"/>
              </a:ext>
            </a:extLst>
          </p:cNvPr>
          <p:cNvSpPr txBox="1"/>
          <p:nvPr/>
        </p:nvSpPr>
        <p:spPr>
          <a:xfrm>
            <a:off x="4783159" y="2911027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C00045C1-E500-427F-8EAF-0893423045EA}"/>
              </a:ext>
            </a:extLst>
          </p:cNvPr>
          <p:cNvSpPr txBox="1"/>
          <p:nvPr/>
        </p:nvSpPr>
        <p:spPr>
          <a:xfrm>
            <a:off x="4786755" y="3146101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6219FC7F-1E3E-453E-A2C4-F217CA6288D0}"/>
              </a:ext>
            </a:extLst>
          </p:cNvPr>
          <p:cNvSpPr txBox="1"/>
          <p:nvPr/>
        </p:nvSpPr>
        <p:spPr>
          <a:xfrm>
            <a:off x="4783523" y="3408293"/>
            <a:ext cx="695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FDDFD59F-1464-4681-89A8-0F2FC7DAD433}"/>
              </a:ext>
            </a:extLst>
          </p:cNvPr>
          <p:cNvSpPr txBox="1"/>
          <p:nvPr/>
        </p:nvSpPr>
        <p:spPr>
          <a:xfrm>
            <a:off x="4782853" y="3665017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33FCD72-F1E5-4649-8499-3B25340DF5DE}"/>
              </a:ext>
            </a:extLst>
          </p:cNvPr>
          <p:cNvSpPr txBox="1"/>
          <p:nvPr/>
        </p:nvSpPr>
        <p:spPr>
          <a:xfrm>
            <a:off x="4781731" y="3909292"/>
            <a:ext cx="662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5BEB97EF-465F-4102-92B9-5B7748843AEE}"/>
              </a:ext>
            </a:extLst>
          </p:cNvPr>
          <p:cNvSpPr txBox="1"/>
          <p:nvPr/>
        </p:nvSpPr>
        <p:spPr>
          <a:xfrm>
            <a:off x="4781062" y="4154571"/>
            <a:ext cx="517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6D63E3EC-18F5-4E98-984A-D4D9DBC42FBD}"/>
              </a:ext>
            </a:extLst>
          </p:cNvPr>
          <p:cNvSpPr txBox="1"/>
          <p:nvPr/>
        </p:nvSpPr>
        <p:spPr>
          <a:xfrm>
            <a:off x="4781919" y="4417204"/>
            <a:ext cx="592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</p:spTree>
    <p:extLst>
      <p:ext uri="{BB962C8B-B14F-4D97-AF65-F5344CB8AC3E}">
        <p14:creationId xmlns:p14="http://schemas.microsoft.com/office/powerpoint/2010/main" val="911024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206">
            <a:extLst>
              <a:ext uri="{FF2B5EF4-FFF2-40B4-BE49-F238E27FC236}">
                <a16:creationId xmlns:a16="http://schemas.microsoft.com/office/drawing/2014/main" id="{585EEB4F-BF80-4F57-9F05-AADC62C3E03C}"/>
              </a:ext>
            </a:extLst>
          </p:cNvPr>
          <p:cNvSpPr txBox="1"/>
          <p:nvPr/>
        </p:nvSpPr>
        <p:spPr>
          <a:xfrm>
            <a:off x="7752143" y="2661228"/>
            <a:ext cx="1614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36B31BE5-E437-433F-A64A-F10A6E54EA4A}"/>
                  </a:ext>
                </a:extLst>
              </p:cNvPr>
              <p:cNvSpPr txBox="1"/>
              <p:nvPr/>
            </p:nvSpPr>
            <p:spPr>
              <a:xfrm>
                <a:off x="6247514" y="1042026"/>
                <a:ext cx="517458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3,4,5</m:t>
                              </m:r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=,4 </m:t>
                          </m:r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=5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1600" b="0" dirty="0"/>
              </a:p>
              <a:p>
                <a:endParaRPr lang="en-IN" sz="16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36B31BE5-E437-433F-A64A-F10A6E54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514" y="1042026"/>
                <a:ext cx="5174583" cy="1077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E82185C9-716C-466E-AF10-61384A00F3F2}"/>
                  </a:ext>
                </a:extLst>
              </p:cNvPr>
              <p:cNvSpPr/>
              <p:nvPr/>
            </p:nvSpPr>
            <p:spPr>
              <a:xfrm>
                <a:off x="7833826" y="2370262"/>
                <a:ext cx="20019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E82185C9-716C-466E-AF10-61384A00F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826" y="2370262"/>
                <a:ext cx="200195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CD13D95B-87A6-4C7A-AFA4-2DFA1B37C4A9}"/>
                  </a:ext>
                </a:extLst>
              </p:cNvPr>
              <p:cNvSpPr txBox="1"/>
              <p:nvPr/>
            </p:nvSpPr>
            <p:spPr>
              <a:xfrm>
                <a:off x="8061413" y="3326323"/>
                <a:ext cx="2300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CD13D95B-87A6-4C7A-AFA4-2DFA1B37C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413" y="3326323"/>
                <a:ext cx="2300104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CDDBB8B6-3ACD-4731-BB71-618340905A41}"/>
                  </a:ext>
                </a:extLst>
              </p:cNvPr>
              <p:cNvSpPr/>
              <p:nvPr/>
            </p:nvSpPr>
            <p:spPr>
              <a:xfrm>
                <a:off x="9084110" y="4215108"/>
                <a:ext cx="20019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CDDBB8B6-3ACD-4731-BB71-618340905A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110" y="4215108"/>
                <a:ext cx="200195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6B4F4C95-B492-4066-8995-241E609E559A}"/>
                  </a:ext>
                </a:extLst>
              </p:cNvPr>
              <p:cNvSpPr txBox="1"/>
              <p:nvPr/>
            </p:nvSpPr>
            <p:spPr>
              <a:xfrm>
                <a:off x="8461586" y="4531264"/>
                <a:ext cx="2300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6B4F4C95-B492-4066-8995-241E609E5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586" y="4531264"/>
                <a:ext cx="2300104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TextBox 277">
            <a:extLst>
              <a:ext uri="{FF2B5EF4-FFF2-40B4-BE49-F238E27FC236}">
                <a16:creationId xmlns:a16="http://schemas.microsoft.com/office/drawing/2014/main" id="{B577E3F7-45CF-4F93-ABD0-381E3E0D55B8}"/>
              </a:ext>
            </a:extLst>
          </p:cNvPr>
          <p:cNvSpPr txBox="1"/>
          <p:nvPr/>
        </p:nvSpPr>
        <p:spPr>
          <a:xfrm>
            <a:off x="9471577" y="3508452"/>
            <a:ext cx="1614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2 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804E0EFD-026C-4733-9785-82695351CFA0}"/>
              </a:ext>
            </a:extLst>
          </p:cNvPr>
          <p:cNvSpPr/>
          <p:nvPr/>
        </p:nvSpPr>
        <p:spPr>
          <a:xfrm>
            <a:off x="1949741" y="4831987"/>
            <a:ext cx="10663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/>
              <a:t>Schedules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D9A0A5-7320-43E1-9C02-5C955A9B7953}"/>
              </a:ext>
            </a:extLst>
          </p:cNvPr>
          <p:cNvGrpSpPr/>
          <p:nvPr/>
        </p:nvGrpSpPr>
        <p:grpSpPr>
          <a:xfrm>
            <a:off x="814662" y="361788"/>
            <a:ext cx="6491508" cy="3765135"/>
            <a:chOff x="814662" y="361788"/>
            <a:chExt cx="6491508" cy="3765135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2FC26343-9E32-4B5C-9C8A-4F320A3EE06D}"/>
                </a:ext>
              </a:extLst>
            </p:cNvPr>
            <p:cNvSpPr txBox="1"/>
            <p:nvPr/>
          </p:nvSpPr>
          <p:spPr>
            <a:xfrm>
              <a:off x="894007" y="3487948"/>
              <a:ext cx="685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AAI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2BC21C2-396B-469A-8E89-1E8FE81FD8D5}"/>
                </a:ext>
              </a:extLst>
            </p:cNvPr>
            <p:cNvSpPr/>
            <p:nvPr/>
          </p:nvSpPr>
          <p:spPr>
            <a:xfrm>
              <a:off x="1471203" y="2013166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8502A0F-D1A1-4861-B4E3-3AA5502178DC}"/>
                </a:ext>
              </a:extLst>
            </p:cNvPr>
            <p:cNvSpPr/>
            <p:nvPr/>
          </p:nvSpPr>
          <p:spPr>
            <a:xfrm>
              <a:off x="1988693" y="2013165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C40CCA5-F81F-4E9C-A3E5-76C45057A1A4}"/>
                </a:ext>
              </a:extLst>
            </p:cNvPr>
            <p:cNvSpPr/>
            <p:nvPr/>
          </p:nvSpPr>
          <p:spPr>
            <a:xfrm>
              <a:off x="2506183" y="2013165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716A173-1935-4350-8AE7-35A6035B93E9}"/>
                </a:ext>
              </a:extLst>
            </p:cNvPr>
            <p:cNvSpPr/>
            <p:nvPr/>
          </p:nvSpPr>
          <p:spPr>
            <a:xfrm>
              <a:off x="1471203" y="2269399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5554D81-59ED-44B3-B85A-E93868536689}"/>
                </a:ext>
              </a:extLst>
            </p:cNvPr>
            <p:cNvSpPr/>
            <p:nvPr/>
          </p:nvSpPr>
          <p:spPr>
            <a:xfrm>
              <a:off x="1988693" y="226939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F22A1D8-ACED-48D4-BE08-A381F3B4BC97}"/>
                </a:ext>
              </a:extLst>
            </p:cNvPr>
            <p:cNvSpPr/>
            <p:nvPr/>
          </p:nvSpPr>
          <p:spPr>
            <a:xfrm>
              <a:off x="2506183" y="226939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C5ABA31-5CE7-46C8-AD81-9B5ABA8FA947}"/>
                </a:ext>
              </a:extLst>
            </p:cNvPr>
            <p:cNvSpPr/>
            <p:nvPr/>
          </p:nvSpPr>
          <p:spPr>
            <a:xfrm>
              <a:off x="1471203" y="2525632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2A1E314-008D-46BC-B001-81950BC06A71}"/>
                </a:ext>
              </a:extLst>
            </p:cNvPr>
            <p:cNvSpPr/>
            <p:nvPr/>
          </p:nvSpPr>
          <p:spPr>
            <a:xfrm>
              <a:off x="1988693" y="2525631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13C4154-FA8E-478B-827B-04943B46C2C8}"/>
                </a:ext>
              </a:extLst>
            </p:cNvPr>
            <p:cNvSpPr/>
            <p:nvPr/>
          </p:nvSpPr>
          <p:spPr>
            <a:xfrm>
              <a:off x="2506183" y="252563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B66263C-59B1-48C3-B347-A6D60C9C975E}"/>
                </a:ext>
              </a:extLst>
            </p:cNvPr>
            <p:cNvSpPr/>
            <p:nvPr/>
          </p:nvSpPr>
          <p:spPr>
            <a:xfrm>
              <a:off x="1471203" y="2781864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1364089-F16C-4130-AC4B-515D304CD13A}"/>
                </a:ext>
              </a:extLst>
            </p:cNvPr>
            <p:cNvSpPr/>
            <p:nvPr/>
          </p:nvSpPr>
          <p:spPr>
            <a:xfrm>
              <a:off x="1988693" y="2781863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67F950A-8595-4665-8C8A-30891123F9CE}"/>
                </a:ext>
              </a:extLst>
            </p:cNvPr>
            <p:cNvSpPr/>
            <p:nvPr/>
          </p:nvSpPr>
          <p:spPr>
            <a:xfrm>
              <a:off x="2506183" y="278186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CE26B4D-3DAA-47F8-9430-FF5B355F0B3B}"/>
                </a:ext>
              </a:extLst>
            </p:cNvPr>
            <p:cNvSpPr/>
            <p:nvPr/>
          </p:nvSpPr>
          <p:spPr>
            <a:xfrm>
              <a:off x="1471203" y="3038097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500198B-7682-4D64-8A0D-2235E8EED4DE}"/>
                </a:ext>
              </a:extLst>
            </p:cNvPr>
            <p:cNvSpPr/>
            <p:nvPr/>
          </p:nvSpPr>
          <p:spPr>
            <a:xfrm>
              <a:off x="1988693" y="3038096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A933BFC-2440-45A1-A63F-71DB228529DA}"/>
                </a:ext>
              </a:extLst>
            </p:cNvPr>
            <p:cNvSpPr/>
            <p:nvPr/>
          </p:nvSpPr>
          <p:spPr>
            <a:xfrm>
              <a:off x="2506183" y="3038096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2423219-16AE-4A79-AB46-6CB7A8F76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1203" y="1939876"/>
              <a:ext cx="6360" cy="153636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21B73B4-1A57-456C-836F-8060625DD514}"/>
                </a:ext>
              </a:extLst>
            </p:cNvPr>
            <p:cNvCxnSpPr>
              <a:cxnSpLocks/>
            </p:cNvCxnSpPr>
            <p:nvPr/>
          </p:nvCxnSpPr>
          <p:spPr>
            <a:xfrm>
              <a:off x="3025481" y="1939876"/>
              <a:ext cx="0" cy="153636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3C616F0-7334-4928-A76E-4EEFFDF8FD26}"/>
                </a:ext>
              </a:extLst>
            </p:cNvPr>
            <p:cNvCxnSpPr>
              <a:cxnSpLocks/>
            </p:cNvCxnSpPr>
            <p:nvPr/>
          </p:nvCxnSpPr>
          <p:spPr>
            <a:xfrm>
              <a:off x="1470786" y="2013165"/>
              <a:ext cx="417" cy="256233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9244F6D-0AA1-4693-A39A-A104AAB7C906}"/>
                </a:ext>
              </a:extLst>
            </p:cNvPr>
            <p:cNvCxnSpPr>
              <a:cxnSpLocks/>
            </p:cNvCxnSpPr>
            <p:nvPr/>
          </p:nvCxnSpPr>
          <p:spPr>
            <a:xfrm>
              <a:off x="2506612" y="3074529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F57BF56-FD9D-4FA7-8995-230CBBA0CC40}"/>
                </a:ext>
              </a:extLst>
            </p:cNvPr>
            <p:cNvCxnSpPr>
              <a:cxnSpLocks/>
            </p:cNvCxnSpPr>
            <p:nvPr/>
          </p:nvCxnSpPr>
          <p:spPr>
            <a:xfrm>
              <a:off x="1512653" y="2538581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96BAB9F-2C06-4CF1-A228-781DD55F4461}"/>
                </a:ext>
              </a:extLst>
            </p:cNvPr>
            <p:cNvCxnSpPr>
              <a:cxnSpLocks/>
            </p:cNvCxnSpPr>
            <p:nvPr/>
          </p:nvCxnSpPr>
          <p:spPr>
            <a:xfrm>
              <a:off x="2506183" y="2049599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DBDFC37-51D9-4901-A630-B161F8785FB7}"/>
                </a:ext>
              </a:extLst>
            </p:cNvPr>
            <p:cNvCxnSpPr>
              <a:cxnSpLocks/>
            </p:cNvCxnSpPr>
            <p:nvPr/>
          </p:nvCxnSpPr>
          <p:spPr>
            <a:xfrm>
              <a:off x="1470786" y="2582851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ED40954-D21F-4647-AF21-2C6149FE0B08}"/>
                </a:ext>
              </a:extLst>
            </p:cNvPr>
            <p:cNvCxnSpPr>
              <a:cxnSpLocks/>
            </p:cNvCxnSpPr>
            <p:nvPr/>
          </p:nvCxnSpPr>
          <p:spPr>
            <a:xfrm>
              <a:off x="1470786" y="2326619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F651F25-A42D-4636-8D4B-3D9DE6D6002C}"/>
                </a:ext>
              </a:extLst>
            </p:cNvPr>
            <p:cNvGrpSpPr/>
            <p:nvPr/>
          </p:nvGrpSpPr>
          <p:grpSpPr>
            <a:xfrm>
              <a:off x="1749516" y="361788"/>
              <a:ext cx="5090805" cy="523220"/>
              <a:chOff x="1210357" y="1323822"/>
              <a:chExt cx="5090805" cy="52322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4E93883-A6FF-4A96-A3CE-B97D6AD71BCF}"/>
                  </a:ext>
                </a:extLst>
              </p:cNvPr>
              <p:cNvSpPr/>
              <p:nvPr/>
            </p:nvSpPr>
            <p:spPr>
              <a:xfrm>
                <a:off x="1210357" y="1394215"/>
                <a:ext cx="5046602" cy="44339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B2F0B1-04D4-49D5-99BE-53EE169ABA9F}"/>
                  </a:ext>
                </a:extLst>
              </p:cNvPr>
              <p:cNvSpPr/>
              <p:nvPr/>
            </p:nvSpPr>
            <p:spPr>
              <a:xfrm>
                <a:off x="1294761" y="1486279"/>
                <a:ext cx="467139" cy="23853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D11CC63-D4BF-4499-B89A-10E498518AB2}"/>
                  </a:ext>
                </a:extLst>
              </p:cNvPr>
              <p:cNvSpPr/>
              <p:nvPr/>
            </p:nvSpPr>
            <p:spPr>
              <a:xfrm>
                <a:off x="2816626" y="1467699"/>
                <a:ext cx="467139" cy="23853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9F78FD-E7DA-4C80-81E0-E19776DCE2CE}"/>
                  </a:ext>
                </a:extLst>
              </p:cNvPr>
              <p:cNvSpPr txBox="1"/>
              <p:nvPr/>
            </p:nvSpPr>
            <p:spPr>
              <a:xfrm>
                <a:off x="1528330" y="1438534"/>
                <a:ext cx="15147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Victim task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62A1B0-C132-4492-93B5-8754E95C9977}"/>
                  </a:ext>
                </a:extLst>
              </p:cNvPr>
              <p:cNvSpPr txBox="1"/>
              <p:nvPr/>
            </p:nvSpPr>
            <p:spPr>
              <a:xfrm>
                <a:off x="3117859" y="1418062"/>
                <a:ext cx="15147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64A57EF-4585-4822-9497-0E1B3B0D20A6}"/>
                  </a:ext>
                </a:extLst>
              </p:cNvPr>
              <p:cNvGrpSpPr/>
              <p:nvPr/>
            </p:nvGrpSpPr>
            <p:grpSpPr>
              <a:xfrm>
                <a:off x="4475941" y="1476280"/>
                <a:ext cx="467139" cy="238539"/>
                <a:chOff x="4461537" y="692082"/>
                <a:chExt cx="467139" cy="238539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3B9B0CD-89D0-4E42-8F1B-57EC7E3C91F1}"/>
                    </a:ext>
                  </a:extLst>
                </p:cNvPr>
                <p:cNvSpPr/>
                <p:nvPr/>
              </p:nvSpPr>
              <p:spPr>
                <a:xfrm>
                  <a:off x="4461537" y="692082"/>
                  <a:ext cx="467139" cy="238539"/>
                </a:xfrm>
                <a:prstGeom prst="rect">
                  <a:avLst/>
                </a:pr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E7A8E18-57DC-4F56-ADD1-84DA4E5B80C2}"/>
                    </a:ext>
                  </a:extLst>
                </p:cNvPr>
                <p:cNvSpPr/>
                <p:nvPr/>
              </p:nvSpPr>
              <p:spPr>
                <a:xfrm>
                  <a:off x="4509839" y="718883"/>
                  <a:ext cx="110859" cy="11211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3D9245-0EB6-45AF-BF0C-716DBBFD852E}"/>
                  </a:ext>
                </a:extLst>
              </p:cNvPr>
              <p:cNvSpPr txBox="1"/>
              <p:nvPr/>
            </p:nvSpPr>
            <p:spPr>
              <a:xfrm>
                <a:off x="4984981" y="1323822"/>
                <a:ext cx="13161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 pre-empted</a:t>
                </a:r>
              </a:p>
            </p:txBody>
          </p:sp>
        </p:grp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0766FA9A-4CB9-4AF3-B099-59B756A79242}"/>
                </a:ext>
              </a:extLst>
            </p:cNvPr>
            <p:cNvCxnSpPr>
              <a:cxnSpLocks/>
            </p:cNvCxnSpPr>
            <p:nvPr/>
          </p:nvCxnSpPr>
          <p:spPr>
            <a:xfrm>
              <a:off x="1477563" y="3118799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A10EC71B-1775-40BF-8607-B8ECB5F1975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097" y="2839084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7BDF458A-E12E-462A-9F68-434DB34E74F3}"/>
                </a:ext>
              </a:extLst>
            </p:cNvPr>
            <p:cNvCxnSpPr>
              <a:cxnSpLocks/>
            </p:cNvCxnSpPr>
            <p:nvPr/>
          </p:nvCxnSpPr>
          <p:spPr>
            <a:xfrm>
              <a:off x="1996954" y="2818297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460FD97C-6540-486C-88C7-3C7B1AE47C0D}"/>
                </a:ext>
              </a:extLst>
            </p:cNvPr>
            <p:cNvSpPr txBox="1"/>
            <p:nvPr/>
          </p:nvSpPr>
          <p:spPr>
            <a:xfrm>
              <a:off x="995512" y="2025201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672BC147-A921-4567-8987-7F525B8F910A}"/>
                </a:ext>
              </a:extLst>
            </p:cNvPr>
            <p:cNvSpPr txBox="1"/>
            <p:nvPr/>
          </p:nvSpPr>
          <p:spPr>
            <a:xfrm>
              <a:off x="1004955" y="2313335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t=3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F96BF4C5-6B9B-4559-B7E1-5EBC487CA57F}"/>
                </a:ext>
              </a:extLst>
            </p:cNvPr>
            <p:cNvSpPr txBox="1"/>
            <p:nvPr/>
          </p:nvSpPr>
          <p:spPr>
            <a:xfrm>
              <a:off x="989907" y="2575532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t=6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CB5B54D-99BA-46F1-9238-E23800B10729}"/>
                </a:ext>
              </a:extLst>
            </p:cNvPr>
            <p:cNvSpPr txBox="1"/>
            <p:nvPr/>
          </p:nvSpPr>
          <p:spPr>
            <a:xfrm>
              <a:off x="991715" y="2797530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t=9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119776BC-C104-4F0E-A61E-7C4D849A4F7C}"/>
                </a:ext>
              </a:extLst>
            </p:cNvPr>
            <p:cNvSpPr txBox="1"/>
            <p:nvPr/>
          </p:nvSpPr>
          <p:spPr>
            <a:xfrm>
              <a:off x="962652" y="3045291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1BF3CE7B-0C57-4B8D-ACB3-CB02A60C54DF}"/>
                </a:ext>
              </a:extLst>
            </p:cNvPr>
            <p:cNvSpPr/>
            <p:nvPr/>
          </p:nvSpPr>
          <p:spPr>
            <a:xfrm>
              <a:off x="3089836" y="2018584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A21F221-279D-4251-A284-317E0E1C3CD9}"/>
                </a:ext>
              </a:extLst>
            </p:cNvPr>
            <p:cNvSpPr/>
            <p:nvPr/>
          </p:nvSpPr>
          <p:spPr>
            <a:xfrm>
              <a:off x="3607326" y="2018584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174DF514-1479-4988-93EF-015A82A21BE1}"/>
                </a:ext>
              </a:extLst>
            </p:cNvPr>
            <p:cNvSpPr/>
            <p:nvPr/>
          </p:nvSpPr>
          <p:spPr>
            <a:xfrm>
              <a:off x="4124816" y="2018583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4755541D-0BFC-4F68-A8B3-49485876CF9B}"/>
                </a:ext>
              </a:extLst>
            </p:cNvPr>
            <p:cNvSpPr/>
            <p:nvPr/>
          </p:nvSpPr>
          <p:spPr>
            <a:xfrm>
              <a:off x="3089836" y="2274817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E9DD6754-A135-4DFA-907F-2B3902288A8E}"/>
                </a:ext>
              </a:extLst>
            </p:cNvPr>
            <p:cNvSpPr/>
            <p:nvPr/>
          </p:nvSpPr>
          <p:spPr>
            <a:xfrm>
              <a:off x="3607326" y="2274817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354A71A2-AD1B-4588-8417-37B4BD368C43}"/>
                </a:ext>
              </a:extLst>
            </p:cNvPr>
            <p:cNvSpPr/>
            <p:nvPr/>
          </p:nvSpPr>
          <p:spPr>
            <a:xfrm>
              <a:off x="4124816" y="2274816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5CDA1787-0757-48E0-AD8B-4A357B2B4021}"/>
                </a:ext>
              </a:extLst>
            </p:cNvPr>
            <p:cNvSpPr/>
            <p:nvPr/>
          </p:nvSpPr>
          <p:spPr>
            <a:xfrm>
              <a:off x="3089836" y="2531049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24601603-C71C-41B3-899D-CCEF38FC4AD6}"/>
                </a:ext>
              </a:extLst>
            </p:cNvPr>
            <p:cNvSpPr/>
            <p:nvPr/>
          </p:nvSpPr>
          <p:spPr>
            <a:xfrm>
              <a:off x="3607326" y="2531049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36D24B74-54C6-4760-A29C-A76D2D22006D}"/>
                </a:ext>
              </a:extLst>
            </p:cNvPr>
            <p:cNvSpPr/>
            <p:nvPr/>
          </p:nvSpPr>
          <p:spPr>
            <a:xfrm>
              <a:off x="3089836" y="2768861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5775D3F-63FA-4D9C-BCC0-69C067D3E748}"/>
                </a:ext>
              </a:extLst>
            </p:cNvPr>
            <p:cNvSpPr/>
            <p:nvPr/>
          </p:nvSpPr>
          <p:spPr>
            <a:xfrm>
              <a:off x="3607326" y="276886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B86BBA29-BCBE-432C-B0BB-BE6A43457AE7}"/>
                </a:ext>
              </a:extLst>
            </p:cNvPr>
            <p:cNvSpPr/>
            <p:nvPr/>
          </p:nvSpPr>
          <p:spPr>
            <a:xfrm>
              <a:off x="4124816" y="2768860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37F4A3FC-547C-46ED-8BF9-2F9AEFEA4394}"/>
                </a:ext>
              </a:extLst>
            </p:cNvPr>
            <p:cNvSpPr/>
            <p:nvPr/>
          </p:nvSpPr>
          <p:spPr>
            <a:xfrm>
              <a:off x="3089836" y="3025094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4901814-87B2-401C-8318-6DDE50BD392D}"/>
                </a:ext>
              </a:extLst>
            </p:cNvPr>
            <p:cNvSpPr/>
            <p:nvPr/>
          </p:nvSpPr>
          <p:spPr>
            <a:xfrm>
              <a:off x="3607326" y="3025094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4246C37B-ACCB-49EB-8FAA-678375BB19AD}"/>
                </a:ext>
              </a:extLst>
            </p:cNvPr>
            <p:cNvSpPr/>
            <p:nvPr/>
          </p:nvSpPr>
          <p:spPr>
            <a:xfrm>
              <a:off x="3603340" y="3025093"/>
              <a:ext cx="1038966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90C0E5C-5101-40B9-A44E-D2CFF0590D4A}"/>
                </a:ext>
              </a:extLst>
            </p:cNvPr>
            <p:cNvCxnSpPr>
              <a:cxnSpLocks/>
            </p:cNvCxnSpPr>
            <p:nvPr/>
          </p:nvCxnSpPr>
          <p:spPr>
            <a:xfrm>
              <a:off x="4642306" y="1939876"/>
              <a:ext cx="0" cy="1536368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87983421-8149-4F2F-A6E1-5A2659892DE9}"/>
                </a:ext>
              </a:extLst>
            </p:cNvPr>
            <p:cNvSpPr/>
            <p:nvPr/>
          </p:nvSpPr>
          <p:spPr>
            <a:xfrm>
              <a:off x="2015866" y="2557864"/>
              <a:ext cx="125927" cy="12325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7A8BDE15-1485-4585-890D-1C7E568E3A1E}"/>
                </a:ext>
              </a:extLst>
            </p:cNvPr>
            <p:cNvCxnSpPr>
              <a:cxnSpLocks/>
            </p:cNvCxnSpPr>
            <p:nvPr/>
          </p:nvCxnSpPr>
          <p:spPr>
            <a:xfrm>
              <a:off x="3089836" y="1939876"/>
              <a:ext cx="0" cy="153636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F4CA5D45-BBF6-4CBE-9531-BC290B4590F2}"/>
                </a:ext>
              </a:extLst>
            </p:cNvPr>
            <p:cNvCxnSpPr>
              <a:cxnSpLocks/>
            </p:cNvCxnSpPr>
            <p:nvPr/>
          </p:nvCxnSpPr>
          <p:spPr>
            <a:xfrm>
              <a:off x="3127837" y="3043442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DBAAC608-5687-4E0D-86CA-4370F3EE37B3}"/>
                </a:ext>
              </a:extLst>
            </p:cNvPr>
            <p:cNvCxnSpPr>
              <a:cxnSpLocks/>
            </p:cNvCxnSpPr>
            <p:nvPr/>
          </p:nvCxnSpPr>
          <p:spPr>
            <a:xfrm>
              <a:off x="4124816" y="2018583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1919D9D3-A28F-4379-ACDC-3924340EE36C}"/>
                </a:ext>
              </a:extLst>
            </p:cNvPr>
            <p:cNvCxnSpPr>
              <a:cxnSpLocks/>
            </p:cNvCxnSpPr>
            <p:nvPr/>
          </p:nvCxnSpPr>
          <p:spPr>
            <a:xfrm>
              <a:off x="3088839" y="2075804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Arrow Connector 389">
              <a:extLst>
                <a:ext uri="{FF2B5EF4-FFF2-40B4-BE49-F238E27FC236}">
                  <a16:creationId xmlns:a16="http://schemas.microsoft.com/office/drawing/2014/main" id="{892ABCDE-391A-4CF6-8435-E59133B51680}"/>
                </a:ext>
              </a:extLst>
            </p:cNvPr>
            <p:cNvCxnSpPr>
              <a:cxnSpLocks/>
            </p:cNvCxnSpPr>
            <p:nvPr/>
          </p:nvCxnSpPr>
          <p:spPr>
            <a:xfrm>
              <a:off x="3088839" y="2346958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Arrow Connector 390">
              <a:extLst>
                <a:ext uri="{FF2B5EF4-FFF2-40B4-BE49-F238E27FC236}">
                  <a16:creationId xmlns:a16="http://schemas.microsoft.com/office/drawing/2014/main" id="{9AFBAB0B-C4EB-4E25-810A-49A192CD8D66}"/>
                </a:ext>
              </a:extLst>
            </p:cNvPr>
            <p:cNvCxnSpPr>
              <a:cxnSpLocks/>
            </p:cNvCxnSpPr>
            <p:nvPr/>
          </p:nvCxnSpPr>
          <p:spPr>
            <a:xfrm>
              <a:off x="3088839" y="2554928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Arrow Connector 391">
              <a:extLst>
                <a:ext uri="{FF2B5EF4-FFF2-40B4-BE49-F238E27FC236}">
                  <a16:creationId xmlns:a16="http://schemas.microsoft.com/office/drawing/2014/main" id="{48EA5FCA-A704-495D-9E77-703B0490C42C}"/>
                </a:ext>
              </a:extLst>
            </p:cNvPr>
            <p:cNvCxnSpPr>
              <a:cxnSpLocks/>
            </p:cNvCxnSpPr>
            <p:nvPr/>
          </p:nvCxnSpPr>
          <p:spPr>
            <a:xfrm>
              <a:off x="3088839" y="2826082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DE201E69-3D6C-4071-92C3-CF5A0C357451}"/>
                </a:ext>
              </a:extLst>
            </p:cNvPr>
            <p:cNvCxnSpPr>
              <a:cxnSpLocks/>
            </p:cNvCxnSpPr>
            <p:nvPr/>
          </p:nvCxnSpPr>
          <p:spPr>
            <a:xfrm>
              <a:off x="3088839" y="3067776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D42AC3AD-3AE9-4C7A-B8E9-779BF7480407}"/>
                </a:ext>
              </a:extLst>
            </p:cNvPr>
            <p:cNvSpPr/>
            <p:nvPr/>
          </p:nvSpPr>
          <p:spPr>
            <a:xfrm>
              <a:off x="3641179" y="2302200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2D6B8A63-1968-4262-90B3-28C28332F1BA}"/>
                </a:ext>
              </a:extLst>
            </p:cNvPr>
            <p:cNvSpPr/>
            <p:nvPr/>
          </p:nvSpPr>
          <p:spPr>
            <a:xfrm>
              <a:off x="3658541" y="3059139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CB1E12A7-DB45-4995-B2AB-0D656ABF08FB}"/>
                </a:ext>
              </a:extLst>
            </p:cNvPr>
            <p:cNvSpPr/>
            <p:nvPr/>
          </p:nvSpPr>
          <p:spPr>
            <a:xfrm>
              <a:off x="5065724" y="2003458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6A866555-02F8-4C47-8D6D-74710EF4AF25}"/>
                </a:ext>
              </a:extLst>
            </p:cNvPr>
            <p:cNvSpPr/>
            <p:nvPr/>
          </p:nvSpPr>
          <p:spPr>
            <a:xfrm>
              <a:off x="5583214" y="2003457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FA04801D-995E-4D63-96F5-E7BA770DA114}"/>
                </a:ext>
              </a:extLst>
            </p:cNvPr>
            <p:cNvSpPr/>
            <p:nvPr/>
          </p:nvSpPr>
          <p:spPr>
            <a:xfrm>
              <a:off x="6100704" y="2003457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C925C74E-8945-46D3-99D3-1F6F3E9DC150}"/>
                </a:ext>
              </a:extLst>
            </p:cNvPr>
            <p:cNvSpPr/>
            <p:nvPr/>
          </p:nvSpPr>
          <p:spPr>
            <a:xfrm>
              <a:off x="5065724" y="2259691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47FBC31E-AFBE-401C-B536-724925513628}"/>
                </a:ext>
              </a:extLst>
            </p:cNvPr>
            <p:cNvSpPr/>
            <p:nvPr/>
          </p:nvSpPr>
          <p:spPr>
            <a:xfrm>
              <a:off x="5583214" y="2259690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08704F46-8065-4A5F-B555-CB864157C560}"/>
                </a:ext>
              </a:extLst>
            </p:cNvPr>
            <p:cNvSpPr/>
            <p:nvPr/>
          </p:nvSpPr>
          <p:spPr>
            <a:xfrm>
              <a:off x="6100704" y="2259690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D7DF9052-3EC9-4C68-A56A-351B453CA7FE}"/>
                </a:ext>
              </a:extLst>
            </p:cNvPr>
            <p:cNvSpPr/>
            <p:nvPr/>
          </p:nvSpPr>
          <p:spPr>
            <a:xfrm>
              <a:off x="6618194" y="2259689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55E43AC0-EBC8-4015-9FCF-BC5A2B3C7376}"/>
                </a:ext>
              </a:extLst>
            </p:cNvPr>
            <p:cNvSpPr/>
            <p:nvPr/>
          </p:nvSpPr>
          <p:spPr>
            <a:xfrm>
              <a:off x="5065724" y="2515924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B0205F57-EE78-4DD1-B2CA-B37BB5537457}"/>
                </a:ext>
              </a:extLst>
            </p:cNvPr>
            <p:cNvSpPr/>
            <p:nvPr/>
          </p:nvSpPr>
          <p:spPr>
            <a:xfrm>
              <a:off x="5583214" y="2515923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E0A68C27-8C6C-4D7A-8993-4DE3DC40FABF}"/>
                </a:ext>
              </a:extLst>
            </p:cNvPr>
            <p:cNvSpPr/>
            <p:nvPr/>
          </p:nvSpPr>
          <p:spPr>
            <a:xfrm>
              <a:off x="6100704" y="251592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C4BCA5E7-AC00-4A5B-B89F-56BAB1C83034}"/>
                </a:ext>
              </a:extLst>
            </p:cNvPr>
            <p:cNvSpPr/>
            <p:nvPr/>
          </p:nvSpPr>
          <p:spPr>
            <a:xfrm>
              <a:off x="6618194" y="2515922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7F9B26CF-FBF4-43C6-85F8-DE32551EE3D5}"/>
                </a:ext>
              </a:extLst>
            </p:cNvPr>
            <p:cNvSpPr/>
            <p:nvPr/>
          </p:nvSpPr>
          <p:spPr>
            <a:xfrm>
              <a:off x="5065724" y="2772156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AF3445B-83C3-415C-8E7A-64CA66F1CD99}"/>
                </a:ext>
              </a:extLst>
            </p:cNvPr>
            <p:cNvSpPr/>
            <p:nvPr/>
          </p:nvSpPr>
          <p:spPr>
            <a:xfrm>
              <a:off x="5583214" y="2772155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D2906251-6E2F-4D37-9435-67CCB2BE825C}"/>
                </a:ext>
              </a:extLst>
            </p:cNvPr>
            <p:cNvSpPr/>
            <p:nvPr/>
          </p:nvSpPr>
          <p:spPr>
            <a:xfrm>
              <a:off x="6618194" y="2772154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7D036841-7855-4532-845A-B17F985389E6}"/>
                </a:ext>
              </a:extLst>
            </p:cNvPr>
            <p:cNvSpPr/>
            <p:nvPr/>
          </p:nvSpPr>
          <p:spPr>
            <a:xfrm>
              <a:off x="5065724" y="3028389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A178F99D-CDDB-4BC1-9E14-4FEC577A39DB}"/>
                </a:ext>
              </a:extLst>
            </p:cNvPr>
            <p:cNvSpPr/>
            <p:nvPr/>
          </p:nvSpPr>
          <p:spPr>
            <a:xfrm>
              <a:off x="6100704" y="3028388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CA7A1B0-04C0-452B-8957-FDEE18067577}"/>
                </a:ext>
              </a:extLst>
            </p:cNvPr>
            <p:cNvSpPr/>
            <p:nvPr/>
          </p:nvSpPr>
          <p:spPr>
            <a:xfrm>
              <a:off x="6618194" y="3028387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C413F368-8F0D-43F7-9FB3-83C6FA4CE269}"/>
                </a:ext>
              </a:extLst>
            </p:cNvPr>
            <p:cNvCxnSpPr>
              <a:cxnSpLocks/>
            </p:cNvCxnSpPr>
            <p:nvPr/>
          </p:nvCxnSpPr>
          <p:spPr>
            <a:xfrm>
              <a:off x="5065724" y="1939876"/>
              <a:ext cx="0" cy="153636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8A640BB7-1875-4F34-8296-1350E93C0452}"/>
                </a:ext>
              </a:extLst>
            </p:cNvPr>
            <p:cNvCxnSpPr>
              <a:cxnSpLocks/>
            </p:cNvCxnSpPr>
            <p:nvPr/>
          </p:nvCxnSpPr>
          <p:spPr>
            <a:xfrm>
              <a:off x="7135684" y="1939876"/>
              <a:ext cx="0" cy="153636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47744B72-C057-41AE-AEB9-02DEAEAF54B2}"/>
                </a:ext>
              </a:extLst>
            </p:cNvPr>
            <p:cNvCxnSpPr>
              <a:cxnSpLocks/>
            </p:cNvCxnSpPr>
            <p:nvPr/>
          </p:nvCxnSpPr>
          <p:spPr>
            <a:xfrm>
              <a:off x="5106980" y="2788271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Arrow Connector 447">
              <a:extLst>
                <a:ext uri="{FF2B5EF4-FFF2-40B4-BE49-F238E27FC236}">
                  <a16:creationId xmlns:a16="http://schemas.microsoft.com/office/drawing/2014/main" id="{521BDE53-429F-488D-B117-7C71346B7B90}"/>
                </a:ext>
              </a:extLst>
            </p:cNvPr>
            <p:cNvCxnSpPr>
              <a:cxnSpLocks/>
            </p:cNvCxnSpPr>
            <p:nvPr/>
          </p:nvCxnSpPr>
          <p:spPr>
            <a:xfrm>
              <a:off x="6618194" y="2293030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Arrow Connector 453">
              <a:extLst>
                <a:ext uri="{FF2B5EF4-FFF2-40B4-BE49-F238E27FC236}">
                  <a16:creationId xmlns:a16="http://schemas.microsoft.com/office/drawing/2014/main" id="{B999DF1B-AD9A-48CD-91CB-FD8C04425746}"/>
                </a:ext>
              </a:extLst>
            </p:cNvPr>
            <p:cNvCxnSpPr>
              <a:cxnSpLocks/>
            </p:cNvCxnSpPr>
            <p:nvPr/>
          </p:nvCxnSpPr>
          <p:spPr>
            <a:xfrm>
              <a:off x="5066558" y="2579563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0A6E89D6-D1E8-46B1-A721-66CF84784A51}"/>
                </a:ext>
              </a:extLst>
            </p:cNvPr>
            <p:cNvCxnSpPr>
              <a:cxnSpLocks/>
            </p:cNvCxnSpPr>
            <p:nvPr/>
          </p:nvCxnSpPr>
          <p:spPr>
            <a:xfrm>
              <a:off x="5065724" y="2846911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Arrow Connector 455">
              <a:extLst>
                <a:ext uri="{FF2B5EF4-FFF2-40B4-BE49-F238E27FC236}">
                  <a16:creationId xmlns:a16="http://schemas.microsoft.com/office/drawing/2014/main" id="{71025911-5EA6-4866-BAE0-A1D32AE4D05E}"/>
                </a:ext>
              </a:extLst>
            </p:cNvPr>
            <p:cNvCxnSpPr>
              <a:cxnSpLocks/>
            </p:cNvCxnSpPr>
            <p:nvPr/>
          </p:nvCxnSpPr>
          <p:spPr>
            <a:xfrm>
              <a:off x="5065724" y="2342459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Arrow Connector 456">
              <a:extLst>
                <a:ext uri="{FF2B5EF4-FFF2-40B4-BE49-F238E27FC236}">
                  <a16:creationId xmlns:a16="http://schemas.microsoft.com/office/drawing/2014/main" id="{B1223A0D-4572-4AFF-8AC9-E4300B2B2DCE}"/>
                </a:ext>
              </a:extLst>
            </p:cNvPr>
            <p:cNvCxnSpPr>
              <a:cxnSpLocks/>
            </p:cNvCxnSpPr>
            <p:nvPr/>
          </p:nvCxnSpPr>
          <p:spPr>
            <a:xfrm>
              <a:off x="5065724" y="2060677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Arrow Connector 461">
              <a:extLst>
                <a:ext uri="{FF2B5EF4-FFF2-40B4-BE49-F238E27FC236}">
                  <a16:creationId xmlns:a16="http://schemas.microsoft.com/office/drawing/2014/main" id="{600C22B3-FCB0-4CF0-9299-66A4143FEC61}"/>
                </a:ext>
              </a:extLst>
            </p:cNvPr>
            <p:cNvCxnSpPr>
              <a:cxnSpLocks/>
            </p:cNvCxnSpPr>
            <p:nvPr/>
          </p:nvCxnSpPr>
          <p:spPr>
            <a:xfrm>
              <a:off x="5065724" y="3067426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EF136646-792F-445B-9FEE-567CD68319CA}"/>
                </a:ext>
              </a:extLst>
            </p:cNvPr>
            <p:cNvSpPr/>
            <p:nvPr/>
          </p:nvSpPr>
          <p:spPr>
            <a:xfrm>
              <a:off x="5619167" y="2564184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3162D301-EE81-4A96-9674-A5766D7E7BB3}"/>
                </a:ext>
              </a:extLst>
            </p:cNvPr>
            <p:cNvSpPr/>
            <p:nvPr/>
          </p:nvSpPr>
          <p:spPr>
            <a:xfrm>
              <a:off x="5580225" y="2772155"/>
              <a:ext cx="103797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61A78177-7C24-49E0-8A7A-431A98F46029}"/>
                </a:ext>
              </a:extLst>
            </p:cNvPr>
            <p:cNvSpPr/>
            <p:nvPr/>
          </p:nvSpPr>
          <p:spPr>
            <a:xfrm>
              <a:off x="5619166" y="2831689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FB358B52-40D3-4013-ACD3-598EA4848BC6}"/>
                </a:ext>
              </a:extLst>
            </p:cNvPr>
            <p:cNvSpPr txBox="1"/>
            <p:nvPr/>
          </p:nvSpPr>
          <p:spPr>
            <a:xfrm>
              <a:off x="4578645" y="206524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77BFAB55-31E9-4870-8052-9DC80BE56963}"/>
                </a:ext>
              </a:extLst>
            </p:cNvPr>
            <p:cNvSpPr txBox="1"/>
            <p:nvPr/>
          </p:nvSpPr>
          <p:spPr>
            <a:xfrm>
              <a:off x="4583702" y="2290307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t=4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BAFB92EF-555D-423A-A1ED-2CDD52829A1E}"/>
                </a:ext>
              </a:extLst>
            </p:cNvPr>
            <p:cNvSpPr txBox="1"/>
            <p:nvPr/>
          </p:nvSpPr>
          <p:spPr>
            <a:xfrm>
              <a:off x="4566759" y="2518657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t=8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CE6BB519-6980-45C3-96B1-C1EFF0221FCB}"/>
                </a:ext>
              </a:extLst>
            </p:cNvPr>
            <p:cNvSpPr txBox="1"/>
            <p:nvPr/>
          </p:nvSpPr>
          <p:spPr>
            <a:xfrm>
              <a:off x="4554241" y="2783805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C00045C1-E500-427F-8EAF-0893423045EA}"/>
                </a:ext>
              </a:extLst>
            </p:cNvPr>
            <p:cNvSpPr txBox="1"/>
            <p:nvPr/>
          </p:nvSpPr>
          <p:spPr>
            <a:xfrm>
              <a:off x="4551113" y="3018879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t=16</a:t>
              </a: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7BAF4823-80C5-4E23-B6B1-294CED753120}"/>
                </a:ext>
              </a:extLst>
            </p:cNvPr>
            <p:cNvSpPr/>
            <p:nvPr/>
          </p:nvSpPr>
          <p:spPr>
            <a:xfrm>
              <a:off x="6100703" y="2003456"/>
              <a:ext cx="1034981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453" name="Straight Arrow Connector 452">
              <a:extLst>
                <a:ext uri="{FF2B5EF4-FFF2-40B4-BE49-F238E27FC236}">
                  <a16:creationId xmlns:a16="http://schemas.microsoft.com/office/drawing/2014/main" id="{0D68E26E-83B7-4E18-9900-B419B1619C1D}"/>
                </a:ext>
              </a:extLst>
            </p:cNvPr>
            <p:cNvCxnSpPr>
              <a:cxnSpLocks/>
            </p:cNvCxnSpPr>
            <p:nvPr/>
          </p:nvCxnSpPr>
          <p:spPr>
            <a:xfrm>
              <a:off x="6105029" y="2003456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87C3350A-9CBE-48CA-B093-6AA9AA624143}"/>
                </a:ext>
              </a:extLst>
            </p:cNvPr>
            <p:cNvSpPr/>
            <p:nvPr/>
          </p:nvSpPr>
          <p:spPr>
            <a:xfrm>
              <a:off x="3610315" y="2531048"/>
              <a:ext cx="1031991" cy="2421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372" name="Straight Arrow Connector 371">
              <a:extLst>
                <a:ext uri="{FF2B5EF4-FFF2-40B4-BE49-F238E27FC236}">
                  <a16:creationId xmlns:a16="http://schemas.microsoft.com/office/drawing/2014/main" id="{6526FF47-FDD2-47E9-93B7-C95C36CD5E15}"/>
                </a:ext>
              </a:extLst>
            </p:cNvPr>
            <p:cNvCxnSpPr>
              <a:cxnSpLocks/>
            </p:cNvCxnSpPr>
            <p:nvPr/>
          </p:nvCxnSpPr>
          <p:spPr>
            <a:xfrm>
              <a:off x="3607326" y="2544000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52F485D3-D80D-4CDB-91B2-57E555817ABD}"/>
                </a:ext>
              </a:extLst>
            </p:cNvPr>
            <p:cNvSpPr/>
            <p:nvPr/>
          </p:nvSpPr>
          <p:spPr>
            <a:xfrm>
              <a:off x="5583214" y="3028388"/>
              <a:ext cx="103797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86AFB831-368B-4929-8983-5EAB637385E2}"/>
                </a:ext>
              </a:extLst>
            </p:cNvPr>
            <p:cNvCxnSpPr>
              <a:cxnSpLocks/>
            </p:cNvCxnSpPr>
            <p:nvPr/>
          </p:nvCxnSpPr>
          <p:spPr>
            <a:xfrm>
              <a:off x="5580225" y="3043442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20FA0C78-65A2-430F-8072-DDEA29671893}"/>
                </a:ext>
              </a:extLst>
            </p:cNvPr>
            <p:cNvSpPr/>
            <p:nvPr/>
          </p:nvSpPr>
          <p:spPr>
            <a:xfrm>
              <a:off x="1463589" y="3526377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6C0D0EE5-7231-4E99-9F73-71AB5EA7EFE1}"/>
                </a:ext>
              </a:extLst>
            </p:cNvPr>
            <p:cNvSpPr/>
            <p:nvPr/>
          </p:nvSpPr>
          <p:spPr>
            <a:xfrm>
              <a:off x="1981079" y="3526376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7B238E7A-8C65-497C-BE4A-0B47FA5D8FC4}"/>
                </a:ext>
              </a:extLst>
            </p:cNvPr>
            <p:cNvSpPr/>
            <p:nvPr/>
          </p:nvSpPr>
          <p:spPr>
            <a:xfrm>
              <a:off x="1463589" y="3526376"/>
              <a:ext cx="155247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A50F16AF-3D2A-474F-A4CB-2CA33B152C40}"/>
                </a:ext>
              </a:extLst>
            </p:cNvPr>
            <p:cNvSpPr/>
            <p:nvPr/>
          </p:nvSpPr>
          <p:spPr>
            <a:xfrm>
              <a:off x="3085850" y="352894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5B2EC969-2AE9-4148-B6B0-936DA6324403}"/>
                </a:ext>
              </a:extLst>
            </p:cNvPr>
            <p:cNvSpPr/>
            <p:nvPr/>
          </p:nvSpPr>
          <p:spPr>
            <a:xfrm>
              <a:off x="3603340" y="3528947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767B75B9-4CCB-43A5-8F84-E1D10C100F3A}"/>
                </a:ext>
              </a:extLst>
            </p:cNvPr>
            <p:cNvSpPr/>
            <p:nvPr/>
          </p:nvSpPr>
          <p:spPr>
            <a:xfrm>
              <a:off x="3085850" y="3528947"/>
              <a:ext cx="155247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2D8AEAB-4040-4682-BACD-449CB066D76C}"/>
                </a:ext>
              </a:extLst>
            </p:cNvPr>
            <p:cNvSpPr/>
            <p:nvPr/>
          </p:nvSpPr>
          <p:spPr>
            <a:xfrm>
              <a:off x="5058095" y="351372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598604AA-7CD6-4FA2-817A-D55350E0B49B}"/>
                </a:ext>
              </a:extLst>
            </p:cNvPr>
            <p:cNvSpPr/>
            <p:nvPr/>
          </p:nvSpPr>
          <p:spPr>
            <a:xfrm>
              <a:off x="6610565" y="351372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9FE0F0A-82C4-4874-A090-FD636693B2DF}"/>
                </a:ext>
              </a:extLst>
            </p:cNvPr>
            <p:cNvSpPr/>
            <p:nvPr/>
          </p:nvSpPr>
          <p:spPr>
            <a:xfrm>
              <a:off x="5046558" y="3513722"/>
              <a:ext cx="2081497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C268C60-09E7-456B-A384-ADD59070EA39}"/>
                </a:ext>
              </a:extLst>
            </p:cNvPr>
            <p:cNvSpPr/>
            <p:nvPr/>
          </p:nvSpPr>
          <p:spPr>
            <a:xfrm>
              <a:off x="1470130" y="3867707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1E835680-8CD0-4B82-8AD8-9A5262881816}"/>
                </a:ext>
              </a:extLst>
            </p:cNvPr>
            <p:cNvSpPr/>
            <p:nvPr/>
          </p:nvSpPr>
          <p:spPr>
            <a:xfrm>
              <a:off x="1987620" y="3867706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8B2700B2-B941-48C7-AF9F-46AD50794430}"/>
                </a:ext>
              </a:extLst>
            </p:cNvPr>
            <p:cNvSpPr/>
            <p:nvPr/>
          </p:nvSpPr>
          <p:spPr>
            <a:xfrm>
              <a:off x="2505110" y="3867706"/>
              <a:ext cx="510949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35D3FA30-A98E-422B-9EB6-C96F2AD7898A}"/>
                </a:ext>
              </a:extLst>
            </p:cNvPr>
            <p:cNvSpPr/>
            <p:nvPr/>
          </p:nvSpPr>
          <p:spPr>
            <a:xfrm>
              <a:off x="3092391" y="387027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C0CB83F0-A0BF-47C7-8941-3F498F39E95B}"/>
                </a:ext>
              </a:extLst>
            </p:cNvPr>
            <p:cNvSpPr/>
            <p:nvPr/>
          </p:nvSpPr>
          <p:spPr>
            <a:xfrm>
              <a:off x="3609881" y="3870277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1B6B5854-A67D-4476-8A16-68DFD0A724FB}"/>
                </a:ext>
              </a:extLst>
            </p:cNvPr>
            <p:cNvSpPr/>
            <p:nvPr/>
          </p:nvSpPr>
          <p:spPr>
            <a:xfrm>
              <a:off x="3609881" y="3870277"/>
              <a:ext cx="103498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9C08FCC-14E0-4F4E-9632-7A22EA56393D}"/>
                </a:ext>
              </a:extLst>
            </p:cNvPr>
            <p:cNvSpPr/>
            <p:nvPr/>
          </p:nvSpPr>
          <p:spPr>
            <a:xfrm>
              <a:off x="5065724" y="3870690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B64D6ED0-8D74-420C-B820-B36773BF6624}"/>
                </a:ext>
              </a:extLst>
            </p:cNvPr>
            <p:cNvSpPr/>
            <p:nvPr/>
          </p:nvSpPr>
          <p:spPr>
            <a:xfrm>
              <a:off x="5583214" y="3870689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47856376-6BEB-43C2-8BE0-3DDE188D3CBE}"/>
                </a:ext>
              </a:extLst>
            </p:cNvPr>
            <p:cNvSpPr/>
            <p:nvPr/>
          </p:nvSpPr>
          <p:spPr>
            <a:xfrm>
              <a:off x="6618194" y="387068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74A1AF2-2BE1-48C2-AA4B-0E710850B218}"/>
                </a:ext>
              </a:extLst>
            </p:cNvPr>
            <p:cNvSpPr txBox="1"/>
            <p:nvPr/>
          </p:nvSpPr>
          <p:spPr>
            <a:xfrm>
              <a:off x="5311228" y="3239251"/>
              <a:ext cx="16144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Case 3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566FBB37-4A92-416C-AD69-DF5280C43008}"/>
                </a:ext>
              </a:extLst>
            </p:cNvPr>
            <p:cNvSpPr txBox="1"/>
            <p:nvPr/>
          </p:nvSpPr>
          <p:spPr>
            <a:xfrm>
              <a:off x="814662" y="3816162"/>
              <a:ext cx="876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AEI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0EC3FD3-B1BC-4631-A8A4-BBB2604D6E62}"/>
                    </a:ext>
                  </a:extLst>
                </p:cNvPr>
                <p:cNvSpPr/>
                <p:nvPr/>
              </p:nvSpPr>
              <p:spPr>
                <a:xfrm>
                  <a:off x="1357950" y="1122222"/>
                  <a:ext cx="1798762" cy="8309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IN" sz="16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Case 1</a:t>
                  </a:r>
                  <a:endParaRPr lang="en-IN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IN" sz="16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IN" sz="1600" dirty="0"/>
                    <a:t>}</a:t>
                  </a: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0EC3FD3-B1BC-4631-A8A4-BBB2604D6E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950" y="1122222"/>
                  <a:ext cx="1798762" cy="830997"/>
                </a:xfrm>
                <a:prstGeom prst="rect">
                  <a:avLst/>
                </a:prstGeom>
                <a:blipFill>
                  <a:blip r:embed="rId7"/>
                  <a:stretch>
                    <a:fillRect t="-2941" b="-88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C9EE5179-C35E-414B-B469-83236F4CAE91}"/>
                    </a:ext>
                  </a:extLst>
                </p:cNvPr>
                <p:cNvSpPr/>
                <p:nvPr/>
              </p:nvSpPr>
              <p:spPr>
                <a:xfrm>
                  <a:off x="3071820" y="1101722"/>
                  <a:ext cx="1798762" cy="8309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IN" sz="16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Case 2</a:t>
                  </a:r>
                  <a:endParaRPr lang="en-IN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IN" sz="16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2}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C9EE5179-C35E-414B-B469-83236F4CAE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1820" y="1101722"/>
                  <a:ext cx="1798762" cy="830997"/>
                </a:xfrm>
                <a:prstGeom prst="rect">
                  <a:avLst/>
                </a:prstGeom>
                <a:blipFill>
                  <a:blip r:embed="rId8"/>
                  <a:stretch>
                    <a:fillRect t="-2941" b="-36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E3D36F48-2807-4309-B6B7-1FFB44D651CF}"/>
                    </a:ext>
                  </a:extLst>
                </p:cNvPr>
                <p:cNvSpPr/>
                <p:nvPr/>
              </p:nvSpPr>
              <p:spPr>
                <a:xfrm>
                  <a:off x="5159011" y="1106874"/>
                  <a:ext cx="1824217" cy="8309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IN" sz="16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Case 3</a:t>
                  </a:r>
                  <a:endParaRPr lang="en-IN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oMath>
                    </m:oMathPara>
                  </a14:m>
                  <a:endParaRPr lang="en-IN" sz="16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r>
                    <a:rPr lang="en-IN" sz="1600" dirty="0"/>
                    <a:t>}</a:t>
                  </a:r>
                </a:p>
              </p:txBody>
            </p:sp>
          </mc:Choice>
          <mc:Fallback xmlns=""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E3D36F48-2807-4309-B6B7-1FFB44D651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9011" y="1106874"/>
                  <a:ext cx="1824217" cy="830997"/>
                </a:xfrm>
                <a:prstGeom prst="rect">
                  <a:avLst/>
                </a:prstGeom>
                <a:blipFill>
                  <a:blip r:embed="rId9"/>
                  <a:stretch>
                    <a:fillRect t="-2941" b="-88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207CAF36-D548-49ED-9942-863339D5754D}"/>
                </a:ext>
              </a:extLst>
            </p:cNvPr>
            <p:cNvSpPr/>
            <p:nvPr/>
          </p:nvSpPr>
          <p:spPr>
            <a:xfrm>
              <a:off x="5573807" y="3870689"/>
              <a:ext cx="1044387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EE02641-1657-4192-A92C-62B7172BE96E}"/>
                    </a:ext>
                  </a:extLst>
                </p:cNvPr>
                <p:cNvSpPr txBox="1"/>
                <p:nvPr/>
              </p:nvSpPr>
              <p:spPr>
                <a:xfrm>
                  <a:off x="2217667" y="826266"/>
                  <a:ext cx="5088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Task-Set 1 (Victim=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, Attacker ={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,</a:t>
                  </a:r>
                  <a:r>
                    <a:rPr lang="en-IN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IN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}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EE02641-1657-4192-A92C-62B7172BE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7667" y="826266"/>
                  <a:ext cx="508850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078" t="-13333" b="-2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58718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96328F-32B5-46A0-A489-C2A9366B87FB}"/>
              </a:ext>
            </a:extLst>
          </p:cNvPr>
          <p:cNvSpPr/>
          <p:nvPr/>
        </p:nvSpPr>
        <p:spPr>
          <a:xfrm>
            <a:off x="3164141" y="132561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B9DCE-27AE-467D-BF0F-3F29C14C0599}"/>
              </a:ext>
            </a:extLst>
          </p:cNvPr>
          <p:cNvSpPr/>
          <p:nvPr/>
        </p:nvSpPr>
        <p:spPr>
          <a:xfrm>
            <a:off x="3681631" y="132561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0E402-C579-4A8C-A6D7-3022404C102A}"/>
              </a:ext>
            </a:extLst>
          </p:cNvPr>
          <p:cNvSpPr/>
          <p:nvPr/>
        </p:nvSpPr>
        <p:spPr>
          <a:xfrm>
            <a:off x="4199121" y="132561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0377AE-58FB-40CD-9E1E-5736F71061A8}"/>
              </a:ext>
            </a:extLst>
          </p:cNvPr>
          <p:cNvSpPr/>
          <p:nvPr/>
        </p:nvSpPr>
        <p:spPr>
          <a:xfrm>
            <a:off x="3164141" y="158185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14641-F297-4B8A-817D-8EFF063F7F69}"/>
              </a:ext>
            </a:extLst>
          </p:cNvPr>
          <p:cNvSpPr/>
          <p:nvPr/>
        </p:nvSpPr>
        <p:spPr>
          <a:xfrm>
            <a:off x="3681631" y="1581850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C3B18A-9101-43A7-AD49-D87FE94383DC}"/>
              </a:ext>
            </a:extLst>
          </p:cNvPr>
          <p:cNvSpPr/>
          <p:nvPr/>
        </p:nvSpPr>
        <p:spPr>
          <a:xfrm>
            <a:off x="4199121" y="158184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E622E2-5D4B-49AE-B35F-78AEE9864269}"/>
              </a:ext>
            </a:extLst>
          </p:cNvPr>
          <p:cNvSpPr/>
          <p:nvPr/>
        </p:nvSpPr>
        <p:spPr>
          <a:xfrm>
            <a:off x="3164141" y="183808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84BEC1-71F1-48A5-A7D5-FFBE83C46DAB}"/>
              </a:ext>
            </a:extLst>
          </p:cNvPr>
          <p:cNvSpPr/>
          <p:nvPr/>
        </p:nvSpPr>
        <p:spPr>
          <a:xfrm>
            <a:off x="3681631" y="183808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62D058-DB07-4855-AAA8-EA909216E252}"/>
              </a:ext>
            </a:extLst>
          </p:cNvPr>
          <p:cNvSpPr/>
          <p:nvPr/>
        </p:nvSpPr>
        <p:spPr>
          <a:xfrm>
            <a:off x="3164141" y="207589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445AF5-2DA2-46B2-B37A-7150C175BE19}"/>
              </a:ext>
            </a:extLst>
          </p:cNvPr>
          <p:cNvSpPr/>
          <p:nvPr/>
        </p:nvSpPr>
        <p:spPr>
          <a:xfrm>
            <a:off x="3681631" y="207589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96262B-6A2E-423E-95C0-3D47276A101C}"/>
              </a:ext>
            </a:extLst>
          </p:cNvPr>
          <p:cNvSpPr/>
          <p:nvPr/>
        </p:nvSpPr>
        <p:spPr>
          <a:xfrm>
            <a:off x="4199121" y="207589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917AE-BC92-4C3A-A64E-95EFB8357CCC}"/>
              </a:ext>
            </a:extLst>
          </p:cNvPr>
          <p:cNvSpPr/>
          <p:nvPr/>
        </p:nvSpPr>
        <p:spPr>
          <a:xfrm>
            <a:off x="3164141" y="233212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8C539-C68D-4446-9AC0-F3E87FCB4A5B}"/>
              </a:ext>
            </a:extLst>
          </p:cNvPr>
          <p:cNvSpPr/>
          <p:nvPr/>
        </p:nvSpPr>
        <p:spPr>
          <a:xfrm>
            <a:off x="3681631" y="2332127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E44F7D-96EA-478B-9815-5124FB2DD51F}"/>
              </a:ext>
            </a:extLst>
          </p:cNvPr>
          <p:cNvSpPr/>
          <p:nvPr/>
        </p:nvSpPr>
        <p:spPr>
          <a:xfrm>
            <a:off x="3677645" y="2332126"/>
            <a:ext cx="1038966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3A8971-2EC1-4A33-80A7-D8435AAF7A9E}"/>
              </a:ext>
            </a:extLst>
          </p:cNvPr>
          <p:cNvCxnSpPr>
            <a:cxnSpLocks/>
          </p:cNvCxnSpPr>
          <p:nvPr/>
        </p:nvCxnSpPr>
        <p:spPr>
          <a:xfrm>
            <a:off x="3164141" y="1246909"/>
            <a:ext cx="0" cy="305354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BB5675-6CA0-42C9-A93D-DB441232FD08}"/>
              </a:ext>
            </a:extLst>
          </p:cNvPr>
          <p:cNvCxnSpPr>
            <a:cxnSpLocks/>
          </p:cNvCxnSpPr>
          <p:nvPr/>
        </p:nvCxnSpPr>
        <p:spPr>
          <a:xfrm>
            <a:off x="4199121" y="1325616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060F87F-917F-4F6A-85DF-1663FB171B5F}"/>
              </a:ext>
            </a:extLst>
          </p:cNvPr>
          <p:cNvSpPr/>
          <p:nvPr/>
        </p:nvSpPr>
        <p:spPr>
          <a:xfrm>
            <a:off x="3715484" y="1609233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55E338-82A4-41B7-B8BC-C1535BD37D73}"/>
              </a:ext>
            </a:extLst>
          </p:cNvPr>
          <p:cNvSpPr/>
          <p:nvPr/>
        </p:nvSpPr>
        <p:spPr>
          <a:xfrm>
            <a:off x="3732846" y="2366172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4FC100-F7B7-4838-9F90-FE8BC81D09B2}"/>
              </a:ext>
            </a:extLst>
          </p:cNvPr>
          <p:cNvSpPr/>
          <p:nvPr/>
        </p:nvSpPr>
        <p:spPr>
          <a:xfrm>
            <a:off x="3684620" y="1838081"/>
            <a:ext cx="1031991" cy="2421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1B8FBD-2B70-4E11-A1EA-BDBCFF83FF8F}"/>
              </a:ext>
            </a:extLst>
          </p:cNvPr>
          <p:cNvCxnSpPr>
            <a:cxnSpLocks/>
          </p:cNvCxnSpPr>
          <p:nvPr/>
        </p:nvCxnSpPr>
        <p:spPr>
          <a:xfrm>
            <a:off x="3681631" y="185103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BA419-C3B1-4F2C-B231-7A129C4F6398}"/>
              </a:ext>
            </a:extLst>
          </p:cNvPr>
          <p:cNvSpPr/>
          <p:nvPr/>
        </p:nvSpPr>
        <p:spPr>
          <a:xfrm>
            <a:off x="6695915" y="424655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C29B68-45A6-4259-ACB4-0E60FCFD387F}"/>
              </a:ext>
            </a:extLst>
          </p:cNvPr>
          <p:cNvSpPr/>
          <p:nvPr/>
        </p:nvSpPr>
        <p:spPr>
          <a:xfrm>
            <a:off x="7213405" y="424655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195E3B-1016-410D-96F4-2A640D1DA7AC}"/>
              </a:ext>
            </a:extLst>
          </p:cNvPr>
          <p:cNvSpPr/>
          <p:nvPr/>
        </p:nvSpPr>
        <p:spPr>
          <a:xfrm>
            <a:off x="7730893" y="4246552"/>
            <a:ext cx="517491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862119-BD46-49A5-8F9C-B6A4CBA4C348}"/>
              </a:ext>
            </a:extLst>
          </p:cNvPr>
          <p:cNvSpPr/>
          <p:nvPr/>
        </p:nvSpPr>
        <p:spPr>
          <a:xfrm>
            <a:off x="3166385" y="258401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52E144-198F-4DAB-9BEB-5049E0B65597}"/>
              </a:ext>
            </a:extLst>
          </p:cNvPr>
          <p:cNvSpPr/>
          <p:nvPr/>
        </p:nvSpPr>
        <p:spPr>
          <a:xfrm>
            <a:off x="3683875" y="258401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E534FA-655C-4495-8F45-A0B31A0B4531}"/>
              </a:ext>
            </a:extLst>
          </p:cNvPr>
          <p:cNvSpPr/>
          <p:nvPr/>
        </p:nvSpPr>
        <p:spPr>
          <a:xfrm>
            <a:off x="4201365" y="258401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4B1D0D-E143-4390-803E-DD7DB591C0C6}"/>
              </a:ext>
            </a:extLst>
          </p:cNvPr>
          <p:cNvSpPr/>
          <p:nvPr/>
        </p:nvSpPr>
        <p:spPr>
          <a:xfrm>
            <a:off x="3162535" y="283093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586BE7-FE7E-4DFB-B61D-9ADFF2E84CA3}"/>
              </a:ext>
            </a:extLst>
          </p:cNvPr>
          <p:cNvSpPr/>
          <p:nvPr/>
        </p:nvSpPr>
        <p:spPr>
          <a:xfrm>
            <a:off x="3680025" y="28309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C48D3D-1615-4EDE-8671-144D6F69066C}"/>
              </a:ext>
            </a:extLst>
          </p:cNvPr>
          <p:cNvSpPr/>
          <p:nvPr/>
        </p:nvSpPr>
        <p:spPr>
          <a:xfrm>
            <a:off x="4197515" y="283093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81F4A1-4732-4FE6-93A3-836150D0EF3A}"/>
              </a:ext>
            </a:extLst>
          </p:cNvPr>
          <p:cNvSpPr/>
          <p:nvPr/>
        </p:nvSpPr>
        <p:spPr>
          <a:xfrm>
            <a:off x="3162535" y="308716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B36264-9751-400F-94E5-E90CD063ECDB}"/>
              </a:ext>
            </a:extLst>
          </p:cNvPr>
          <p:cNvSpPr/>
          <p:nvPr/>
        </p:nvSpPr>
        <p:spPr>
          <a:xfrm>
            <a:off x="3680025" y="3087164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1B0265-5A8E-4BF5-A107-FBA96E3F5BE1}"/>
              </a:ext>
            </a:extLst>
          </p:cNvPr>
          <p:cNvSpPr/>
          <p:nvPr/>
        </p:nvSpPr>
        <p:spPr>
          <a:xfrm>
            <a:off x="4197515" y="308716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EAA1E3-F51B-42B5-8204-D1F95F4F1600}"/>
              </a:ext>
            </a:extLst>
          </p:cNvPr>
          <p:cNvCxnSpPr>
            <a:cxnSpLocks/>
          </p:cNvCxnSpPr>
          <p:nvPr/>
        </p:nvCxnSpPr>
        <p:spPr>
          <a:xfrm>
            <a:off x="4716611" y="1246909"/>
            <a:ext cx="0" cy="3014749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5F23DFE-AE82-452A-92DA-068F3F651E74}"/>
              </a:ext>
            </a:extLst>
          </p:cNvPr>
          <p:cNvCxnSpPr>
            <a:cxnSpLocks/>
          </p:cNvCxnSpPr>
          <p:nvPr/>
        </p:nvCxnSpPr>
        <p:spPr>
          <a:xfrm>
            <a:off x="5187266" y="409726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8109FF1-4DEC-45E5-9DD5-0986F186CD28}"/>
              </a:ext>
            </a:extLst>
          </p:cNvPr>
          <p:cNvCxnSpPr>
            <a:cxnSpLocks/>
          </p:cNvCxnSpPr>
          <p:nvPr/>
        </p:nvCxnSpPr>
        <p:spPr>
          <a:xfrm flipH="1" flipV="1">
            <a:off x="8897336" y="1188855"/>
            <a:ext cx="1695352" cy="58054"/>
          </a:xfrm>
          <a:prstGeom prst="line">
            <a:avLst/>
          </a:prstGeom>
          <a:solidFill>
            <a:schemeClr val="bg1"/>
          </a:solidFill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FD3AFF79-EDF2-4699-8D82-05179820B2C4}"/>
              </a:ext>
            </a:extLst>
          </p:cNvPr>
          <p:cNvSpPr/>
          <p:nvPr/>
        </p:nvSpPr>
        <p:spPr>
          <a:xfrm>
            <a:off x="5571608" y="2665820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D41B6CB-7F3D-47F6-B4CC-6154528878FA}"/>
              </a:ext>
            </a:extLst>
          </p:cNvPr>
          <p:cNvCxnSpPr>
            <a:cxnSpLocks/>
          </p:cNvCxnSpPr>
          <p:nvPr/>
        </p:nvCxnSpPr>
        <p:spPr>
          <a:xfrm>
            <a:off x="4870135" y="407513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FDD62AD3-F563-48D7-8117-634E8ED091AD}"/>
              </a:ext>
            </a:extLst>
          </p:cNvPr>
          <p:cNvSpPr/>
          <p:nvPr/>
        </p:nvSpPr>
        <p:spPr>
          <a:xfrm>
            <a:off x="5247874" y="3532117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A9147CD-8C14-4A39-B8AC-A82776695409}"/>
              </a:ext>
            </a:extLst>
          </p:cNvPr>
          <p:cNvGrpSpPr/>
          <p:nvPr/>
        </p:nvGrpSpPr>
        <p:grpSpPr>
          <a:xfrm>
            <a:off x="6040020" y="1354018"/>
            <a:ext cx="2139167" cy="2800530"/>
            <a:chOff x="6110215" y="1388012"/>
            <a:chExt cx="2139167" cy="2800530"/>
          </a:xfrm>
        </p:grpSpPr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1B27E12D-C6B5-489E-9877-D5AC95BA71CF}"/>
                </a:ext>
              </a:extLst>
            </p:cNvPr>
            <p:cNvSpPr/>
            <p:nvPr/>
          </p:nvSpPr>
          <p:spPr>
            <a:xfrm>
              <a:off x="6110215" y="2791063"/>
              <a:ext cx="2138167" cy="1240440"/>
            </a:xfrm>
            <a:prstGeom prst="roundRect">
              <a:avLst>
                <a:gd name="adj" fmla="val 1821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AB9128DE-CEFE-4616-A143-46F51B587FDA}"/>
                </a:ext>
              </a:extLst>
            </p:cNvPr>
            <p:cNvSpPr/>
            <p:nvPr/>
          </p:nvSpPr>
          <p:spPr>
            <a:xfrm>
              <a:off x="6110220" y="1512964"/>
              <a:ext cx="2138166" cy="1268570"/>
            </a:xfrm>
            <a:prstGeom prst="roundRect">
              <a:avLst>
                <a:gd name="adj" fmla="val 182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800C8E2-E4DD-487C-8983-ACEEC032E67F}"/>
                </a:ext>
              </a:extLst>
            </p:cNvPr>
            <p:cNvSpPr txBox="1"/>
            <p:nvPr/>
          </p:nvSpPr>
          <p:spPr>
            <a:xfrm>
              <a:off x="6143768" y="1521049"/>
              <a:ext cx="587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3ECEF3-EB7D-4ECC-9685-7FECB9497707}"/>
                </a:ext>
              </a:extLst>
            </p:cNvPr>
            <p:cNvSpPr txBox="1"/>
            <p:nvPr/>
          </p:nvSpPr>
          <p:spPr>
            <a:xfrm>
              <a:off x="6153211" y="1809183"/>
              <a:ext cx="587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D4591CB-8E28-4EBD-9FB1-BD17EB6187DD}"/>
                </a:ext>
              </a:extLst>
            </p:cNvPr>
            <p:cNvSpPr txBox="1"/>
            <p:nvPr/>
          </p:nvSpPr>
          <p:spPr>
            <a:xfrm>
              <a:off x="6138163" y="2071380"/>
              <a:ext cx="587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t=6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3BD3BFF-7EF7-48BB-81CC-672919A4FADA}"/>
                </a:ext>
              </a:extLst>
            </p:cNvPr>
            <p:cNvSpPr txBox="1"/>
            <p:nvPr/>
          </p:nvSpPr>
          <p:spPr>
            <a:xfrm>
              <a:off x="6139971" y="2293378"/>
              <a:ext cx="641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t=9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4A1EC1B-6066-48B4-925A-C7BCF857003F}"/>
                </a:ext>
              </a:extLst>
            </p:cNvPr>
            <p:cNvSpPr txBox="1"/>
            <p:nvPr/>
          </p:nvSpPr>
          <p:spPr>
            <a:xfrm>
              <a:off x="6144528" y="2541139"/>
              <a:ext cx="641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EC603F8-696F-434B-994A-E40B994EC735}"/>
                </a:ext>
              </a:extLst>
            </p:cNvPr>
            <p:cNvSpPr/>
            <p:nvPr/>
          </p:nvSpPr>
          <p:spPr>
            <a:xfrm>
              <a:off x="6696912" y="1519321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995F5F-0CAD-4508-A892-BC03220C3F81}"/>
                </a:ext>
              </a:extLst>
            </p:cNvPr>
            <p:cNvSpPr/>
            <p:nvPr/>
          </p:nvSpPr>
          <p:spPr>
            <a:xfrm>
              <a:off x="7214402" y="151932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BFA6144-F3B0-4B5A-95CC-E1A003138E9C}"/>
                </a:ext>
              </a:extLst>
            </p:cNvPr>
            <p:cNvSpPr/>
            <p:nvPr/>
          </p:nvSpPr>
          <p:spPr>
            <a:xfrm>
              <a:off x="7731892" y="1519320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1711827-4028-4428-AEA5-2F1DD8364D18}"/>
                </a:ext>
              </a:extLst>
            </p:cNvPr>
            <p:cNvSpPr/>
            <p:nvPr/>
          </p:nvSpPr>
          <p:spPr>
            <a:xfrm>
              <a:off x="6696912" y="1775554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46A9DF3-F681-44E8-9E42-7C003F859F87}"/>
                </a:ext>
              </a:extLst>
            </p:cNvPr>
            <p:cNvSpPr/>
            <p:nvPr/>
          </p:nvSpPr>
          <p:spPr>
            <a:xfrm>
              <a:off x="7214402" y="1775554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26AB0BB-F908-46EB-ADD6-A053FE5B6187}"/>
                </a:ext>
              </a:extLst>
            </p:cNvPr>
            <p:cNvSpPr/>
            <p:nvPr/>
          </p:nvSpPr>
          <p:spPr>
            <a:xfrm>
              <a:off x="7731892" y="177555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0DADD76-247C-4CAC-8104-DDD75E5EF095}"/>
                </a:ext>
              </a:extLst>
            </p:cNvPr>
            <p:cNvSpPr/>
            <p:nvPr/>
          </p:nvSpPr>
          <p:spPr>
            <a:xfrm>
              <a:off x="6696912" y="2031786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6246F27-C3D2-4154-91ED-B205278598CB}"/>
                </a:ext>
              </a:extLst>
            </p:cNvPr>
            <p:cNvSpPr/>
            <p:nvPr/>
          </p:nvSpPr>
          <p:spPr>
            <a:xfrm>
              <a:off x="7214402" y="2031786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3BFC91B-A506-4B5E-ABC5-19D2DBDC7378}"/>
                </a:ext>
              </a:extLst>
            </p:cNvPr>
            <p:cNvSpPr/>
            <p:nvPr/>
          </p:nvSpPr>
          <p:spPr>
            <a:xfrm>
              <a:off x="7731892" y="2031785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0BEFAEF-4579-411C-8DAC-1287FE7335A4}"/>
                </a:ext>
              </a:extLst>
            </p:cNvPr>
            <p:cNvSpPr/>
            <p:nvPr/>
          </p:nvSpPr>
          <p:spPr>
            <a:xfrm>
              <a:off x="6696912" y="2269598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9E59551-9C03-4075-BE97-BD4C4788ED33}"/>
                </a:ext>
              </a:extLst>
            </p:cNvPr>
            <p:cNvSpPr/>
            <p:nvPr/>
          </p:nvSpPr>
          <p:spPr>
            <a:xfrm>
              <a:off x="7214402" y="226959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5C9A10C-6178-4F34-9076-626E23807C0D}"/>
                </a:ext>
              </a:extLst>
            </p:cNvPr>
            <p:cNvSpPr/>
            <p:nvPr/>
          </p:nvSpPr>
          <p:spPr>
            <a:xfrm>
              <a:off x="7731892" y="2269597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27FE16E-E771-4D1D-B8A1-8166916AB71F}"/>
                </a:ext>
              </a:extLst>
            </p:cNvPr>
            <p:cNvSpPr/>
            <p:nvPr/>
          </p:nvSpPr>
          <p:spPr>
            <a:xfrm>
              <a:off x="6696912" y="2525831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A4E84EA-33B1-4EF3-8E5A-16FD11660052}"/>
                </a:ext>
              </a:extLst>
            </p:cNvPr>
            <p:cNvSpPr/>
            <p:nvPr/>
          </p:nvSpPr>
          <p:spPr>
            <a:xfrm>
              <a:off x="7214402" y="2525831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5A116D2-1082-4AE2-8B3F-D1A7ED599B60}"/>
                </a:ext>
              </a:extLst>
            </p:cNvPr>
            <p:cNvSpPr/>
            <p:nvPr/>
          </p:nvSpPr>
          <p:spPr>
            <a:xfrm>
              <a:off x="7731892" y="2525830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7F60909-C1FC-46E2-B086-568B639E4D40}"/>
                </a:ext>
              </a:extLst>
            </p:cNvPr>
            <p:cNvSpPr/>
            <p:nvPr/>
          </p:nvSpPr>
          <p:spPr>
            <a:xfrm>
              <a:off x="6696912" y="2781613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519D223-E715-4788-AAD1-3A3479DF5141}"/>
                </a:ext>
              </a:extLst>
            </p:cNvPr>
            <p:cNvSpPr/>
            <p:nvPr/>
          </p:nvSpPr>
          <p:spPr>
            <a:xfrm>
              <a:off x="7214402" y="278161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6C0219A-3DCE-4E94-8C55-C1C52377BF1E}"/>
                </a:ext>
              </a:extLst>
            </p:cNvPr>
            <p:cNvSpPr/>
            <p:nvPr/>
          </p:nvSpPr>
          <p:spPr>
            <a:xfrm>
              <a:off x="7731892" y="2781612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9453130-83E3-4829-8F44-E00AD648EDF4}"/>
                </a:ext>
              </a:extLst>
            </p:cNvPr>
            <p:cNvSpPr/>
            <p:nvPr/>
          </p:nvSpPr>
          <p:spPr>
            <a:xfrm>
              <a:off x="6696912" y="3037846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CBBD917-D3B8-4CAE-8871-E79345BA05BD}"/>
                </a:ext>
              </a:extLst>
            </p:cNvPr>
            <p:cNvSpPr/>
            <p:nvPr/>
          </p:nvSpPr>
          <p:spPr>
            <a:xfrm>
              <a:off x="7214402" y="3037846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54503D2-EB39-404F-A8D3-6EA7584A78AE}"/>
                </a:ext>
              </a:extLst>
            </p:cNvPr>
            <p:cNvSpPr/>
            <p:nvPr/>
          </p:nvSpPr>
          <p:spPr>
            <a:xfrm>
              <a:off x="7731892" y="3037845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C4E131A-EE6A-4290-8624-2E2151ACC353}"/>
                </a:ext>
              </a:extLst>
            </p:cNvPr>
            <p:cNvSpPr/>
            <p:nvPr/>
          </p:nvSpPr>
          <p:spPr>
            <a:xfrm>
              <a:off x="6696912" y="3294078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3B8F9CF-9DE5-4456-AC32-57FCEF26F7BD}"/>
                </a:ext>
              </a:extLst>
            </p:cNvPr>
            <p:cNvSpPr/>
            <p:nvPr/>
          </p:nvSpPr>
          <p:spPr>
            <a:xfrm>
              <a:off x="7214402" y="3294078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FC87BFA-4D77-46F3-B1B0-500F0DBADE07}"/>
                </a:ext>
              </a:extLst>
            </p:cNvPr>
            <p:cNvSpPr/>
            <p:nvPr/>
          </p:nvSpPr>
          <p:spPr>
            <a:xfrm>
              <a:off x="7731892" y="3294077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599F79D-94D6-43AE-8215-E55250FBD680}"/>
                </a:ext>
              </a:extLst>
            </p:cNvPr>
            <p:cNvSpPr/>
            <p:nvPr/>
          </p:nvSpPr>
          <p:spPr>
            <a:xfrm>
              <a:off x="6696912" y="3531890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7D9C217-B9BA-4796-B583-7C75856DBF68}"/>
                </a:ext>
              </a:extLst>
            </p:cNvPr>
            <p:cNvSpPr/>
            <p:nvPr/>
          </p:nvSpPr>
          <p:spPr>
            <a:xfrm>
              <a:off x="7214402" y="3531890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11C73D1-34E4-4D38-A36E-7BF2CF14765B}"/>
                </a:ext>
              </a:extLst>
            </p:cNvPr>
            <p:cNvSpPr/>
            <p:nvPr/>
          </p:nvSpPr>
          <p:spPr>
            <a:xfrm>
              <a:off x="7731892" y="3531889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18BF6FB-CD73-426D-B641-6A32F002A297}"/>
                </a:ext>
              </a:extLst>
            </p:cNvPr>
            <p:cNvSpPr/>
            <p:nvPr/>
          </p:nvSpPr>
          <p:spPr>
            <a:xfrm>
              <a:off x="6696912" y="3788123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083B89E-92D1-497E-B7F3-50282B95846F}"/>
                </a:ext>
              </a:extLst>
            </p:cNvPr>
            <p:cNvSpPr/>
            <p:nvPr/>
          </p:nvSpPr>
          <p:spPr>
            <a:xfrm>
              <a:off x="7214402" y="378812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2E8E2BA-2B34-4F8A-ADE3-EC44814DBBAB}"/>
                </a:ext>
              </a:extLst>
            </p:cNvPr>
            <p:cNvSpPr/>
            <p:nvPr/>
          </p:nvSpPr>
          <p:spPr>
            <a:xfrm>
              <a:off x="7731892" y="3788122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1A3888B-C84B-4680-BF75-044B5AD0EC08}"/>
                </a:ext>
              </a:extLst>
            </p:cNvPr>
            <p:cNvCxnSpPr>
              <a:cxnSpLocks/>
            </p:cNvCxnSpPr>
            <p:nvPr/>
          </p:nvCxnSpPr>
          <p:spPr>
            <a:xfrm>
              <a:off x="8249382" y="1388012"/>
              <a:ext cx="0" cy="280053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C18973F-8B29-4568-8D19-2CE8711C0086}"/>
                </a:ext>
              </a:extLst>
            </p:cNvPr>
            <p:cNvCxnSpPr>
              <a:cxnSpLocks/>
            </p:cNvCxnSpPr>
            <p:nvPr/>
          </p:nvCxnSpPr>
          <p:spPr>
            <a:xfrm>
              <a:off x="7221131" y="2046707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46715E6-2C47-40BE-B032-27E28A7168F0}"/>
                </a:ext>
              </a:extLst>
            </p:cNvPr>
            <p:cNvCxnSpPr>
              <a:cxnSpLocks/>
            </p:cNvCxnSpPr>
            <p:nvPr/>
          </p:nvCxnSpPr>
          <p:spPr>
            <a:xfrm>
              <a:off x="6696912" y="1388012"/>
              <a:ext cx="0" cy="2800530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D9AEA92-F434-4396-BCC6-C7E6545E7C89}"/>
                </a:ext>
              </a:extLst>
            </p:cNvPr>
            <p:cNvCxnSpPr>
              <a:cxnSpLocks/>
            </p:cNvCxnSpPr>
            <p:nvPr/>
          </p:nvCxnSpPr>
          <p:spPr>
            <a:xfrm>
              <a:off x="6734913" y="2544179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731A4F8-D01C-4B93-9C6C-E8F41A4E921B}"/>
                </a:ext>
              </a:extLst>
            </p:cNvPr>
            <p:cNvCxnSpPr>
              <a:cxnSpLocks/>
            </p:cNvCxnSpPr>
            <p:nvPr/>
          </p:nvCxnSpPr>
          <p:spPr>
            <a:xfrm>
              <a:off x="7731892" y="2794563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BA1FABA-F5EB-4379-A896-D9D5831A2769}"/>
                </a:ext>
              </a:extLst>
            </p:cNvPr>
            <p:cNvCxnSpPr>
              <a:cxnSpLocks/>
            </p:cNvCxnSpPr>
            <p:nvPr/>
          </p:nvCxnSpPr>
          <p:spPr>
            <a:xfrm>
              <a:off x="7731892" y="1519320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DE31D11B-85CC-4DEE-95F3-FB1F124BB388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1576541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5A32006-10D1-424B-8288-C5E49D128C85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1847695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495475BE-959F-465A-84FE-0C6DC47BFA6D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2055665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D033910D-C79F-48C8-9515-2696285F91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2326819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E576D2C-38FD-4C82-B5E5-A482D80C5A74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2568513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519F4CBD-78B3-4E6B-8B8A-936E7EAFD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2839667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14763ED-D26C-4599-9B73-BF883F8E12B4}"/>
                </a:ext>
              </a:extLst>
            </p:cNvPr>
            <p:cNvCxnSpPr>
              <a:cxnSpLocks/>
            </p:cNvCxnSpPr>
            <p:nvPr/>
          </p:nvCxnSpPr>
          <p:spPr>
            <a:xfrm>
              <a:off x="7730895" y="3095065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D9FC663-5022-4687-A300-983CAD2B7621}"/>
                </a:ext>
              </a:extLst>
            </p:cNvPr>
            <p:cNvCxnSpPr>
              <a:cxnSpLocks/>
            </p:cNvCxnSpPr>
            <p:nvPr/>
          </p:nvCxnSpPr>
          <p:spPr>
            <a:xfrm>
              <a:off x="7213405" y="3596842"/>
              <a:ext cx="0" cy="199012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022D8A83-9FF8-4CD7-81B4-1713CAA8D392}"/>
                </a:ext>
              </a:extLst>
            </p:cNvPr>
            <p:cNvSpPr/>
            <p:nvPr/>
          </p:nvSpPr>
          <p:spPr>
            <a:xfrm>
              <a:off x="7276401" y="1819679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D627BDF-EA6A-4DC2-958A-8A418E6794F6}"/>
                </a:ext>
              </a:extLst>
            </p:cNvPr>
            <p:cNvSpPr/>
            <p:nvPr/>
          </p:nvSpPr>
          <p:spPr>
            <a:xfrm>
              <a:off x="7266892" y="2561161"/>
              <a:ext cx="110859" cy="1121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FBA84F7-E656-4C99-B5B5-22C33980D17C}"/>
                </a:ext>
              </a:extLst>
            </p:cNvPr>
            <p:cNvSpPr txBox="1"/>
            <p:nvPr/>
          </p:nvSpPr>
          <p:spPr>
            <a:xfrm>
              <a:off x="6143950" y="2774666"/>
              <a:ext cx="587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t=15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B32DDC1-E204-4A6E-B7FF-5CCB429B6256}"/>
                </a:ext>
              </a:extLst>
            </p:cNvPr>
            <p:cNvSpPr txBox="1"/>
            <p:nvPr/>
          </p:nvSpPr>
          <p:spPr>
            <a:xfrm>
              <a:off x="6139946" y="3064694"/>
              <a:ext cx="587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t=18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ECD74FC-B43D-4D03-912E-9F72BC80338A}"/>
                </a:ext>
              </a:extLst>
            </p:cNvPr>
            <p:cNvSpPr txBox="1"/>
            <p:nvPr/>
          </p:nvSpPr>
          <p:spPr>
            <a:xfrm>
              <a:off x="6138345" y="3324997"/>
              <a:ext cx="587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53B09BA-F901-452C-BC68-DF13232AE934}"/>
                </a:ext>
              </a:extLst>
            </p:cNvPr>
            <p:cNvSpPr txBox="1"/>
            <p:nvPr/>
          </p:nvSpPr>
          <p:spPr>
            <a:xfrm>
              <a:off x="6140153" y="3546995"/>
              <a:ext cx="641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t=24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2CEFA09-752F-4026-A704-AA35B2F48B60}"/>
                </a:ext>
              </a:extLst>
            </p:cNvPr>
            <p:cNvSpPr txBox="1"/>
            <p:nvPr/>
          </p:nvSpPr>
          <p:spPr>
            <a:xfrm>
              <a:off x="6144710" y="3794756"/>
              <a:ext cx="641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t=27</a:t>
              </a:r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86D5C81-A53A-4E23-A8B8-2CB6B8AAA9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4528" y="2771976"/>
              <a:ext cx="2103854" cy="9558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55CE4EAC-3D05-4032-95B0-DA9F21F2598B}"/>
                </a:ext>
              </a:extLst>
            </p:cNvPr>
            <p:cNvCxnSpPr>
              <a:cxnSpLocks/>
            </p:cNvCxnSpPr>
            <p:nvPr/>
          </p:nvCxnSpPr>
          <p:spPr>
            <a:xfrm>
              <a:off x="6695915" y="3294077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9884D49D-FFAB-4619-889B-24EF1BA46ADA}"/>
                </a:ext>
              </a:extLst>
            </p:cNvPr>
            <p:cNvCxnSpPr>
              <a:cxnSpLocks/>
            </p:cNvCxnSpPr>
            <p:nvPr/>
          </p:nvCxnSpPr>
          <p:spPr>
            <a:xfrm>
              <a:off x="7730895" y="3552572"/>
              <a:ext cx="0" cy="24328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4FA377B-99FC-4999-963D-0A8B231B56D5}"/>
              </a:ext>
            </a:extLst>
          </p:cNvPr>
          <p:cNvSpPr/>
          <p:nvPr/>
        </p:nvSpPr>
        <p:spPr>
          <a:xfrm>
            <a:off x="9918778" y="4698165"/>
            <a:ext cx="415514" cy="173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248ECB4-BC20-4598-BA7E-63D2709335C6}"/>
              </a:ext>
            </a:extLst>
          </p:cNvPr>
          <p:cNvSpPr/>
          <p:nvPr/>
        </p:nvSpPr>
        <p:spPr>
          <a:xfrm>
            <a:off x="10384931" y="5050411"/>
            <a:ext cx="415514" cy="173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170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96328F-32B5-46A0-A489-C2A9366B87FB}"/>
              </a:ext>
            </a:extLst>
          </p:cNvPr>
          <p:cNvSpPr/>
          <p:nvPr/>
        </p:nvSpPr>
        <p:spPr>
          <a:xfrm>
            <a:off x="3164141" y="132561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B9DCE-27AE-467D-BF0F-3F29C14C0599}"/>
              </a:ext>
            </a:extLst>
          </p:cNvPr>
          <p:cNvSpPr/>
          <p:nvPr/>
        </p:nvSpPr>
        <p:spPr>
          <a:xfrm>
            <a:off x="3681631" y="132561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0E402-C579-4A8C-A6D7-3022404C102A}"/>
              </a:ext>
            </a:extLst>
          </p:cNvPr>
          <p:cNvSpPr/>
          <p:nvPr/>
        </p:nvSpPr>
        <p:spPr>
          <a:xfrm>
            <a:off x="4199121" y="132561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0377AE-58FB-40CD-9E1E-5736F71061A8}"/>
              </a:ext>
            </a:extLst>
          </p:cNvPr>
          <p:cNvSpPr/>
          <p:nvPr/>
        </p:nvSpPr>
        <p:spPr>
          <a:xfrm>
            <a:off x="3164141" y="158185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14641-F297-4B8A-817D-8EFF063F7F69}"/>
              </a:ext>
            </a:extLst>
          </p:cNvPr>
          <p:cNvSpPr/>
          <p:nvPr/>
        </p:nvSpPr>
        <p:spPr>
          <a:xfrm>
            <a:off x="3681631" y="1581850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C3B18A-9101-43A7-AD49-D87FE94383DC}"/>
              </a:ext>
            </a:extLst>
          </p:cNvPr>
          <p:cNvSpPr/>
          <p:nvPr/>
        </p:nvSpPr>
        <p:spPr>
          <a:xfrm>
            <a:off x="4199121" y="158184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E622E2-5D4B-49AE-B35F-78AEE9864269}"/>
              </a:ext>
            </a:extLst>
          </p:cNvPr>
          <p:cNvSpPr/>
          <p:nvPr/>
        </p:nvSpPr>
        <p:spPr>
          <a:xfrm>
            <a:off x="3164141" y="183808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84BEC1-71F1-48A5-A7D5-FFBE83C46DAB}"/>
              </a:ext>
            </a:extLst>
          </p:cNvPr>
          <p:cNvSpPr/>
          <p:nvPr/>
        </p:nvSpPr>
        <p:spPr>
          <a:xfrm>
            <a:off x="3681631" y="183808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62D058-DB07-4855-AAA8-EA909216E252}"/>
              </a:ext>
            </a:extLst>
          </p:cNvPr>
          <p:cNvSpPr/>
          <p:nvPr/>
        </p:nvSpPr>
        <p:spPr>
          <a:xfrm>
            <a:off x="3164141" y="207589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445AF5-2DA2-46B2-B37A-7150C175BE19}"/>
              </a:ext>
            </a:extLst>
          </p:cNvPr>
          <p:cNvSpPr/>
          <p:nvPr/>
        </p:nvSpPr>
        <p:spPr>
          <a:xfrm>
            <a:off x="3681631" y="207589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96262B-6A2E-423E-95C0-3D47276A101C}"/>
              </a:ext>
            </a:extLst>
          </p:cNvPr>
          <p:cNvSpPr/>
          <p:nvPr/>
        </p:nvSpPr>
        <p:spPr>
          <a:xfrm>
            <a:off x="4199121" y="207589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917AE-BC92-4C3A-A64E-95EFB8357CCC}"/>
              </a:ext>
            </a:extLst>
          </p:cNvPr>
          <p:cNvSpPr/>
          <p:nvPr/>
        </p:nvSpPr>
        <p:spPr>
          <a:xfrm>
            <a:off x="3164141" y="233212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8C539-C68D-4446-9AC0-F3E87FCB4A5B}"/>
              </a:ext>
            </a:extLst>
          </p:cNvPr>
          <p:cNvSpPr/>
          <p:nvPr/>
        </p:nvSpPr>
        <p:spPr>
          <a:xfrm>
            <a:off x="3681631" y="2332127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E44F7D-96EA-478B-9815-5124FB2DD51F}"/>
              </a:ext>
            </a:extLst>
          </p:cNvPr>
          <p:cNvSpPr/>
          <p:nvPr/>
        </p:nvSpPr>
        <p:spPr>
          <a:xfrm>
            <a:off x="3677645" y="2332126"/>
            <a:ext cx="1038966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3A8971-2EC1-4A33-80A7-D8435AAF7A9E}"/>
              </a:ext>
            </a:extLst>
          </p:cNvPr>
          <p:cNvCxnSpPr>
            <a:cxnSpLocks/>
          </p:cNvCxnSpPr>
          <p:nvPr/>
        </p:nvCxnSpPr>
        <p:spPr>
          <a:xfrm>
            <a:off x="3164141" y="1246909"/>
            <a:ext cx="0" cy="305354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BB5675-6CA0-42C9-A93D-DB441232FD08}"/>
              </a:ext>
            </a:extLst>
          </p:cNvPr>
          <p:cNvCxnSpPr>
            <a:cxnSpLocks/>
          </p:cNvCxnSpPr>
          <p:nvPr/>
        </p:nvCxnSpPr>
        <p:spPr>
          <a:xfrm>
            <a:off x="4199121" y="1325616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060F87F-917F-4F6A-85DF-1663FB171B5F}"/>
              </a:ext>
            </a:extLst>
          </p:cNvPr>
          <p:cNvSpPr/>
          <p:nvPr/>
        </p:nvSpPr>
        <p:spPr>
          <a:xfrm>
            <a:off x="3715484" y="1609233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55E338-82A4-41B7-B8BC-C1535BD37D73}"/>
              </a:ext>
            </a:extLst>
          </p:cNvPr>
          <p:cNvSpPr/>
          <p:nvPr/>
        </p:nvSpPr>
        <p:spPr>
          <a:xfrm>
            <a:off x="3732846" y="2366172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4FC100-F7B7-4838-9F90-FE8BC81D09B2}"/>
              </a:ext>
            </a:extLst>
          </p:cNvPr>
          <p:cNvSpPr/>
          <p:nvPr/>
        </p:nvSpPr>
        <p:spPr>
          <a:xfrm>
            <a:off x="3684620" y="1838081"/>
            <a:ext cx="1031991" cy="2421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1B8FBD-2B70-4E11-A1EA-BDBCFF83FF8F}"/>
              </a:ext>
            </a:extLst>
          </p:cNvPr>
          <p:cNvCxnSpPr>
            <a:cxnSpLocks/>
          </p:cNvCxnSpPr>
          <p:nvPr/>
        </p:nvCxnSpPr>
        <p:spPr>
          <a:xfrm>
            <a:off x="3681631" y="185103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BA419-C3B1-4F2C-B231-7A129C4F6398}"/>
              </a:ext>
            </a:extLst>
          </p:cNvPr>
          <p:cNvSpPr/>
          <p:nvPr/>
        </p:nvSpPr>
        <p:spPr>
          <a:xfrm>
            <a:off x="6695915" y="2869745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862119-BD46-49A5-8F9C-B6A4CBA4C348}"/>
              </a:ext>
            </a:extLst>
          </p:cNvPr>
          <p:cNvSpPr/>
          <p:nvPr/>
        </p:nvSpPr>
        <p:spPr>
          <a:xfrm>
            <a:off x="3166385" y="258401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52E144-198F-4DAB-9BEB-5049E0B65597}"/>
              </a:ext>
            </a:extLst>
          </p:cNvPr>
          <p:cNvSpPr/>
          <p:nvPr/>
        </p:nvSpPr>
        <p:spPr>
          <a:xfrm>
            <a:off x="3683875" y="258401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E534FA-655C-4495-8F45-A0B31A0B4531}"/>
              </a:ext>
            </a:extLst>
          </p:cNvPr>
          <p:cNvSpPr/>
          <p:nvPr/>
        </p:nvSpPr>
        <p:spPr>
          <a:xfrm>
            <a:off x="4201365" y="258401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4B1D0D-E143-4390-803E-DD7DB591C0C6}"/>
              </a:ext>
            </a:extLst>
          </p:cNvPr>
          <p:cNvSpPr/>
          <p:nvPr/>
        </p:nvSpPr>
        <p:spPr>
          <a:xfrm>
            <a:off x="3162535" y="283093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586BE7-FE7E-4DFB-B61D-9ADFF2E84CA3}"/>
              </a:ext>
            </a:extLst>
          </p:cNvPr>
          <p:cNvSpPr/>
          <p:nvPr/>
        </p:nvSpPr>
        <p:spPr>
          <a:xfrm>
            <a:off x="3680025" y="28309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C48D3D-1615-4EDE-8671-144D6F69066C}"/>
              </a:ext>
            </a:extLst>
          </p:cNvPr>
          <p:cNvSpPr/>
          <p:nvPr/>
        </p:nvSpPr>
        <p:spPr>
          <a:xfrm>
            <a:off x="4197515" y="283093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81F4A1-4732-4FE6-93A3-836150D0EF3A}"/>
              </a:ext>
            </a:extLst>
          </p:cNvPr>
          <p:cNvSpPr/>
          <p:nvPr/>
        </p:nvSpPr>
        <p:spPr>
          <a:xfrm>
            <a:off x="3162535" y="308716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B36264-9751-400F-94E5-E90CD063ECDB}"/>
              </a:ext>
            </a:extLst>
          </p:cNvPr>
          <p:cNvSpPr/>
          <p:nvPr/>
        </p:nvSpPr>
        <p:spPr>
          <a:xfrm>
            <a:off x="3680025" y="3087164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1B0265-5A8E-4BF5-A107-FBA96E3F5BE1}"/>
              </a:ext>
            </a:extLst>
          </p:cNvPr>
          <p:cNvSpPr/>
          <p:nvPr/>
        </p:nvSpPr>
        <p:spPr>
          <a:xfrm>
            <a:off x="4197515" y="308716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EAA1E3-F51B-42B5-8204-D1F95F4F1600}"/>
              </a:ext>
            </a:extLst>
          </p:cNvPr>
          <p:cNvCxnSpPr>
            <a:cxnSpLocks/>
          </p:cNvCxnSpPr>
          <p:nvPr/>
        </p:nvCxnSpPr>
        <p:spPr>
          <a:xfrm>
            <a:off x="4716611" y="1246909"/>
            <a:ext cx="0" cy="3014749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5F23DFE-AE82-452A-92DA-068F3F651E74}"/>
              </a:ext>
            </a:extLst>
          </p:cNvPr>
          <p:cNvCxnSpPr>
            <a:cxnSpLocks/>
          </p:cNvCxnSpPr>
          <p:nvPr/>
        </p:nvCxnSpPr>
        <p:spPr>
          <a:xfrm>
            <a:off x="5187266" y="409726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8109FF1-4DEC-45E5-9DD5-0986F186CD28}"/>
              </a:ext>
            </a:extLst>
          </p:cNvPr>
          <p:cNvCxnSpPr>
            <a:cxnSpLocks/>
          </p:cNvCxnSpPr>
          <p:nvPr/>
        </p:nvCxnSpPr>
        <p:spPr>
          <a:xfrm flipH="1" flipV="1">
            <a:off x="8897336" y="1188855"/>
            <a:ext cx="1695352" cy="58054"/>
          </a:xfrm>
          <a:prstGeom prst="line">
            <a:avLst/>
          </a:prstGeom>
          <a:solidFill>
            <a:schemeClr val="bg1"/>
          </a:solidFill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FD3AFF79-EDF2-4699-8D82-05179820B2C4}"/>
              </a:ext>
            </a:extLst>
          </p:cNvPr>
          <p:cNvSpPr/>
          <p:nvPr/>
        </p:nvSpPr>
        <p:spPr>
          <a:xfrm>
            <a:off x="5571608" y="2665820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D41B6CB-7F3D-47F6-B4CC-6154528878FA}"/>
              </a:ext>
            </a:extLst>
          </p:cNvPr>
          <p:cNvCxnSpPr>
            <a:cxnSpLocks/>
          </p:cNvCxnSpPr>
          <p:nvPr/>
        </p:nvCxnSpPr>
        <p:spPr>
          <a:xfrm>
            <a:off x="4870135" y="4075130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FDD62AD3-F563-48D7-8117-634E8ED091AD}"/>
              </a:ext>
            </a:extLst>
          </p:cNvPr>
          <p:cNvSpPr/>
          <p:nvPr/>
        </p:nvSpPr>
        <p:spPr>
          <a:xfrm>
            <a:off x="5247874" y="3532117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1B27E12D-C6B5-489E-9877-D5AC95BA71CF}"/>
              </a:ext>
            </a:extLst>
          </p:cNvPr>
          <p:cNvSpPr/>
          <p:nvPr/>
        </p:nvSpPr>
        <p:spPr>
          <a:xfrm>
            <a:off x="6110215" y="3411412"/>
            <a:ext cx="2138167" cy="1240440"/>
          </a:xfrm>
          <a:prstGeom prst="roundRect">
            <a:avLst>
              <a:gd name="adj" fmla="val 182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AB9128DE-CEFE-4616-A143-46F51B587FDA}"/>
              </a:ext>
            </a:extLst>
          </p:cNvPr>
          <p:cNvSpPr/>
          <p:nvPr/>
        </p:nvSpPr>
        <p:spPr>
          <a:xfrm>
            <a:off x="6110220" y="1512964"/>
            <a:ext cx="2138166" cy="1268570"/>
          </a:xfrm>
          <a:prstGeom prst="roundRect">
            <a:avLst>
              <a:gd name="adj" fmla="val 182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00C8E2-E4DD-487C-8983-ACEEC032E67F}"/>
              </a:ext>
            </a:extLst>
          </p:cNvPr>
          <p:cNvSpPr txBox="1"/>
          <p:nvPr/>
        </p:nvSpPr>
        <p:spPr>
          <a:xfrm>
            <a:off x="6143768" y="1521049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3ECEF3-EB7D-4ECC-9685-7FECB9497707}"/>
              </a:ext>
            </a:extLst>
          </p:cNvPr>
          <p:cNvSpPr txBox="1"/>
          <p:nvPr/>
        </p:nvSpPr>
        <p:spPr>
          <a:xfrm>
            <a:off x="6153211" y="1809183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4591CB-8E28-4EBD-9FB1-BD17EB6187DD}"/>
              </a:ext>
            </a:extLst>
          </p:cNvPr>
          <p:cNvSpPr txBox="1"/>
          <p:nvPr/>
        </p:nvSpPr>
        <p:spPr>
          <a:xfrm>
            <a:off x="6138163" y="2071380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BD3BFF-7EF7-48BB-81CC-672919A4FADA}"/>
              </a:ext>
            </a:extLst>
          </p:cNvPr>
          <p:cNvSpPr txBox="1"/>
          <p:nvPr/>
        </p:nvSpPr>
        <p:spPr>
          <a:xfrm>
            <a:off x="6139971" y="2293378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A1EC1B-6066-48B4-925A-C7BCF857003F}"/>
              </a:ext>
            </a:extLst>
          </p:cNvPr>
          <p:cNvSpPr txBox="1"/>
          <p:nvPr/>
        </p:nvSpPr>
        <p:spPr>
          <a:xfrm>
            <a:off x="6144528" y="2541139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EC603F8-696F-434B-994A-E40B994EC735}"/>
              </a:ext>
            </a:extLst>
          </p:cNvPr>
          <p:cNvSpPr/>
          <p:nvPr/>
        </p:nvSpPr>
        <p:spPr>
          <a:xfrm>
            <a:off x="6696912" y="151932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BFA6144-F3B0-4B5A-95CC-E1A003138E9C}"/>
              </a:ext>
            </a:extLst>
          </p:cNvPr>
          <p:cNvSpPr/>
          <p:nvPr/>
        </p:nvSpPr>
        <p:spPr>
          <a:xfrm>
            <a:off x="7731892" y="1519320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1711827-4028-4428-AEA5-2F1DD8364D18}"/>
              </a:ext>
            </a:extLst>
          </p:cNvPr>
          <p:cNvSpPr/>
          <p:nvPr/>
        </p:nvSpPr>
        <p:spPr>
          <a:xfrm>
            <a:off x="6696912" y="177555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46A9DF3-F681-44E8-9E42-7C003F859F87}"/>
              </a:ext>
            </a:extLst>
          </p:cNvPr>
          <p:cNvSpPr/>
          <p:nvPr/>
        </p:nvSpPr>
        <p:spPr>
          <a:xfrm>
            <a:off x="7214402" y="177555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26AB0BB-F908-46EB-ADD6-A053FE5B6187}"/>
              </a:ext>
            </a:extLst>
          </p:cNvPr>
          <p:cNvSpPr/>
          <p:nvPr/>
        </p:nvSpPr>
        <p:spPr>
          <a:xfrm>
            <a:off x="7731892" y="177555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0DADD76-247C-4CAC-8104-DDD75E5EF095}"/>
              </a:ext>
            </a:extLst>
          </p:cNvPr>
          <p:cNvSpPr/>
          <p:nvPr/>
        </p:nvSpPr>
        <p:spPr>
          <a:xfrm>
            <a:off x="6696912" y="203178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6246F27-C3D2-4154-91ED-B205278598CB}"/>
              </a:ext>
            </a:extLst>
          </p:cNvPr>
          <p:cNvSpPr/>
          <p:nvPr/>
        </p:nvSpPr>
        <p:spPr>
          <a:xfrm>
            <a:off x="7214402" y="203178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BFC91B-A506-4B5E-ABC5-19D2DBDC7378}"/>
              </a:ext>
            </a:extLst>
          </p:cNvPr>
          <p:cNvSpPr/>
          <p:nvPr/>
        </p:nvSpPr>
        <p:spPr>
          <a:xfrm>
            <a:off x="7731892" y="203178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0BEFAEF-4579-411C-8DAC-1287FE7335A4}"/>
              </a:ext>
            </a:extLst>
          </p:cNvPr>
          <p:cNvSpPr/>
          <p:nvPr/>
        </p:nvSpPr>
        <p:spPr>
          <a:xfrm>
            <a:off x="6696912" y="226959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C9A10C-6178-4F34-9076-626E23807C0D}"/>
              </a:ext>
            </a:extLst>
          </p:cNvPr>
          <p:cNvSpPr/>
          <p:nvPr/>
        </p:nvSpPr>
        <p:spPr>
          <a:xfrm>
            <a:off x="7731892" y="2269597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27FE16E-E771-4D1D-B8A1-8166916AB71F}"/>
              </a:ext>
            </a:extLst>
          </p:cNvPr>
          <p:cNvSpPr/>
          <p:nvPr/>
        </p:nvSpPr>
        <p:spPr>
          <a:xfrm>
            <a:off x="6696912" y="252583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4E84EA-33B1-4EF3-8E5A-16FD11660052}"/>
              </a:ext>
            </a:extLst>
          </p:cNvPr>
          <p:cNvSpPr/>
          <p:nvPr/>
        </p:nvSpPr>
        <p:spPr>
          <a:xfrm>
            <a:off x="7214402" y="252583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5A116D2-1082-4AE2-8B3F-D1A7ED599B60}"/>
              </a:ext>
            </a:extLst>
          </p:cNvPr>
          <p:cNvSpPr/>
          <p:nvPr/>
        </p:nvSpPr>
        <p:spPr>
          <a:xfrm>
            <a:off x="7731892" y="252583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F60909-C1FC-46E2-B086-568B639E4D40}"/>
              </a:ext>
            </a:extLst>
          </p:cNvPr>
          <p:cNvSpPr/>
          <p:nvPr/>
        </p:nvSpPr>
        <p:spPr>
          <a:xfrm>
            <a:off x="6696912" y="340196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519D223-E715-4788-AAD1-3A3479DF5141}"/>
              </a:ext>
            </a:extLst>
          </p:cNvPr>
          <p:cNvSpPr/>
          <p:nvPr/>
        </p:nvSpPr>
        <p:spPr>
          <a:xfrm>
            <a:off x="7214402" y="340196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6C0219A-3DCE-4E94-8C55-C1C52377BF1E}"/>
              </a:ext>
            </a:extLst>
          </p:cNvPr>
          <p:cNvSpPr/>
          <p:nvPr/>
        </p:nvSpPr>
        <p:spPr>
          <a:xfrm>
            <a:off x="7723934" y="340196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9453130-83E3-4829-8F44-E00AD648EDF4}"/>
              </a:ext>
            </a:extLst>
          </p:cNvPr>
          <p:cNvSpPr/>
          <p:nvPr/>
        </p:nvSpPr>
        <p:spPr>
          <a:xfrm>
            <a:off x="6696912" y="365819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CBBD917-D3B8-4CAE-8871-E79345BA05BD}"/>
              </a:ext>
            </a:extLst>
          </p:cNvPr>
          <p:cNvSpPr/>
          <p:nvPr/>
        </p:nvSpPr>
        <p:spPr>
          <a:xfrm>
            <a:off x="7214402" y="365819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54503D2-EB39-404F-A8D3-6EA7584A78AE}"/>
              </a:ext>
            </a:extLst>
          </p:cNvPr>
          <p:cNvSpPr/>
          <p:nvPr/>
        </p:nvSpPr>
        <p:spPr>
          <a:xfrm>
            <a:off x="7731892" y="365819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4E131A-EE6A-4290-8624-2E2151ACC353}"/>
              </a:ext>
            </a:extLst>
          </p:cNvPr>
          <p:cNvSpPr/>
          <p:nvPr/>
        </p:nvSpPr>
        <p:spPr>
          <a:xfrm>
            <a:off x="6696912" y="391442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3B8F9CF-9DE5-4456-AC32-57FCEF26F7BD}"/>
              </a:ext>
            </a:extLst>
          </p:cNvPr>
          <p:cNvSpPr/>
          <p:nvPr/>
        </p:nvSpPr>
        <p:spPr>
          <a:xfrm>
            <a:off x="7214402" y="391442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FC87BFA-4D77-46F3-B1B0-500F0DBADE07}"/>
              </a:ext>
            </a:extLst>
          </p:cNvPr>
          <p:cNvSpPr/>
          <p:nvPr/>
        </p:nvSpPr>
        <p:spPr>
          <a:xfrm>
            <a:off x="7731892" y="391442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599F79D-94D6-43AE-8215-E55250FBD680}"/>
              </a:ext>
            </a:extLst>
          </p:cNvPr>
          <p:cNvSpPr/>
          <p:nvPr/>
        </p:nvSpPr>
        <p:spPr>
          <a:xfrm>
            <a:off x="6696912" y="415223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7D9C217-B9BA-4796-B583-7C75856DBF68}"/>
              </a:ext>
            </a:extLst>
          </p:cNvPr>
          <p:cNvSpPr/>
          <p:nvPr/>
        </p:nvSpPr>
        <p:spPr>
          <a:xfrm>
            <a:off x="7214402" y="415223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11C73D1-34E4-4D38-A36E-7BF2CF14765B}"/>
              </a:ext>
            </a:extLst>
          </p:cNvPr>
          <p:cNvSpPr/>
          <p:nvPr/>
        </p:nvSpPr>
        <p:spPr>
          <a:xfrm>
            <a:off x="7731892" y="415223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18BF6FB-CD73-426D-B641-6A32F002A297}"/>
              </a:ext>
            </a:extLst>
          </p:cNvPr>
          <p:cNvSpPr/>
          <p:nvPr/>
        </p:nvSpPr>
        <p:spPr>
          <a:xfrm>
            <a:off x="6696912" y="440847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083B89E-92D1-497E-B7F3-50282B95846F}"/>
              </a:ext>
            </a:extLst>
          </p:cNvPr>
          <p:cNvSpPr/>
          <p:nvPr/>
        </p:nvSpPr>
        <p:spPr>
          <a:xfrm>
            <a:off x="7214402" y="440847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2E8E2BA-2B34-4F8A-ADE3-EC44814DBBAB}"/>
              </a:ext>
            </a:extLst>
          </p:cNvPr>
          <p:cNvSpPr/>
          <p:nvPr/>
        </p:nvSpPr>
        <p:spPr>
          <a:xfrm>
            <a:off x="7731892" y="440847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A3888B-C84B-4680-BF75-044B5AD0EC08}"/>
              </a:ext>
            </a:extLst>
          </p:cNvPr>
          <p:cNvCxnSpPr>
            <a:cxnSpLocks/>
          </p:cNvCxnSpPr>
          <p:nvPr/>
        </p:nvCxnSpPr>
        <p:spPr>
          <a:xfrm>
            <a:off x="8249382" y="1388012"/>
            <a:ext cx="0" cy="1901551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C18973F-8B29-4568-8D19-2CE8711C0086}"/>
              </a:ext>
            </a:extLst>
          </p:cNvPr>
          <p:cNvCxnSpPr>
            <a:cxnSpLocks/>
          </p:cNvCxnSpPr>
          <p:nvPr/>
        </p:nvCxnSpPr>
        <p:spPr>
          <a:xfrm>
            <a:off x="7213405" y="1782028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46715E6-2C47-40BE-B032-27E28A7168F0}"/>
              </a:ext>
            </a:extLst>
          </p:cNvPr>
          <p:cNvCxnSpPr>
            <a:cxnSpLocks/>
          </p:cNvCxnSpPr>
          <p:nvPr/>
        </p:nvCxnSpPr>
        <p:spPr>
          <a:xfrm>
            <a:off x="6696912" y="1388012"/>
            <a:ext cx="0" cy="189586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D9AEA92-F434-4396-BCC6-C7E6545E7C89}"/>
              </a:ext>
            </a:extLst>
          </p:cNvPr>
          <p:cNvCxnSpPr>
            <a:cxnSpLocks/>
          </p:cNvCxnSpPr>
          <p:nvPr/>
        </p:nvCxnSpPr>
        <p:spPr>
          <a:xfrm>
            <a:off x="7213405" y="253835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731A4F8-D01C-4B93-9C6C-E8F41A4E921B}"/>
              </a:ext>
            </a:extLst>
          </p:cNvPr>
          <p:cNvCxnSpPr>
            <a:cxnSpLocks/>
          </p:cNvCxnSpPr>
          <p:nvPr/>
        </p:nvCxnSpPr>
        <p:spPr>
          <a:xfrm>
            <a:off x="6719518" y="341491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BA1FABA-F5EB-4379-A896-D9D5831A2769}"/>
              </a:ext>
            </a:extLst>
          </p:cNvPr>
          <p:cNvCxnSpPr>
            <a:cxnSpLocks/>
          </p:cNvCxnSpPr>
          <p:nvPr/>
        </p:nvCxnSpPr>
        <p:spPr>
          <a:xfrm>
            <a:off x="6720964" y="151296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E31D11B-85CC-4DEE-95F3-FB1F124BB388}"/>
              </a:ext>
            </a:extLst>
          </p:cNvPr>
          <p:cNvCxnSpPr>
            <a:cxnSpLocks/>
          </p:cNvCxnSpPr>
          <p:nvPr/>
        </p:nvCxnSpPr>
        <p:spPr>
          <a:xfrm>
            <a:off x="6695915" y="157654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5A32006-10D1-424B-8288-C5E49D128C85}"/>
              </a:ext>
            </a:extLst>
          </p:cNvPr>
          <p:cNvCxnSpPr>
            <a:cxnSpLocks/>
          </p:cNvCxnSpPr>
          <p:nvPr/>
        </p:nvCxnSpPr>
        <p:spPr>
          <a:xfrm>
            <a:off x="6695915" y="184769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95475BE-959F-465A-84FE-0C6DC47BFA6D}"/>
              </a:ext>
            </a:extLst>
          </p:cNvPr>
          <p:cNvCxnSpPr>
            <a:cxnSpLocks/>
          </p:cNvCxnSpPr>
          <p:nvPr/>
        </p:nvCxnSpPr>
        <p:spPr>
          <a:xfrm>
            <a:off x="6695915" y="2055665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033910D-C79F-48C8-9515-2696285F91E1}"/>
              </a:ext>
            </a:extLst>
          </p:cNvPr>
          <p:cNvCxnSpPr>
            <a:cxnSpLocks/>
          </p:cNvCxnSpPr>
          <p:nvPr/>
        </p:nvCxnSpPr>
        <p:spPr>
          <a:xfrm>
            <a:off x="6695915" y="232681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E576D2C-38FD-4C82-B5E5-A482D80C5A74}"/>
              </a:ext>
            </a:extLst>
          </p:cNvPr>
          <p:cNvCxnSpPr>
            <a:cxnSpLocks/>
          </p:cNvCxnSpPr>
          <p:nvPr/>
        </p:nvCxnSpPr>
        <p:spPr>
          <a:xfrm>
            <a:off x="6695915" y="256851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19F4CBD-78B3-4E6B-8B8A-936E7EAFDAEB}"/>
              </a:ext>
            </a:extLst>
          </p:cNvPr>
          <p:cNvCxnSpPr>
            <a:cxnSpLocks/>
          </p:cNvCxnSpPr>
          <p:nvPr/>
        </p:nvCxnSpPr>
        <p:spPr>
          <a:xfrm>
            <a:off x="6695915" y="346001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14763ED-D26C-4599-9B73-BF883F8E12B4}"/>
              </a:ext>
            </a:extLst>
          </p:cNvPr>
          <p:cNvCxnSpPr>
            <a:cxnSpLocks/>
          </p:cNvCxnSpPr>
          <p:nvPr/>
        </p:nvCxnSpPr>
        <p:spPr>
          <a:xfrm>
            <a:off x="7730895" y="371541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D9FC663-5022-4687-A300-983CAD2B7621}"/>
              </a:ext>
            </a:extLst>
          </p:cNvPr>
          <p:cNvCxnSpPr>
            <a:cxnSpLocks/>
          </p:cNvCxnSpPr>
          <p:nvPr/>
        </p:nvCxnSpPr>
        <p:spPr>
          <a:xfrm>
            <a:off x="7213405" y="421719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FBA84F7-E656-4C99-B5B5-22C33980D17C}"/>
              </a:ext>
            </a:extLst>
          </p:cNvPr>
          <p:cNvSpPr txBox="1"/>
          <p:nvPr/>
        </p:nvSpPr>
        <p:spPr>
          <a:xfrm>
            <a:off x="6143950" y="3395015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B32DDC1-E204-4A6E-B7FF-5CCB429B6256}"/>
              </a:ext>
            </a:extLst>
          </p:cNvPr>
          <p:cNvSpPr txBox="1"/>
          <p:nvPr/>
        </p:nvSpPr>
        <p:spPr>
          <a:xfrm>
            <a:off x="6139946" y="3685043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t=18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ECD74FC-B43D-4D03-912E-9F72BC80338A}"/>
              </a:ext>
            </a:extLst>
          </p:cNvPr>
          <p:cNvSpPr txBox="1"/>
          <p:nvPr/>
        </p:nvSpPr>
        <p:spPr>
          <a:xfrm>
            <a:off x="6138345" y="3945346"/>
            <a:ext cx="587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53B09BA-F901-452C-BC68-DF13232AE934}"/>
              </a:ext>
            </a:extLst>
          </p:cNvPr>
          <p:cNvSpPr txBox="1"/>
          <p:nvPr/>
        </p:nvSpPr>
        <p:spPr>
          <a:xfrm>
            <a:off x="6140153" y="4167344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CEFA09-752F-4026-A704-AA35B2F48B60}"/>
              </a:ext>
            </a:extLst>
          </p:cNvPr>
          <p:cNvSpPr txBox="1"/>
          <p:nvPr/>
        </p:nvSpPr>
        <p:spPr>
          <a:xfrm>
            <a:off x="6144710" y="4415105"/>
            <a:ext cx="641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t=27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86D5C81-A53A-4E23-A8B8-2CB6B8AAA9FF}"/>
              </a:ext>
            </a:extLst>
          </p:cNvPr>
          <p:cNvCxnSpPr>
            <a:cxnSpLocks/>
          </p:cNvCxnSpPr>
          <p:nvPr/>
        </p:nvCxnSpPr>
        <p:spPr>
          <a:xfrm flipV="1">
            <a:off x="6144528" y="3392325"/>
            <a:ext cx="2103854" cy="9558"/>
          </a:xfrm>
          <a:prstGeom prst="line">
            <a:avLst/>
          </a:prstGeom>
          <a:solidFill>
            <a:schemeClr val="bg1"/>
          </a:solidFill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5CE4EAC-3D05-4032-95B0-DA9F21F2598B}"/>
              </a:ext>
            </a:extLst>
          </p:cNvPr>
          <p:cNvCxnSpPr>
            <a:cxnSpLocks/>
          </p:cNvCxnSpPr>
          <p:nvPr/>
        </p:nvCxnSpPr>
        <p:spPr>
          <a:xfrm>
            <a:off x="6719518" y="416518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9884D49D-FFAB-4619-889B-24EF1BA46ADA}"/>
              </a:ext>
            </a:extLst>
          </p:cNvPr>
          <p:cNvCxnSpPr>
            <a:cxnSpLocks/>
          </p:cNvCxnSpPr>
          <p:nvPr/>
        </p:nvCxnSpPr>
        <p:spPr>
          <a:xfrm>
            <a:off x="7242308" y="3671144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4FA377B-99FC-4999-963D-0A8B231B56D5}"/>
              </a:ext>
            </a:extLst>
          </p:cNvPr>
          <p:cNvSpPr/>
          <p:nvPr/>
        </p:nvSpPr>
        <p:spPr>
          <a:xfrm>
            <a:off x="9918778" y="4698165"/>
            <a:ext cx="415514" cy="173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248ECB4-BC20-4598-BA7E-63D2709335C6}"/>
              </a:ext>
            </a:extLst>
          </p:cNvPr>
          <p:cNvSpPr/>
          <p:nvPr/>
        </p:nvSpPr>
        <p:spPr>
          <a:xfrm>
            <a:off x="10384931" y="5050411"/>
            <a:ext cx="415514" cy="173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AF21944-4491-4A19-8208-7CDF865FA2D5}"/>
              </a:ext>
            </a:extLst>
          </p:cNvPr>
          <p:cNvCxnSpPr>
            <a:cxnSpLocks/>
          </p:cNvCxnSpPr>
          <p:nvPr/>
        </p:nvCxnSpPr>
        <p:spPr>
          <a:xfrm>
            <a:off x="6727775" y="229507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6995F5F-0CAD-4508-A892-BC03220C3F81}"/>
              </a:ext>
            </a:extLst>
          </p:cNvPr>
          <p:cNvSpPr/>
          <p:nvPr/>
        </p:nvSpPr>
        <p:spPr>
          <a:xfrm>
            <a:off x="7214401" y="1519321"/>
            <a:ext cx="1027021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9E59551-9C03-4075-BE97-BD4C4788ED33}"/>
              </a:ext>
            </a:extLst>
          </p:cNvPr>
          <p:cNvSpPr/>
          <p:nvPr/>
        </p:nvSpPr>
        <p:spPr>
          <a:xfrm>
            <a:off x="7214401" y="2269598"/>
            <a:ext cx="1030239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22D8A83-9FF8-4CD7-81B4-1713CAA8D392}"/>
              </a:ext>
            </a:extLst>
          </p:cNvPr>
          <p:cNvSpPr/>
          <p:nvPr/>
        </p:nvSpPr>
        <p:spPr>
          <a:xfrm>
            <a:off x="7275298" y="1538470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5D627BDF-EA6A-4DC2-958A-8A418E6794F6}"/>
              </a:ext>
            </a:extLst>
          </p:cNvPr>
          <p:cNvSpPr/>
          <p:nvPr/>
        </p:nvSpPr>
        <p:spPr>
          <a:xfrm>
            <a:off x="7257254" y="2312620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C29B68-45A6-4259-ACB4-0E60FCFD387F}"/>
              </a:ext>
            </a:extLst>
          </p:cNvPr>
          <p:cNvSpPr/>
          <p:nvPr/>
        </p:nvSpPr>
        <p:spPr>
          <a:xfrm>
            <a:off x="7213405" y="2869744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195E3B-1016-410D-96F4-2A640D1DA7AC}"/>
              </a:ext>
            </a:extLst>
          </p:cNvPr>
          <p:cNvSpPr/>
          <p:nvPr/>
        </p:nvSpPr>
        <p:spPr>
          <a:xfrm>
            <a:off x="7213405" y="2869744"/>
            <a:ext cx="1034979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7B131BC-ABA1-4C46-98D3-ACEE86327EC6}"/>
              </a:ext>
            </a:extLst>
          </p:cNvPr>
          <p:cNvCxnSpPr>
            <a:cxnSpLocks/>
          </p:cNvCxnSpPr>
          <p:nvPr/>
        </p:nvCxnSpPr>
        <p:spPr>
          <a:xfrm>
            <a:off x="7222078" y="442142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077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9AB196-C41E-44C9-997B-E9A7A0363061}"/>
              </a:ext>
            </a:extLst>
          </p:cNvPr>
          <p:cNvSpPr txBox="1"/>
          <p:nvPr/>
        </p:nvSpPr>
        <p:spPr>
          <a:xfrm>
            <a:off x="894007" y="3487948"/>
            <a:ext cx="685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F2186-FA58-41E7-A6B5-534B84BD866F}"/>
              </a:ext>
            </a:extLst>
          </p:cNvPr>
          <p:cNvSpPr/>
          <p:nvPr/>
        </p:nvSpPr>
        <p:spPr>
          <a:xfrm>
            <a:off x="1471203" y="201316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B7B9A-48B2-4A62-B0D0-F14574DC359E}"/>
              </a:ext>
            </a:extLst>
          </p:cNvPr>
          <p:cNvSpPr/>
          <p:nvPr/>
        </p:nvSpPr>
        <p:spPr>
          <a:xfrm>
            <a:off x="1988693" y="2013165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E2827-DD44-470C-BE1A-ADA6742CDC59}"/>
              </a:ext>
            </a:extLst>
          </p:cNvPr>
          <p:cNvSpPr/>
          <p:nvPr/>
        </p:nvSpPr>
        <p:spPr>
          <a:xfrm>
            <a:off x="2506183" y="201316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59978-5CD0-475A-9268-1119710635F7}"/>
              </a:ext>
            </a:extLst>
          </p:cNvPr>
          <p:cNvSpPr/>
          <p:nvPr/>
        </p:nvSpPr>
        <p:spPr>
          <a:xfrm>
            <a:off x="1471203" y="226939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EDC4E-B039-481D-A50F-2F6ABEB070A8}"/>
              </a:ext>
            </a:extLst>
          </p:cNvPr>
          <p:cNvSpPr/>
          <p:nvPr/>
        </p:nvSpPr>
        <p:spPr>
          <a:xfrm>
            <a:off x="1988693" y="226939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A77BFC-C3F8-4E8A-8C39-CF9CD4C8FFB5}"/>
              </a:ext>
            </a:extLst>
          </p:cNvPr>
          <p:cNvSpPr/>
          <p:nvPr/>
        </p:nvSpPr>
        <p:spPr>
          <a:xfrm>
            <a:off x="2506183" y="226939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74A51B-8F62-4D40-BF42-3ECE19F27909}"/>
              </a:ext>
            </a:extLst>
          </p:cNvPr>
          <p:cNvSpPr/>
          <p:nvPr/>
        </p:nvSpPr>
        <p:spPr>
          <a:xfrm>
            <a:off x="1471203" y="252563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AAA23B-27F0-4AE1-94EC-89407C389577}"/>
              </a:ext>
            </a:extLst>
          </p:cNvPr>
          <p:cNvSpPr/>
          <p:nvPr/>
        </p:nvSpPr>
        <p:spPr>
          <a:xfrm>
            <a:off x="1988693" y="25256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5D2B4-FB58-4DF2-8B35-2CC1D317D280}"/>
              </a:ext>
            </a:extLst>
          </p:cNvPr>
          <p:cNvSpPr/>
          <p:nvPr/>
        </p:nvSpPr>
        <p:spPr>
          <a:xfrm>
            <a:off x="2506183" y="252563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E255C0-D046-4D3D-A9C8-9D0B62FDD0EC}"/>
              </a:ext>
            </a:extLst>
          </p:cNvPr>
          <p:cNvSpPr/>
          <p:nvPr/>
        </p:nvSpPr>
        <p:spPr>
          <a:xfrm>
            <a:off x="1471203" y="278186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C2B0DD-91F4-4A5B-A521-25707F5FB967}"/>
              </a:ext>
            </a:extLst>
          </p:cNvPr>
          <p:cNvSpPr/>
          <p:nvPr/>
        </p:nvSpPr>
        <p:spPr>
          <a:xfrm>
            <a:off x="1988693" y="278186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6E765A-1D22-45CE-920D-A57645D1B7D4}"/>
              </a:ext>
            </a:extLst>
          </p:cNvPr>
          <p:cNvSpPr/>
          <p:nvPr/>
        </p:nvSpPr>
        <p:spPr>
          <a:xfrm>
            <a:off x="2506183" y="278186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6DA804-5A75-45FC-8145-57B79B8E18C0}"/>
              </a:ext>
            </a:extLst>
          </p:cNvPr>
          <p:cNvSpPr/>
          <p:nvPr/>
        </p:nvSpPr>
        <p:spPr>
          <a:xfrm>
            <a:off x="1471203" y="303809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E20923-1D7D-4A4A-8966-5A9E7BCBD59F}"/>
              </a:ext>
            </a:extLst>
          </p:cNvPr>
          <p:cNvSpPr/>
          <p:nvPr/>
        </p:nvSpPr>
        <p:spPr>
          <a:xfrm>
            <a:off x="1988693" y="3038096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84FCDF-9429-4066-A0D2-792860CC0C41}"/>
              </a:ext>
            </a:extLst>
          </p:cNvPr>
          <p:cNvSpPr/>
          <p:nvPr/>
        </p:nvSpPr>
        <p:spPr>
          <a:xfrm>
            <a:off x="2506183" y="303809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FAACB8-1666-4960-B50F-CC07D25CBAF3}"/>
              </a:ext>
            </a:extLst>
          </p:cNvPr>
          <p:cNvCxnSpPr>
            <a:cxnSpLocks/>
          </p:cNvCxnSpPr>
          <p:nvPr/>
        </p:nvCxnSpPr>
        <p:spPr>
          <a:xfrm flipH="1">
            <a:off x="1471203" y="1939876"/>
            <a:ext cx="636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70E922-8A83-4FED-859B-A70961B35CD1}"/>
              </a:ext>
            </a:extLst>
          </p:cNvPr>
          <p:cNvCxnSpPr>
            <a:cxnSpLocks/>
          </p:cNvCxnSpPr>
          <p:nvPr/>
        </p:nvCxnSpPr>
        <p:spPr>
          <a:xfrm>
            <a:off x="3025481" y="1939876"/>
            <a:ext cx="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AFC74D-71C8-4642-805B-411366142919}"/>
              </a:ext>
            </a:extLst>
          </p:cNvPr>
          <p:cNvCxnSpPr>
            <a:cxnSpLocks/>
          </p:cNvCxnSpPr>
          <p:nvPr/>
        </p:nvCxnSpPr>
        <p:spPr>
          <a:xfrm>
            <a:off x="1470786" y="2013165"/>
            <a:ext cx="417" cy="25623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D1F8A1-7BE0-4719-BE20-45F3E5DD5E14}"/>
              </a:ext>
            </a:extLst>
          </p:cNvPr>
          <p:cNvCxnSpPr>
            <a:cxnSpLocks/>
          </p:cNvCxnSpPr>
          <p:nvPr/>
        </p:nvCxnSpPr>
        <p:spPr>
          <a:xfrm>
            <a:off x="1512653" y="305913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B5A298-1052-497E-83D3-C7B61E41E61C}"/>
              </a:ext>
            </a:extLst>
          </p:cNvPr>
          <p:cNvCxnSpPr>
            <a:cxnSpLocks/>
          </p:cNvCxnSpPr>
          <p:nvPr/>
        </p:nvCxnSpPr>
        <p:spPr>
          <a:xfrm>
            <a:off x="2505110" y="2530483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CE50EC-44D8-46D0-99CF-F263C6386C4A}"/>
              </a:ext>
            </a:extLst>
          </p:cNvPr>
          <p:cNvCxnSpPr>
            <a:cxnSpLocks/>
          </p:cNvCxnSpPr>
          <p:nvPr/>
        </p:nvCxnSpPr>
        <p:spPr>
          <a:xfrm>
            <a:off x="1512653" y="2003456"/>
            <a:ext cx="5636" cy="2689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608A7A-946A-4D52-B866-7B0525547B6F}"/>
              </a:ext>
            </a:extLst>
          </p:cNvPr>
          <p:cNvCxnSpPr>
            <a:cxnSpLocks/>
          </p:cNvCxnSpPr>
          <p:nvPr/>
        </p:nvCxnSpPr>
        <p:spPr>
          <a:xfrm>
            <a:off x="1470786" y="258285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115594-B77A-4664-929A-07B37911794D}"/>
              </a:ext>
            </a:extLst>
          </p:cNvPr>
          <p:cNvCxnSpPr>
            <a:cxnSpLocks/>
          </p:cNvCxnSpPr>
          <p:nvPr/>
        </p:nvCxnSpPr>
        <p:spPr>
          <a:xfrm>
            <a:off x="1470786" y="232661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BE3058-646C-45B4-944E-61271CF80F59}"/>
              </a:ext>
            </a:extLst>
          </p:cNvPr>
          <p:cNvGrpSpPr/>
          <p:nvPr/>
        </p:nvGrpSpPr>
        <p:grpSpPr>
          <a:xfrm>
            <a:off x="1676630" y="361788"/>
            <a:ext cx="5090805" cy="523220"/>
            <a:chOff x="1210357" y="1323822"/>
            <a:chExt cx="5090805" cy="523220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6CD9D98-93D4-4522-82F5-5899C2630DE4}"/>
                </a:ext>
              </a:extLst>
            </p:cNvPr>
            <p:cNvSpPr/>
            <p:nvPr/>
          </p:nvSpPr>
          <p:spPr>
            <a:xfrm>
              <a:off x="1210357" y="1394215"/>
              <a:ext cx="5046602" cy="443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5E97E55-63F0-4D23-9DB8-E7F308F2BEEC}"/>
                </a:ext>
              </a:extLst>
            </p:cNvPr>
            <p:cNvSpPr/>
            <p:nvPr/>
          </p:nvSpPr>
          <p:spPr>
            <a:xfrm>
              <a:off x="1294761" y="1486279"/>
              <a:ext cx="467139" cy="2385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9255FF0-A854-427F-805A-0AD6E343F437}"/>
                </a:ext>
              </a:extLst>
            </p:cNvPr>
            <p:cNvSpPr/>
            <p:nvPr/>
          </p:nvSpPr>
          <p:spPr>
            <a:xfrm>
              <a:off x="2816626" y="1467699"/>
              <a:ext cx="467139" cy="2385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4C1FEA4-DFEB-4C8F-A194-6724E8C59BD7}"/>
                </a:ext>
              </a:extLst>
            </p:cNvPr>
            <p:cNvSpPr txBox="1"/>
            <p:nvPr/>
          </p:nvSpPr>
          <p:spPr>
            <a:xfrm>
              <a:off x="1528330" y="1438534"/>
              <a:ext cx="1514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Victim task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58CCBCE-6B22-49D2-BC03-A5E260A4FE60}"/>
                </a:ext>
              </a:extLst>
            </p:cNvPr>
            <p:cNvSpPr txBox="1"/>
            <p:nvPr/>
          </p:nvSpPr>
          <p:spPr>
            <a:xfrm>
              <a:off x="3117859" y="1418062"/>
              <a:ext cx="1514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F20D736-5C82-4C88-8E57-D506E6B1FCB3}"/>
                </a:ext>
              </a:extLst>
            </p:cNvPr>
            <p:cNvGrpSpPr/>
            <p:nvPr/>
          </p:nvGrpSpPr>
          <p:grpSpPr>
            <a:xfrm>
              <a:off x="4475941" y="1476280"/>
              <a:ext cx="467139" cy="238539"/>
              <a:chOff x="4461537" y="692082"/>
              <a:chExt cx="467139" cy="238539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CEF372A-664E-4023-87DB-FF62D220EF5D}"/>
                  </a:ext>
                </a:extLst>
              </p:cNvPr>
              <p:cNvSpPr/>
              <p:nvPr/>
            </p:nvSpPr>
            <p:spPr>
              <a:xfrm>
                <a:off x="4461537" y="692082"/>
                <a:ext cx="467139" cy="238539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1B763FA5-7521-4A4F-B1C6-BEFA522E90F0}"/>
                  </a:ext>
                </a:extLst>
              </p:cNvPr>
              <p:cNvSpPr/>
              <p:nvPr/>
            </p:nvSpPr>
            <p:spPr>
              <a:xfrm>
                <a:off x="4509839" y="718883"/>
                <a:ext cx="110859" cy="11211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BBF5B32-1B30-4778-B46B-BFC89B6F6598}"/>
                </a:ext>
              </a:extLst>
            </p:cNvPr>
            <p:cNvSpPr txBox="1"/>
            <p:nvPr/>
          </p:nvSpPr>
          <p:spPr>
            <a:xfrm>
              <a:off x="4984981" y="1323822"/>
              <a:ext cx="13161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pre-empted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8A8BE9-CD69-41D8-BF5A-FB33D656D661}"/>
              </a:ext>
            </a:extLst>
          </p:cNvPr>
          <p:cNvCxnSpPr>
            <a:cxnSpLocks/>
          </p:cNvCxnSpPr>
          <p:nvPr/>
        </p:nvCxnSpPr>
        <p:spPr>
          <a:xfrm>
            <a:off x="1477563" y="311879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02EFD1-D580-460B-A6E3-255C61FF96A4}"/>
              </a:ext>
            </a:extLst>
          </p:cNvPr>
          <p:cNvCxnSpPr>
            <a:cxnSpLocks/>
          </p:cNvCxnSpPr>
          <p:nvPr/>
        </p:nvCxnSpPr>
        <p:spPr>
          <a:xfrm>
            <a:off x="1475097" y="283908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F74993-D22D-42A0-8703-61CF20203988}"/>
              </a:ext>
            </a:extLst>
          </p:cNvPr>
          <p:cNvCxnSpPr>
            <a:cxnSpLocks/>
          </p:cNvCxnSpPr>
          <p:nvPr/>
        </p:nvCxnSpPr>
        <p:spPr>
          <a:xfrm>
            <a:off x="1992001" y="2282349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9F0F70C-65D1-4E55-B850-A8798D8622B2}"/>
              </a:ext>
            </a:extLst>
          </p:cNvPr>
          <p:cNvSpPr txBox="1"/>
          <p:nvPr/>
        </p:nvSpPr>
        <p:spPr>
          <a:xfrm>
            <a:off x="1009254" y="2029109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19E1C1-1D98-4177-9073-5F15CC71AD23}"/>
              </a:ext>
            </a:extLst>
          </p:cNvPr>
          <p:cNvSpPr txBox="1"/>
          <p:nvPr/>
        </p:nvSpPr>
        <p:spPr>
          <a:xfrm>
            <a:off x="1004955" y="2313335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3806C4-BB95-4CC9-A54A-ECEB42068359}"/>
              </a:ext>
            </a:extLst>
          </p:cNvPr>
          <p:cNvSpPr txBox="1"/>
          <p:nvPr/>
        </p:nvSpPr>
        <p:spPr>
          <a:xfrm>
            <a:off x="1007620" y="2561096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D3A3E0-8BEE-4D2E-BDB5-872D1D3DF00E}"/>
              </a:ext>
            </a:extLst>
          </p:cNvPr>
          <p:cNvSpPr txBox="1"/>
          <p:nvPr/>
        </p:nvSpPr>
        <p:spPr>
          <a:xfrm>
            <a:off x="1009911" y="2797530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EBF9CA-D0D6-499E-849E-C20FE16D9B85}"/>
              </a:ext>
            </a:extLst>
          </p:cNvPr>
          <p:cNvSpPr txBox="1"/>
          <p:nvPr/>
        </p:nvSpPr>
        <p:spPr>
          <a:xfrm>
            <a:off x="962652" y="3045291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E540A7-EF65-436C-8835-C988766BC620}"/>
              </a:ext>
            </a:extLst>
          </p:cNvPr>
          <p:cNvSpPr/>
          <p:nvPr/>
        </p:nvSpPr>
        <p:spPr>
          <a:xfrm>
            <a:off x="3089836" y="201858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A2185C-AA76-4B99-BC7A-F6805E711374}"/>
              </a:ext>
            </a:extLst>
          </p:cNvPr>
          <p:cNvSpPr/>
          <p:nvPr/>
        </p:nvSpPr>
        <p:spPr>
          <a:xfrm>
            <a:off x="3607326" y="201858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6F0306-7B3B-4DB1-AA2F-48A4563B621F}"/>
              </a:ext>
            </a:extLst>
          </p:cNvPr>
          <p:cNvSpPr/>
          <p:nvPr/>
        </p:nvSpPr>
        <p:spPr>
          <a:xfrm>
            <a:off x="4124816" y="201858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5F6ACA-C53D-4F8A-A5E6-9832710E2CED}"/>
              </a:ext>
            </a:extLst>
          </p:cNvPr>
          <p:cNvSpPr/>
          <p:nvPr/>
        </p:nvSpPr>
        <p:spPr>
          <a:xfrm>
            <a:off x="3089836" y="227481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FCB75D-61EE-466A-9FC6-3555D4799D6F}"/>
              </a:ext>
            </a:extLst>
          </p:cNvPr>
          <p:cNvSpPr/>
          <p:nvPr/>
        </p:nvSpPr>
        <p:spPr>
          <a:xfrm>
            <a:off x="3607326" y="2274817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0FD63A-829D-4DAC-A4B3-F7C8521B5128}"/>
              </a:ext>
            </a:extLst>
          </p:cNvPr>
          <p:cNvSpPr/>
          <p:nvPr/>
        </p:nvSpPr>
        <p:spPr>
          <a:xfrm>
            <a:off x="4124816" y="227481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951886-1B66-48E4-9A57-50D320C309E6}"/>
              </a:ext>
            </a:extLst>
          </p:cNvPr>
          <p:cNvSpPr/>
          <p:nvPr/>
        </p:nvSpPr>
        <p:spPr>
          <a:xfrm>
            <a:off x="3089836" y="253104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224900-50AE-48D0-812B-C0632BBC5057}"/>
              </a:ext>
            </a:extLst>
          </p:cNvPr>
          <p:cNvSpPr/>
          <p:nvPr/>
        </p:nvSpPr>
        <p:spPr>
          <a:xfrm>
            <a:off x="3607326" y="2531049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6C6567-9D94-48A8-8BC4-1CCD86B400F1}"/>
              </a:ext>
            </a:extLst>
          </p:cNvPr>
          <p:cNvSpPr/>
          <p:nvPr/>
        </p:nvSpPr>
        <p:spPr>
          <a:xfrm>
            <a:off x="3089836" y="276886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EAC2C2-1F88-411A-A86A-334457C58F7D}"/>
              </a:ext>
            </a:extLst>
          </p:cNvPr>
          <p:cNvSpPr/>
          <p:nvPr/>
        </p:nvSpPr>
        <p:spPr>
          <a:xfrm>
            <a:off x="3607326" y="276886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576F4-805B-4055-9BD1-1C327EE251D5}"/>
              </a:ext>
            </a:extLst>
          </p:cNvPr>
          <p:cNvSpPr/>
          <p:nvPr/>
        </p:nvSpPr>
        <p:spPr>
          <a:xfrm>
            <a:off x="4124816" y="2768860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8C099D4-C949-4237-B5F8-DA3A44203EE3}"/>
              </a:ext>
            </a:extLst>
          </p:cNvPr>
          <p:cNvSpPr/>
          <p:nvPr/>
        </p:nvSpPr>
        <p:spPr>
          <a:xfrm>
            <a:off x="3089836" y="302509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3D174B-10CC-4C39-B2D9-7460C935F28E}"/>
              </a:ext>
            </a:extLst>
          </p:cNvPr>
          <p:cNvSpPr/>
          <p:nvPr/>
        </p:nvSpPr>
        <p:spPr>
          <a:xfrm>
            <a:off x="3607326" y="3025094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D8359BB-3BBD-40F7-B225-9EF6788004AE}"/>
              </a:ext>
            </a:extLst>
          </p:cNvPr>
          <p:cNvSpPr/>
          <p:nvPr/>
        </p:nvSpPr>
        <p:spPr>
          <a:xfrm>
            <a:off x="4126538" y="3025093"/>
            <a:ext cx="515768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87E6569-ACDB-407E-A0E8-665A77DC0C14}"/>
              </a:ext>
            </a:extLst>
          </p:cNvPr>
          <p:cNvCxnSpPr>
            <a:cxnSpLocks/>
          </p:cNvCxnSpPr>
          <p:nvPr/>
        </p:nvCxnSpPr>
        <p:spPr>
          <a:xfrm>
            <a:off x="4642306" y="1939876"/>
            <a:ext cx="0" cy="1536368"/>
          </a:xfrm>
          <a:prstGeom prst="lin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8093002-B76C-41F9-9793-C45C56749610}"/>
              </a:ext>
            </a:extLst>
          </p:cNvPr>
          <p:cNvSpPr/>
          <p:nvPr/>
        </p:nvSpPr>
        <p:spPr>
          <a:xfrm>
            <a:off x="2056271" y="2057251"/>
            <a:ext cx="125927" cy="1232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D7CC171-5435-4AAA-B5AA-4CC2B80130E2}"/>
              </a:ext>
            </a:extLst>
          </p:cNvPr>
          <p:cNvCxnSpPr>
            <a:cxnSpLocks/>
          </p:cNvCxnSpPr>
          <p:nvPr/>
        </p:nvCxnSpPr>
        <p:spPr>
          <a:xfrm>
            <a:off x="3089836" y="1939876"/>
            <a:ext cx="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1EA2E5-A9EE-4A83-BEF8-A8956CE1E945}"/>
              </a:ext>
            </a:extLst>
          </p:cNvPr>
          <p:cNvCxnSpPr>
            <a:cxnSpLocks/>
          </p:cNvCxnSpPr>
          <p:nvPr/>
        </p:nvCxnSpPr>
        <p:spPr>
          <a:xfrm>
            <a:off x="3127837" y="2027037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724954A-CE6C-44FF-98D7-60F2364E5338}"/>
              </a:ext>
            </a:extLst>
          </p:cNvPr>
          <p:cNvCxnSpPr>
            <a:cxnSpLocks/>
          </p:cNvCxnSpPr>
          <p:nvPr/>
        </p:nvCxnSpPr>
        <p:spPr>
          <a:xfrm>
            <a:off x="3088839" y="2075804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75FFEFC-1ADD-4FCF-A328-5F01FCFDB650}"/>
              </a:ext>
            </a:extLst>
          </p:cNvPr>
          <p:cNvCxnSpPr>
            <a:cxnSpLocks/>
          </p:cNvCxnSpPr>
          <p:nvPr/>
        </p:nvCxnSpPr>
        <p:spPr>
          <a:xfrm>
            <a:off x="3088839" y="234695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067FD1-F064-41A5-86EF-EA93231AA1BE}"/>
              </a:ext>
            </a:extLst>
          </p:cNvPr>
          <p:cNvCxnSpPr>
            <a:cxnSpLocks/>
          </p:cNvCxnSpPr>
          <p:nvPr/>
        </p:nvCxnSpPr>
        <p:spPr>
          <a:xfrm>
            <a:off x="3088839" y="2554928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CC500F1-47FD-4D02-AF4C-FD422C8E737D}"/>
              </a:ext>
            </a:extLst>
          </p:cNvPr>
          <p:cNvCxnSpPr>
            <a:cxnSpLocks/>
          </p:cNvCxnSpPr>
          <p:nvPr/>
        </p:nvCxnSpPr>
        <p:spPr>
          <a:xfrm>
            <a:off x="3088839" y="2826082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6B1886B-0330-426E-B0CC-5A2BD41C0994}"/>
              </a:ext>
            </a:extLst>
          </p:cNvPr>
          <p:cNvCxnSpPr>
            <a:cxnSpLocks/>
          </p:cNvCxnSpPr>
          <p:nvPr/>
        </p:nvCxnSpPr>
        <p:spPr>
          <a:xfrm>
            <a:off x="3088839" y="306777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D9CC1CED-B7D1-4C4D-ACB4-5A79B4B97FE3}"/>
              </a:ext>
            </a:extLst>
          </p:cNvPr>
          <p:cNvSpPr/>
          <p:nvPr/>
        </p:nvSpPr>
        <p:spPr>
          <a:xfrm>
            <a:off x="3641179" y="2293583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2E1BBDA-D670-4393-92FD-422AFB9DB30B}"/>
              </a:ext>
            </a:extLst>
          </p:cNvPr>
          <p:cNvSpPr/>
          <p:nvPr/>
        </p:nvSpPr>
        <p:spPr>
          <a:xfrm>
            <a:off x="3647691" y="2561646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1093FF-47A2-4509-A8E2-1A599BEC4C15}"/>
              </a:ext>
            </a:extLst>
          </p:cNvPr>
          <p:cNvSpPr/>
          <p:nvPr/>
        </p:nvSpPr>
        <p:spPr>
          <a:xfrm>
            <a:off x="5065724" y="200345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8832878-E3D9-4519-AF68-67D16FEB5F48}"/>
              </a:ext>
            </a:extLst>
          </p:cNvPr>
          <p:cNvSpPr/>
          <p:nvPr/>
        </p:nvSpPr>
        <p:spPr>
          <a:xfrm>
            <a:off x="5583214" y="200345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864FD0D-DFA7-487F-B205-B65DAF0394F2}"/>
              </a:ext>
            </a:extLst>
          </p:cNvPr>
          <p:cNvSpPr/>
          <p:nvPr/>
        </p:nvSpPr>
        <p:spPr>
          <a:xfrm>
            <a:off x="6100704" y="200345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4D1BE0-967E-4A75-B6A8-1B5428ACEBA8}"/>
              </a:ext>
            </a:extLst>
          </p:cNvPr>
          <p:cNvSpPr/>
          <p:nvPr/>
        </p:nvSpPr>
        <p:spPr>
          <a:xfrm>
            <a:off x="5065724" y="2259691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5E8915-D0C4-4965-8FED-D274D0D71606}"/>
              </a:ext>
            </a:extLst>
          </p:cNvPr>
          <p:cNvSpPr/>
          <p:nvPr/>
        </p:nvSpPr>
        <p:spPr>
          <a:xfrm>
            <a:off x="5583214" y="225969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C56607D-61EA-49B2-85FC-4A0E2F7308F2}"/>
              </a:ext>
            </a:extLst>
          </p:cNvPr>
          <p:cNvSpPr/>
          <p:nvPr/>
        </p:nvSpPr>
        <p:spPr>
          <a:xfrm>
            <a:off x="6100704" y="225969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0C45F3D-5ED4-44A1-965B-D58770CA63B4}"/>
              </a:ext>
            </a:extLst>
          </p:cNvPr>
          <p:cNvSpPr/>
          <p:nvPr/>
        </p:nvSpPr>
        <p:spPr>
          <a:xfrm>
            <a:off x="5065724" y="2515924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C698AD-2F6E-4772-ADC7-9A9D18A10AD1}"/>
              </a:ext>
            </a:extLst>
          </p:cNvPr>
          <p:cNvSpPr/>
          <p:nvPr/>
        </p:nvSpPr>
        <p:spPr>
          <a:xfrm>
            <a:off x="5583214" y="25159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E628D9B-9590-48B2-B73C-FDC97B6F832C}"/>
              </a:ext>
            </a:extLst>
          </p:cNvPr>
          <p:cNvSpPr/>
          <p:nvPr/>
        </p:nvSpPr>
        <p:spPr>
          <a:xfrm>
            <a:off x="6100704" y="25159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05FA8AD-C52D-4699-918B-435B6A32E00A}"/>
              </a:ext>
            </a:extLst>
          </p:cNvPr>
          <p:cNvSpPr/>
          <p:nvPr/>
        </p:nvSpPr>
        <p:spPr>
          <a:xfrm>
            <a:off x="6618194" y="251592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35AA34B-9AC2-4ADE-B51A-6EAB5911D095}"/>
              </a:ext>
            </a:extLst>
          </p:cNvPr>
          <p:cNvSpPr/>
          <p:nvPr/>
        </p:nvSpPr>
        <p:spPr>
          <a:xfrm>
            <a:off x="5065724" y="2772156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155C4D-ADC4-40EC-8181-6DF999EE4811}"/>
              </a:ext>
            </a:extLst>
          </p:cNvPr>
          <p:cNvSpPr/>
          <p:nvPr/>
        </p:nvSpPr>
        <p:spPr>
          <a:xfrm>
            <a:off x="5583214" y="2772155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06DB84F-1D6E-4D2A-A002-BF621683DC27}"/>
              </a:ext>
            </a:extLst>
          </p:cNvPr>
          <p:cNvSpPr/>
          <p:nvPr/>
        </p:nvSpPr>
        <p:spPr>
          <a:xfrm>
            <a:off x="6618194" y="277215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01CE45B-9E42-4517-829B-FC4C4FBAA8A1}"/>
              </a:ext>
            </a:extLst>
          </p:cNvPr>
          <p:cNvSpPr/>
          <p:nvPr/>
        </p:nvSpPr>
        <p:spPr>
          <a:xfrm>
            <a:off x="5065724" y="302838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D96A051-DCC8-4E17-AB6C-6BCFC0ED4746}"/>
              </a:ext>
            </a:extLst>
          </p:cNvPr>
          <p:cNvSpPr/>
          <p:nvPr/>
        </p:nvSpPr>
        <p:spPr>
          <a:xfrm>
            <a:off x="6100704" y="302838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45EFD6B-008F-44A3-B9CE-7C610E4B5FDE}"/>
              </a:ext>
            </a:extLst>
          </p:cNvPr>
          <p:cNvSpPr/>
          <p:nvPr/>
        </p:nvSpPr>
        <p:spPr>
          <a:xfrm>
            <a:off x="6618194" y="302838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40A2C3C-40FE-4C00-AE7C-1164C889239D}"/>
              </a:ext>
            </a:extLst>
          </p:cNvPr>
          <p:cNvCxnSpPr>
            <a:cxnSpLocks/>
          </p:cNvCxnSpPr>
          <p:nvPr/>
        </p:nvCxnSpPr>
        <p:spPr>
          <a:xfrm>
            <a:off x="5065724" y="1939876"/>
            <a:ext cx="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A825002-C4E1-48FC-9656-BDEE9A43FE37}"/>
              </a:ext>
            </a:extLst>
          </p:cNvPr>
          <p:cNvCxnSpPr>
            <a:cxnSpLocks/>
          </p:cNvCxnSpPr>
          <p:nvPr/>
        </p:nvCxnSpPr>
        <p:spPr>
          <a:xfrm>
            <a:off x="7135684" y="1939876"/>
            <a:ext cx="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F3DF3C8-6921-4DFC-9AD4-3F38C15D36C9}"/>
              </a:ext>
            </a:extLst>
          </p:cNvPr>
          <p:cNvCxnSpPr>
            <a:cxnSpLocks/>
          </p:cNvCxnSpPr>
          <p:nvPr/>
        </p:nvCxnSpPr>
        <p:spPr>
          <a:xfrm>
            <a:off x="5106980" y="278827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A125EDA-4266-4502-93E1-E046100154E8}"/>
              </a:ext>
            </a:extLst>
          </p:cNvPr>
          <p:cNvCxnSpPr>
            <a:cxnSpLocks/>
          </p:cNvCxnSpPr>
          <p:nvPr/>
        </p:nvCxnSpPr>
        <p:spPr>
          <a:xfrm>
            <a:off x="6096000" y="252563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93329E0-F3D1-400A-BC3C-F3FEDD1E6246}"/>
              </a:ext>
            </a:extLst>
          </p:cNvPr>
          <p:cNvCxnSpPr>
            <a:cxnSpLocks/>
          </p:cNvCxnSpPr>
          <p:nvPr/>
        </p:nvCxnSpPr>
        <p:spPr>
          <a:xfrm>
            <a:off x="5066558" y="2579563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2769F7A-49FA-451E-886F-52007C4CB029}"/>
              </a:ext>
            </a:extLst>
          </p:cNvPr>
          <p:cNvCxnSpPr>
            <a:cxnSpLocks/>
          </p:cNvCxnSpPr>
          <p:nvPr/>
        </p:nvCxnSpPr>
        <p:spPr>
          <a:xfrm>
            <a:off x="5065724" y="2846911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4BA6E62-CBC7-43EA-ABBE-FDC202AE6625}"/>
              </a:ext>
            </a:extLst>
          </p:cNvPr>
          <p:cNvCxnSpPr>
            <a:cxnSpLocks/>
          </p:cNvCxnSpPr>
          <p:nvPr/>
        </p:nvCxnSpPr>
        <p:spPr>
          <a:xfrm>
            <a:off x="5065724" y="2342459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9582803-E8EB-4E57-A862-3B3AF6799539}"/>
              </a:ext>
            </a:extLst>
          </p:cNvPr>
          <p:cNvCxnSpPr>
            <a:cxnSpLocks/>
          </p:cNvCxnSpPr>
          <p:nvPr/>
        </p:nvCxnSpPr>
        <p:spPr>
          <a:xfrm>
            <a:off x="5065724" y="2060677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8347C92-9119-4053-9D6B-1DF8E591D48C}"/>
              </a:ext>
            </a:extLst>
          </p:cNvPr>
          <p:cNvCxnSpPr>
            <a:cxnSpLocks/>
          </p:cNvCxnSpPr>
          <p:nvPr/>
        </p:nvCxnSpPr>
        <p:spPr>
          <a:xfrm>
            <a:off x="5065724" y="3067426"/>
            <a:ext cx="0" cy="19901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11931EE-304E-4F5C-8F20-BA5FFB310FDA}"/>
              </a:ext>
            </a:extLst>
          </p:cNvPr>
          <p:cNvSpPr/>
          <p:nvPr/>
        </p:nvSpPr>
        <p:spPr>
          <a:xfrm>
            <a:off x="5580225" y="2772155"/>
            <a:ext cx="103797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1CBC255-5B8A-4388-873D-419554556E44}"/>
              </a:ext>
            </a:extLst>
          </p:cNvPr>
          <p:cNvSpPr/>
          <p:nvPr/>
        </p:nvSpPr>
        <p:spPr>
          <a:xfrm>
            <a:off x="5619166" y="2831689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59869C7-963E-4CD7-B8BF-856A01D1CC01}"/>
              </a:ext>
            </a:extLst>
          </p:cNvPr>
          <p:cNvSpPr txBox="1"/>
          <p:nvPr/>
        </p:nvSpPr>
        <p:spPr>
          <a:xfrm>
            <a:off x="4578645" y="206524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2307F8-A15A-4020-9E1E-53AC84D4FC01}"/>
              </a:ext>
            </a:extLst>
          </p:cNvPr>
          <p:cNvSpPr txBox="1"/>
          <p:nvPr/>
        </p:nvSpPr>
        <p:spPr>
          <a:xfrm>
            <a:off x="4583702" y="2290307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1B8BB9-2BF2-4C3C-8604-71891324BEE2}"/>
              </a:ext>
            </a:extLst>
          </p:cNvPr>
          <p:cNvSpPr txBox="1"/>
          <p:nvPr/>
        </p:nvSpPr>
        <p:spPr>
          <a:xfrm>
            <a:off x="4566759" y="2518657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4F2534F-2ECD-41CE-B527-FAC1E9FF527C}"/>
              </a:ext>
            </a:extLst>
          </p:cNvPr>
          <p:cNvSpPr txBox="1"/>
          <p:nvPr/>
        </p:nvSpPr>
        <p:spPr>
          <a:xfrm>
            <a:off x="4554241" y="2783805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F602764-7E06-4D7A-B3B8-78EC59DD86F7}"/>
              </a:ext>
            </a:extLst>
          </p:cNvPr>
          <p:cNvSpPr txBox="1"/>
          <p:nvPr/>
        </p:nvSpPr>
        <p:spPr>
          <a:xfrm>
            <a:off x="4551113" y="3018879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854CE0-0B5B-4F17-837E-40C0AA8F103A}"/>
              </a:ext>
            </a:extLst>
          </p:cNvPr>
          <p:cNvSpPr/>
          <p:nvPr/>
        </p:nvSpPr>
        <p:spPr>
          <a:xfrm>
            <a:off x="6100703" y="2003456"/>
            <a:ext cx="1034981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8E938FE-6F3B-4D83-BA4D-4C42913E3255}"/>
              </a:ext>
            </a:extLst>
          </p:cNvPr>
          <p:cNvCxnSpPr>
            <a:cxnSpLocks/>
          </p:cNvCxnSpPr>
          <p:nvPr/>
        </p:nvCxnSpPr>
        <p:spPr>
          <a:xfrm>
            <a:off x="5099568" y="202925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72B0A848-162C-4626-953A-8161270D9E4D}"/>
              </a:ext>
            </a:extLst>
          </p:cNvPr>
          <p:cNvSpPr/>
          <p:nvPr/>
        </p:nvSpPr>
        <p:spPr>
          <a:xfrm>
            <a:off x="4126538" y="2531048"/>
            <a:ext cx="515768" cy="24215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B56C85C-D318-408A-8E7A-EAE94D5168F0}"/>
              </a:ext>
            </a:extLst>
          </p:cNvPr>
          <p:cNvCxnSpPr>
            <a:cxnSpLocks/>
          </p:cNvCxnSpPr>
          <p:nvPr/>
        </p:nvCxnSpPr>
        <p:spPr>
          <a:xfrm>
            <a:off x="4131920" y="2299935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7A9304-41F7-4A0D-9D99-4F056DC2F21E}"/>
              </a:ext>
            </a:extLst>
          </p:cNvPr>
          <p:cNvSpPr/>
          <p:nvPr/>
        </p:nvSpPr>
        <p:spPr>
          <a:xfrm>
            <a:off x="5583214" y="3028388"/>
            <a:ext cx="103797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2E9863-8CCF-4726-B516-DAB174A72CE6}"/>
              </a:ext>
            </a:extLst>
          </p:cNvPr>
          <p:cNvCxnSpPr>
            <a:cxnSpLocks/>
          </p:cNvCxnSpPr>
          <p:nvPr/>
        </p:nvCxnSpPr>
        <p:spPr>
          <a:xfrm>
            <a:off x="5580225" y="3043442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C85281C-578C-4C84-AB15-EA67EE94FF6E}"/>
              </a:ext>
            </a:extLst>
          </p:cNvPr>
          <p:cNvSpPr/>
          <p:nvPr/>
        </p:nvSpPr>
        <p:spPr>
          <a:xfrm>
            <a:off x="1463589" y="35263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3AB427D-E1F2-4194-A4DE-CE71F20F849B}"/>
              </a:ext>
            </a:extLst>
          </p:cNvPr>
          <p:cNvSpPr/>
          <p:nvPr/>
        </p:nvSpPr>
        <p:spPr>
          <a:xfrm>
            <a:off x="1981079" y="352637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55F4BEE-1CC5-4602-A9F1-38B9506181C8}"/>
              </a:ext>
            </a:extLst>
          </p:cNvPr>
          <p:cNvSpPr/>
          <p:nvPr/>
        </p:nvSpPr>
        <p:spPr>
          <a:xfrm>
            <a:off x="1463589" y="3526376"/>
            <a:ext cx="155247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3BC800-9823-416C-A88B-8E7FEFC8985F}"/>
              </a:ext>
            </a:extLst>
          </p:cNvPr>
          <p:cNvSpPr/>
          <p:nvPr/>
        </p:nvSpPr>
        <p:spPr>
          <a:xfrm>
            <a:off x="3085850" y="352894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1C227B1-BF6C-419F-AFDB-DFE2AFB62507}"/>
              </a:ext>
            </a:extLst>
          </p:cNvPr>
          <p:cNvSpPr/>
          <p:nvPr/>
        </p:nvSpPr>
        <p:spPr>
          <a:xfrm>
            <a:off x="3603340" y="352894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C876496-A850-4D75-8926-935819599495}"/>
              </a:ext>
            </a:extLst>
          </p:cNvPr>
          <p:cNvSpPr/>
          <p:nvPr/>
        </p:nvSpPr>
        <p:spPr>
          <a:xfrm>
            <a:off x="3085850" y="3528947"/>
            <a:ext cx="155247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A6A3D13-240C-4745-99EB-F53A4B5AEAA8}"/>
              </a:ext>
            </a:extLst>
          </p:cNvPr>
          <p:cNvSpPr/>
          <p:nvPr/>
        </p:nvSpPr>
        <p:spPr>
          <a:xfrm>
            <a:off x="5058095" y="351372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96C521-3D0B-4E7A-8F06-95B43BF14155}"/>
              </a:ext>
            </a:extLst>
          </p:cNvPr>
          <p:cNvSpPr/>
          <p:nvPr/>
        </p:nvSpPr>
        <p:spPr>
          <a:xfrm>
            <a:off x="6610565" y="351372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487471E-F44C-485B-A246-BD76AC16A9C6}"/>
              </a:ext>
            </a:extLst>
          </p:cNvPr>
          <p:cNvSpPr/>
          <p:nvPr/>
        </p:nvSpPr>
        <p:spPr>
          <a:xfrm>
            <a:off x="5046558" y="3513722"/>
            <a:ext cx="2081497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E594DA4-58A9-4F13-A053-DFC456364BA8}"/>
              </a:ext>
            </a:extLst>
          </p:cNvPr>
          <p:cNvSpPr/>
          <p:nvPr/>
        </p:nvSpPr>
        <p:spPr>
          <a:xfrm>
            <a:off x="1470130" y="386770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12D9287-B5E3-40E6-922D-0874295143FC}"/>
              </a:ext>
            </a:extLst>
          </p:cNvPr>
          <p:cNvSpPr/>
          <p:nvPr/>
        </p:nvSpPr>
        <p:spPr>
          <a:xfrm>
            <a:off x="1987619" y="3867706"/>
            <a:ext cx="1028439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7C3888F-8CE9-4C05-9F2D-01170D3774D5}"/>
              </a:ext>
            </a:extLst>
          </p:cNvPr>
          <p:cNvSpPr/>
          <p:nvPr/>
        </p:nvSpPr>
        <p:spPr>
          <a:xfrm>
            <a:off x="3092391" y="38702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630E072-9CC2-485E-B812-DAE187914147}"/>
              </a:ext>
            </a:extLst>
          </p:cNvPr>
          <p:cNvSpPr/>
          <p:nvPr/>
        </p:nvSpPr>
        <p:spPr>
          <a:xfrm>
            <a:off x="3609881" y="387027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649A16C-8E1E-4717-AA05-AB4C06ACBBD2}"/>
              </a:ext>
            </a:extLst>
          </p:cNvPr>
          <p:cNvSpPr/>
          <p:nvPr/>
        </p:nvSpPr>
        <p:spPr>
          <a:xfrm>
            <a:off x="3609881" y="3870277"/>
            <a:ext cx="103498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86884BB-6A16-41DC-8758-63E643EEEBA3}"/>
              </a:ext>
            </a:extLst>
          </p:cNvPr>
          <p:cNvSpPr/>
          <p:nvPr/>
        </p:nvSpPr>
        <p:spPr>
          <a:xfrm>
            <a:off x="5065724" y="387069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341A50C-4B06-4106-AF0F-CE35646BE788}"/>
              </a:ext>
            </a:extLst>
          </p:cNvPr>
          <p:cNvSpPr/>
          <p:nvPr/>
        </p:nvSpPr>
        <p:spPr>
          <a:xfrm>
            <a:off x="5583214" y="3870689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C524062-5CDF-4793-875A-ADAE87A68BA9}"/>
              </a:ext>
            </a:extLst>
          </p:cNvPr>
          <p:cNvSpPr/>
          <p:nvPr/>
        </p:nvSpPr>
        <p:spPr>
          <a:xfrm>
            <a:off x="6618194" y="387068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E1C6147-706D-45CD-AE70-F29FA2D95C13}"/>
              </a:ext>
            </a:extLst>
          </p:cNvPr>
          <p:cNvSpPr txBox="1"/>
          <p:nvPr/>
        </p:nvSpPr>
        <p:spPr>
          <a:xfrm>
            <a:off x="5311228" y="3239251"/>
            <a:ext cx="1614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Case 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22FE2CB-F96C-4788-B746-8629FCAA616C}"/>
              </a:ext>
            </a:extLst>
          </p:cNvPr>
          <p:cNvSpPr txBox="1"/>
          <p:nvPr/>
        </p:nvSpPr>
        <p:spPr>
          <a:xfrm>
            <a:off x="814662" y="3816162"/>
            <a:ext cx="87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AEI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D10C297-8CBD-4522-9F75-A54EFEC0CFD6}"/>
                  </a:ext>
                </a:extLst>
              </p:cNvPr>
              <p:cNvSpPr/>
              <p:nvPr/>
            </p:nvSpPr>
            <p:spPr>
              <a:xfrm>
                <a:off x="1357950" y="1122222"/>
                <a:ext cx="179876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1</a:t>
                </a:r>
                <a:endParaRPr lang="en-I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=4, 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1600" dirty="0"/>
                  <a:t>}</a:t>
                </a:r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D10C297-8CBD-4522-9F75-A54EFEC0C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50" y="1122222"/>
                <a:ext cx="1798762" cy="830997"/>
              </a:xfrm>
              <a:prstGeom prst="rect">
                <a:avLst/>
              </a:prstGeom>
              <a:blipFill>
                <a:blip r:embed="rId2"/>
                <a:stretch>
                  <a:fillRect t="-2941" b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8F13DF0-1210-4CCB-A539-E288C52E6C4C}"/>
                  </a:ext>
                </a:extLst>
              </p:cNvPr>
              <p:cNvSpPr/>
              <p:nvPr/>
            </p:nvSpPr>
            <p:spPr>
              <a:xfrm>
                <a:off x="3071820" y="1101722"/>
                <a:ext cx="179876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2</a:t>
                </a:r>
                <a:endParaRPr lang="en-I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2}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8F13DF0-1210-4CCB-A539-E288C52E6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820" y="1101722"/>
                <a:ext cx="1798762" cy="830997"/>
              </a:xfrm>
              <a:prstGeom prst="rect">
                <a:avLst/>
              </a:prstGeom>
              <a:blipFill>
                <a:blip r:embed="rId3"/>
                <a:stretch>
                  <a:fillRect t="-2941" b="-3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FFF583A3-5137-481A-A926-C19887D043A8}"/>
                  </a:ext>
                </a:extLst>
              </p:cNvPr>
              <p:cNvSpPr/>
              <p:nvPr/>
            </p:nvSpPr>
            <p:spPr>
              <a:xfrm>
                <a:off x="5206364" y="1112926"/>
                <a:ext cx="182421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3</a:t>
                </a:r>
                <a:endParaRPr lang="en-I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1600" dirty="0"/>
                  <a:t>}</a:t>
                </a:r>
              </a:p>
            </p:txBody>
          </p:sp>
        </mc:Choice>
        <mc:Fallback xmlns=""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FFF583A3-5137-481A-A926-C19887D04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364" y="1112926"/>
                <a:ext cx="1824217" cy="830997"/>
              </a:xfrm>
              <a:prstGeom prst="rect">
                <a:avLst/>
              </a:prstGeom>
              <a:blipFill>
                <a:blip r:embed="rId4"/>
                <a:stretch>
                  <a:fillRect t="-2941" b="-8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124">
            <a:extLst>
              <a:ext uri="{FF2B5EF4-FFF2-40B4-BE49-F238E27FC236}">
                <a16:creationId xmlns:a16="http://schemas.microsoft.com/office/drawing/2014/main" id="{EE6EF1B6-2BD4-44C2-9D6E-B16196EAC17B}"/>
              </a:ext>
            </a:extLst>
          </p:cNvPr>
          <p:cNvSpPr/>
          <p:nvPr/>
        </p:nvSpPr>
        <p:spPr>
          <a:xfrm>
            <a:off x="5573807" y="3870689"/>
            <a:ext cx="1044387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E327466-5123-4FD0-9B1A-FC7B2087CC44}"/>
                  </a:ext>
                </a:extLst>
              </p:cNvPr>
              <p:cNvSpPr txBox="1"/>
              <p:nvPr/>
            </p:nvSpPr>
            <p:spPr>
              <a:xfrm>
                <a:off x="2005585" y="865827"/>
                <a:ext cx="5088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Task-Set 1 (Victim=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Attacker 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E327466-5123-4FD0-9B1A-FC7B2087C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585" y="865827"/>
                <a:ext cx="5088503" cy="369332"/>
              </a:xfrm>
              <a:prstGeom prst="rect">
                <a:avLst/>
              </a:prstGeom>
              <a:blipFill>
                <a:blip r:embed="rId5"/>
                <a:stretch>
                  <a:fillRect l="-958" t="-11475" b="-213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Oval 136">
            <a:extLst>
              <a:ext uri="{FF2B5EF4-FFF2-40B4-BE49-F238E27FC236}">
                <a16:creationId xmlns:a16="http://schemas.microsoft.com/office/drawing/2014/main" id="{C94F3172-E6BC-47DD-8295-FFFAB6ACA2CC}"/>
              </a:ext>
            </a:extLst>
          </p:cNvPr>
          <p:cNvSpPr/>
          <p:nvPr/>
        </p:nvSpPr>
        <p:spPr>
          <a:xfrm>
            <a:off x="2028130" y="3086834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2F257E1-2B97-4D2E-9C65-449F4C50A88F}"/>
              </a:ext>
            </a:extLst>
          </p:cNvPr>
          <p:cNvCxnSpPr>
            <a:cxnSpLocks/>
          </p:cNvCxnSpPr>
          <p:nvPr/>
        </p:nvCxnSpPr>
        <p:spPr>
          <a:xfrm>
            <a:off x="3609881" y="2788271"/>
            <a:ext cx="0" cy="2432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4B88CFF-5AD5-4554-9299-95E7C1A112D5}"/>
              </a:ext>
            </a:extLst>
          </p:cNvPr>
          <p:cNvSpPr/>
          <p:nvPr/>
        </p:nvSpPr>
        <p:spPr>
          <a:xfrm>
            <a:off x="1987619" y="3867706"/>
            <a:ext cx="517491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BC907C0-1772-4DFB-BFB0-FEED1737932A}"/>
              </a:ext>
            </a:extLst>
          </p:cNvPr>
          <p:cNvSpPr/>
          <p:nvPr/>
        </p:nvSpPr>
        <p:spPr>
          <a:xfrm>
            <a:off x="6100702" y="2259689"/>
            <a:ext cx="1034982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8EA46F6-CB83-4E91-BCE7-593C4DA4A1F8}"/>
              </a:ext>
            </a:extLst>
          </p:cNvPr>
          <p:cNvSpPr/>
          <p:nvPr/>
        </p:nvSpPr>
        <p:spPr>
          <a:xfrm>
            <a:off x="5824630" y="2062821"/>
            <a:ext cx="110859" cy="1121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599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0A8AB4C-632C-4114-8D9D-1CAC0D208DC4}"/>
              </a:ext>
            </a:extLst>
          </p:cNvPr>
          <p:cNvGrpSpPr/>
          <p:nvPr/>
        </p:nvGrpSpPr>
        <p:grpSpPr>
          <a:xfrm>
            <a:off x="4132918" y="1187058"/>
            <a:ext cx="4844855" cy="3296699"/>
            <a:chOff x="868590" y="837514"/>
            <a:chExt cx="4844855" cy="3296699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8B235512-8E9B-4585-851B-21EF2EA6CCEC}"/>
                </a:ext>
              </a:extLst>
            </p:cNvPr>
            <p:cNvGrpSpPr/>
            <p:nvPr/>
          </p:nvGrpSpPr>
          <p:grpSpPr>
            <a:xfrm>
              <a:off x="868590" y="1262217"/>
              <a:ext cx="4844855" cy="2871996"/>
              <a:chOff x="868590" y="1262217"/>
              <a:chExt cx="4844855" cy="287199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9AB196-C41E-44C9-997B-E9A7A0363061}"/>
                  </a:ext>
                </a:extLst>
              </p:cNvPr>
              <p:cNvSpPr txBox="1"/>
              <p:nvPr/>
            </p:nvSpPr>
            <p:spPr>
              <a:xfrm>
                <a:off x="1090713" y="3492720"/>
                <a:ext cx="4736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AAI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5F2186-FA58-41E7-A6B5-534B84BD866F}"/>
                  </a:ext>
                </a:extLst>
              </p:cNvPr>
              <p:cNvSpPr/>
              <p:nvPr/>
            </p:nvSpPr>
            <p:spPr>
              <a:xfrm>
                <a:off x="1493506" y="2013166"/>
                <a:ext cx="517490" cy="2562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5EB7B9A-48B2-4A62-B0D0-F14574DC359E}"/>
                  </a:ext>
                </a:extLst>
              </p:cNvPr>
              <p:cNvSpPr/>
              <p:nvPr/>
            </p:nvSpPr>
            <p:spPr>
              <a:xfrm>
                <a:off x="2010996" y="2013165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DE2827-DD44-470C-BE1A-ADA6742CDC59}"/>
                  </a:ext>
                </a:extLst>
              </p:cNvPr>
              <p:cNvSpPr/>
              <p:nvPr/>
            </p:nvSpPr>
            <p:spPr>
              <a:xfrm>
                <a:off x="2528486" y="2013165"/>
                <a:ext cx="517490" cy="256233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C59978-5CD0-475A-9268-1119710635F7}"/>
                  </a:ext>
                </a:extLst>
              </p:cNvPr>
              <p:cNvSpPr/>
              <p:nvPr/>
            </p:nvSpPr>
            <p:spPr>
              <a:xfrm>
                <a:off x="1493506" y="2269399"/>
                <a:ext cx="517490" cy="2562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FEDC4E-B039-481D-A50F-2F6ABEB070A8}"/>
                  </a:ext>
                </a:extLst>
              </p:cNvPr>
              <p:cNvSpPr/>
              <p:nvPr/>
            </p:nvSpPr>
            <p:spPr>
              <a:xfrm>
                <a:off x="2010996" y="2269398"/>
                <a:ext cx="517490" cy="256233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A77BFC-C3F8-4E8A-8C39-CF9CD4C8FFB5}"/>
                  </a:ext>
                </a:extLst>
              </p:cNvPr>
              <p:cNvSpPr/>
              <p:nvPr/>
            </p:nvSpPr>
            <p:spPr>
              <a:xfrm>
                <a:off x="2528486" y="2269398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74A51B-8F62-4D40-BF42-3ECE19F27909}"/>
                  </a:ext>
                </a:extLst>
              </p:cNvPr>
              <p:cNvSpPr/>
              <p:nvPr/>
            </p:nvSpPr>
            <p:spPr>
              <a:xfrm>
                <a:off x="1493506" y="2525632"/>
                <a:ext cx="517490" cy="2562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8AAA23B-27F0-4AE1-94EC-89407C389577}"/>
                  </a:ext>
                </a:extLst>
              </p:cNvPr>
              <p:cNvSpPr/>
              <p:nvPr/>
            </p:nvSpPr>
            <p:spPr>
              <a:xfrm>
                <a:off x="2010996" y="2525631"/>
                <a:ext cx="517490" cy="256233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3F5D2B4-FB58-4DF2-8B35-2CC1D317D280}"/>
                  </a:ext>
                </a:extLst>
              </p:cNvPr>
              <p:cNvSpPr/>
              <p:nvPr/>
            </p:nvSpPr>
            <p:spPr>
              <a:xfrm>
                <a:off x="2528486" y="2525631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BE255C0-D046-4D3D-A9C8-9D0B62FDD0EC}"/>
                  </a:ext>
                </a:extLst>
              </p:cNvPr>
              <p:cNvSpPr/>
              <p:nvPr/>
            </p:nvSpPr>
            <p:spPr>
              <a:xfrm>
                <a:off x="1493506" y="2781864"/>
                <a:ext cx="517490" cy="2562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1C2B0DD-91F4-4A5B-A521-25707F5FB967}"/>
                  </a:ext>
                </a:extLst>
              </p:cNvPr>
              <p:cNvSpPr/>
              <p:nvPr/>
            </p:nvSpPr>
            <p:spPr>
              <a:xfrm>
                <a:off x="2010996" y="2781863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D6E765A-1D22-45CE-920D-A57645D1B7D4}"/>
                  </a:ext>
                </a:extLst>
              </p:cNvPr>
              <p:cNvSpPr/>
              <p:nvPr/>
            </p:nvSpPr>
            <p:spPr>
              <a:xfrm>
                <a:off x="2528486" y="2781863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6DA804-5A75-45FC-8145-57B79B8E18C0}"/>
                  </a:ext>
                </a:extLst>
              </p:cNvPr>
              <p:cNvSpPr/>
              <p:nvPr/>
            </p:nvSpPr>
            <p:spPr>
              <a:xfrm>
                <a:off x="1493506" y="3038097"/>
                <a:ext cx="517490" cy="2562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DE20923-1D7D-4A4A-8966-5A9E7BCBD59F}"/>
                  </a:ext>
                </a:extLst>
              </p:cNvPr>
              <p:cNvSpPr/>
              <p:nvPr/>
            </p:nvSpPr>
            <p:spPr>
              <a:xfrm>
                <a:off x="2010996" y="3038096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184FCDF-9429-4066-A0D2-792860CC0C41}"/>
                  </a:ext>
                </a:extLst>
              </p:cNvPr>
              <p:cNvSpPr/>
              <p:nvPr/>
            </p:nvSpPr>
            <p:spPr>
              <a:xfrm>
                <a:off x="2528486" y="3038096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1FAACB8-1666-4960-B50F-CC07D25CBA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93506" y="1939876"/>
                <a:ext cx="6360" cy="1536368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170E922-8A83-4FED-859B-A70961B35C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7784" y="1939876"/>
                <a:ext cx="0" cy="1536368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7AAFC74D-71C8-4642-805B-4113661429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0942" y="2009793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5BCE50EC-44D8-46D0-99CF-F263C6386C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6097" y="1993287"/>
                <a:ext cx="5636" cy="26893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F0F70C-65D1-4E55-B850-A8798D8622B2}"/>
                  </a:ext>
                </a:extLst>
              </p:cNvPr>
              <p:cNvSpPr txBox="1"/>
              <p:nvPr/>
            </p:nvSpPr>
            <p:spPr>
              <a:xfrm>
                <a:off x="965429" y="2020761"/>
                <a:ext cx="5878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t=0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E19E1C1-1D98-4177-9073-5F15CC71AD23}"/>
                  </a:ext>
                </a:extLst>
              </p:cNvPr>
              <p:cNvSpPr txBox="1"/>
              <p:nvPr/>
            </p:nvSpPr>
            <p:spPr>
              <a:xfrm>
                <a:off x="956370" y="2284273"/>
                <a:ext cx="5878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3806C4-BB95-4CC9-A54A-ECEB42068359}"/>
                  </a:ext>
                </a:extLst>
              </p:cNvPr>
              <p:cNvSpPr txBox="1"/>
              <p:nvPr/>
            </p:nvSpPr>
            <p:spPr>
              <a:xfrm>
                <a:off x="950877" y="2531930"/>
                <a:ext cx="5878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t=6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D3A3E0-8BEE-4D2E-BDB5-872D1D3DF00E}"/>
                  </a:ext>
                </a:extLst>
              </p:cNvPr>
              <p:cNvSpPr txBox="1"/>
              <p:nvPr/>
            </p:nvSpPr>
            <p:spPr>
              <a:xfrm>
                <a:off x="956370" y="2779748"/>
                <a:ext cx="641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t=9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EBF9CA-D0D6-499E-849E-C20FE16D9B85}"/>
                  </a:ext>
                </a:extLst>
              </p:cNvPr>
              <p:cNvSpPr txBox="1"/>
              <p:nvPr/>
            </p:nvSpPr>
            <p:spPr>
              <a:xfrm>
                <a:off x="909173" y="3032106"/>
                <a:ext cx="641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t=12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51093FF-47A2-4509-A8E2-1A599BEC4C15}"/>
                  </a:ext>
                </a:extLst>
              </p:cNvPr>
              <p:cNvSpPr/>
              <p:nvPr/>
            </p:nvSpPr>
            <p:spPr>
              <a:xfrm>
                <a:off x="3639162" y="2029318"/>
                <a:ext cx="517490" cy="25623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8832878-E3D9-4519-AF68-67D16FEB5F48}"/>
                  </a:ext>
                </a:extLst>
              </p:cNvPr>
              <p:cNvSpPr/>
              <p:nvPr/>
            </p:nvSpPr>
            <p:spPr>
              <a:xfrm>
                <a:off x="4156652" y="2029317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864FD0D-DFA7-487F-B205-B65DAF0394F2}"/>
                  </a:ext>
                </a:extLst>
              </p:cNvPr>
              <p:cNvSpPr/>
              <p:nvPr/>
            </p:nvSpPr>
            <p:spPr>
              <a:xfrm>
                <a:off x="4674142" y="2029317"/>
                <a:ext cx="517490" cy="256233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44D1BE0-967E-4A75-B6A8-1B5428ACEBA8}"/>
                  </a:ext>
                </a:extLst>
              </p:cNvPr>
              <p:cNvSpPr/>
              <p:nvPr/>
            </p:nvSpPr>
            <p:spPr>
              <a:xfrm>
                <a:off x="3639162" y="2285551"/>
                <a:ext cx="517490" cy="25623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25E8915-D0C4-4965-8FED-D274D0D71606}"/>
                  </a:ext>
                </a:extLst>
              </p:cNvPr>
              <p:cNvSpPr/>
              <p:nvPr/>
            </p:nvSpPr>
            <p:spPr>
              <a:xfrm>
                <a:off x="4156652" y="2285550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C56607D-61EA-49B2-85FC-4A0E2F7308F2}"/>
                  </a:ext>
                </a:extLst>
              </p:cNvPr>
              <p:cNvSpPr/>
              <p:nvPr/>
            </p:nvSpPr>
            <p:spPr>
              <a:xfrm>
                <a:off x="4674142" y="2285550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0C45F3D-5ED4-44A1-965B-D58770CA63B4}"/>
                  </a:ext>
                </a:extLst>
              </p:cNvPr>
              <p:cNvSpPr/>
              <p:nvPr/>
            </p:nvSpPr>
            <p:spPr>
              <a:xfrm>
                <a:off x="3639162" y="2541784"/>
                <a:ext cx="517490" cy="25623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BC698AD-2F6E-4772-ADC7-9A9D18A10AD1}"/>
                  </a:ext>
                </a:extLst>
              </p:cNvPr>
              <p:cNvSpPr/>
              <p:nvPr/>
            </p:nvSpPr>
            <p:spPr>
              <a:xfrm>
                <a:off x="4156652" y="2541783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E628D9B-9590-48B2-B73C-FDC97B6F832C}"/>
                  </a:ext>
                </a:extLst>
              </p:cNvPr>
              <p:cNvSpPr/>
              <p:nvPr/>
            </p:nvSpPr>
            <p:spPr>
              <a:xfrm>
                <a:off x="4674142" y="2541783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05FA8AD-C52D-4699-918B-435B6A32E00A}"/>
                  </a:ext>
                </a:extLst>
              </p:cNvPr>
              <p:cNvSpPr/>
              <p:nvPr/>
            </p:nvSpPr>
            <p:spPr>
              <a:xfrm>
                <a:off x="5191632" y="2541782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35AA34B-9AC2-4ADE-B51A-6EAB5911D095}"/>
                  </a:ext>
                </a:extLst>
              </p:cNvPr>
              <p:cNvSpPr/>
              <p:nvPr/>
            </p:nvSpPr>
            <p:spPr>
              <a:xfrm>
                <a:off x="3639162" y="2798016"/>
                <a:ext cx="517490" cy="25623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C155C4D-ADC4-40EC-8181-6DF999EE4811}"/>
                  </a:ext>
                </a:extLst>
              </p:cNvPr>
              <p:cNvSpPr/>
              <p:nvPr/>
            </p:nvSpPr>
            <p:spPr>
              <a:xfrm>
                <a:off x="4156652" y="2798015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40A2C3C-40FE-4C00-AE7C-1164C8892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9162" y="1965736"/>
                <a:ext cx="0" cy="1330458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A825002-C4E1-48FC-9656-BDEE9A43F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9122" y="1965736"/>
                <a:ext cx="0" cy="1330458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11931EE-304E-4F5C-8F20-BA5FFB310FDA}"/>
                  </a:ext>
                </a:extLst>
              </p:cNvPr>
              <p:cNvSpPr/>
              <p:nvPr/>
            </p:nvSpPr>
            <p:spPr>
              <a:xfrm>
                <a:off x="4674139" y="2798015"/>
                <a:ext cx="517493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59869C7-963E-4CD7-B8BF-856A01D1CC01}"/>
                  </a:ext>
                </a:extLst>
              </p:cNvPr>
              <p:cNvSpPr txBox="1"/>
              <p:nvPr/>
            </p:nvSpPr>
            <p:spPr>
              <a:xfrm>
                <a:off x="3102008" y="2049381"/>
                <a:ext cx="5878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t=0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02307F8-A15A-4020-9E1E-53AC84D4FC01}"/>
                  </a:ext>
                </a:extLst>
              </p:cNvPr>
              <p:cNvSpPr txBox="1"/>
              <p:nvPr/>
            </p:nvSpPr>
            <p:spPr>
              <a:xfrm>
                <a:off x="3101150" y="2307685"/>
                <a:ext cx="5878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t=4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61B8BB9-2BF2-4C3C-8604-71891324BEE2}"/>
                  </a:ext>
                </a:extLst>
              </p:cNvPr>
              <p:cNvSpPr txBox="1"/>
              <p:nvPr/>
            </p:nvSpPr>
            <p:spPr>
              <a:xfrm>
                <a:off x="3102008" y="2568051"/>
                <a:ext cx="5878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t=8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4F2534F-2ECD-41CE-B527-FAC1E9FF527C}"/>
                  </a:ext>
                </a:extLst>
              </p:cNvPr>
              <p:cNvSpPr txBox="1"/>
              <p:nvPr/>
            </p:nvSpPr>
            <p:spPr>
              <a:xfrm>
                <a:off x="3107489" y="2831810"/>
                <a:ext cx="641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t=12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A7854CE0-0B5B-4F17-837E-40C0AA8F103A}"/>
                  </a:ext>
                </a:extLst>
              </p:cNvPr>
              <p:cNvSpPr/>
              <p:nvPr/>
            </p:nvSpPr>
            <p:spPr>
              <a:xfrm>
                <a:off x="5191630" y="2029316"/>
                <a:ext cx="512767" cy="256233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C85281C-578C-4C84-AB15-EA67EE94FF6E}"/>
                  </a:ext>
                </a:extLst>
              </p:cNvPr>
              <p:cNvSpPr/>
              <p:nvPr/>
            </p:nvSpPr>
            <p:spPr>
              <a:xfrm>
                <a:off x="1485892" y="3526377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73AB427D-E1F2-4194-A4DE-CE71F20F849B}"/>
                  </a:ext>
                </a:extLst>
              </p:cNvPr>
              <p:cNvSpPr/>
              <p:nvPr/>
            </p:nvSpPr>
            <p:spPr>
              <a:xfrm>
                <a:off x="2003382" y="3526376"/>
                <a:ext cx="51749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55F4BEE-1CC5-4602-A9F1-38B9506181C8}"/>
                  </a:ext>
                </a:extLst>
              </p:cNvPr>
              <p:cNvSpPr/>
              <p:nvPr/>
            </p:nvSpPr>
            <p:spPr>
              <a:xfrm>
                <a:off x="1485892" y="3526376"/>
                <a:ext cx="155247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7A6A3D13-240C-4745-99EB-F53A4B5AEAA8}"/>
                  </a:ext>
                </a:extLst>
              </p:cNvPr>
              <p:cNvSpPr/>
              <p:nvPr/>
            </p:nvSpPr>
            <p:spPr>
              <a:xfrm>
                <a:off x="3643485" y="3539583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4F96C521-3D0B-4E7A-8F06-95B43BF14155}"/>
                  </a:ext>
                </a:extLst>
              </p:cNvPr>
              <p:cNvSpPr/>
              <p:nvPr/>
            </p:nvSpPr>
            <p:spPr>
              <a:xfrm>
                <a:off x="5195955" y="3539581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487471E-F44C-485B-A246-BD76AC16A9C6}"/>
                  </a:ext>
                </a:extLst>
              </p:cNvPr>
              <p:cNvSpPr/>
              <p:nvPr/>
            </p:nvSpPr>
            <p:spPr>
              <a:xfrm>
                <a:off x="3645440" y="3539582"/>
                <a:ext cx="2068005" cy="2571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E594DA4-58A9-4F13-A053-DFC456364BA8}"/>
                  </a:ext>
                </a:extLst>
              </p:cNvPr>
              <p:cNvSpPr/>
              <p:nvPr/>
            </p:nvSpPr>
            <p:spPr>
              <a:xfrm>
                <a:off x="1485892" y="3867707"/>
                <a:ext cx="524031" cy="2642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12D9287-B5E3-40E6-922D-0874295143FC}"/>
                  </a:ext>
                </a:extLst>
              </p:cNvPr>
              <p:cNvSpPr/>
              <p:nvPr/>
            </p:nvSpPr>
            <p:spPr>
              <a:xfrm>
                <a:off x="2009922" y="3867706"/>
                <a:ext cx="1028439" cy="2562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86884BB-6A16-41DC-8758-63E643EEEBA3}"/>
                  </a:ext>
                </a:extLst>
              </p:cNvPr>
              <p:cNvSpPr/>
              <p:nvPr/>
            </p:nvSpPr>
            <p:spPr>
              <a:xfrm>
                <a:off x="3639162" y="3875770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341A50C-4B06-4106-AF0F-CE35646BE788}"/>
                  </a:ext>
                </a:extLst>
              </p:cNvPr>
              <p:cNvSpPr/>
              <p:nvPr/>
            </p:nvSpPr>
            <p:spPr>
              <a:xfrm>
                <a:off x="4156652" y="3875769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8C524062-5CDF-4793-875A-ADAE87A68BA9}"/>
                  </a:ext>
                </a:extLst>
              </p:cNvPr>
              <p:cNvSpPr/>
              <p:nvPr/>
            </p:nvSpPr>
            <p:spPr>
              <a:xfrm>
                <a:off x="5191632" y="3875768"/>
                <a:ext cx="517490" cy="2562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22FE2CB-F96C-4788-B746-8629FCAA616C}"/>
                  </a:ext>
                </a:extLst>
              </p:cNvPr>
              <p:cNvSpPr txBox="1"/>
              <p:nvPr/>
            </p:nvSpPr>
            <p:spPr>
              <a:xfrm>
                <a:off x="868590" y="3826436"/>
                <a:ext cx="8760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AEI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ED10C297-8CBD-4522-9F75-A54EFEC0CFD6}"/>
                      </a:ext>
                    </a:extLst>
                  </p:cNvPr>
                  <p:cNvSpPr/>
                  <p:nvPr/>
                </p:nvSpPr>
                <p:spPr>
                  <a:xfrm>
                    <a:off x="1476518" y="1262217"/>
                    <a:ext cx="1629549" cy="73866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IN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Case 1</a:t>
                    </a:r>
                    <a:endParaRPr lang="en-IN" sz="1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oMath>
                      </m:oMathPara>
                    </a14:m>
                    <a:endParaRPr lang="en-IN" sz="14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  <a:r>
                      <a:rPr lang="en-IN" sz="1400" dirty="0"/>
                      <a:t>}</a:t>
                    </a:r>
                  </a:p>
                </p:txBody>
              </p:sp>
            </mc:Choice>
            <mc:Fallback xmlns=""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ED10C297-8CBD-4522-9F75-A54EFEC0CF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6518" y="1262217"/>
                    <a:ext cx="1629549" cy="73866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639" b="-737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FFF583A3-5137-481A-A926-C19887D043A8}"/>
                      </a:ext>
                    </a:extLst>
                  </p:cNvPr>
                  <p:cNvSpPr/>
                  <p:nvPr/>
                </p:nvSpPr>
                <p:spPr>
                  <a:xfrm>
                    <a:off x="3853236" y="1269530"/>
                    <a:ext cx="1593961" cy="73866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IN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Case 2</a:t>
                    </a:r>
                    <a:endParaRPr lang="en-IN" sz="1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oMath>
                      </m:oMathPara>
                    </a14:m>
                    <a:endParaRPr lang="en-IN" sz="14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  <a:r>
                      <a:rPr lang="en-IN" sz="1400" dirty="0"/>
                      <a:t>}</a:t>
                    </a:r>
                  </a:p>
                </p:txBody>
              </p:sp>
            </mc:Choice>
            <mc:Fallback xmlns=""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FFF583A3-5137-481A-A926-C19887D043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3236" y="1269530"/>
                    <a:ext cx="1593961" cy="7386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479" b="-743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EE6EF1B6-2BD4-44C2-9D6E-B16196EAC17B}"/>
                  </a:ext>
                </a:extLst>
              </p:cNvPr>
              <p:cNvSpPr/>
              <p:nvPr/>
            </p:nvSpPr>
            <p:spPr>
              <a:xfrm>
                <a:off x="4660589" y="3875769"/>
                <a:ext cx="1052856" cy="2562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4B88CFF-5AD5-4554-9299-95E7C1A112D5}"/>
                  </a:ext>
                </a:extLst>
              </p:cNvPr>
              <p:cNvSpPr/>
              <p:nvPr/>
            </p:nvSpPr>
            <p:spPr>
              <a:xfrm>
                <a:off x="2009922" y="3867706"/>
                <a:ext cx="1028439" cy="2665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BC907C0-1772-4DFB-BFB0-FEED1737932A}"/>
                  </a:ext>
                </a:extLst>
              </p:cNvPr>
              <p:cNvSpPr/>
              <p:nvPr/>
            </p:nvSpPr>
            <p:spPr>
              <a:xfrm>
                <a:off x="5185272" y="2285549"/>
                <a:ext cx="523850" cy="2562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10AC477-F705-46C3-BA88-F9C1BA0FE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5893" y="2272534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88066707-728F-475E-8D16-3E5DB7EB67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5475" y="2537724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848E555A-3398-4C37-AF5C-355A2ECD8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1005" y="2784372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6B5D5FD1-680B-4C0E-A815-35799CFB4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0897" y="3045377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F01A8183-3EEE-49A2-B2B5-A297454C5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4658" y="2259125"/>
                <a:ext cx="5636" cy="26893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51C8EDF6-20A0-470C-83F3-2CD81F11B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121" y="2775369"/>
                <a:ext cx="5636" cy="26893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Arrow Connector 156">
                <a:extLst>
                  <a:ext uri="{FF2B5EF4-FFF2-40B4-BE49-F238E27FC236}">
                    <a16:creationId xmlns:a16="http://schemas.microsoft.com/office/drawing/2014/main" id="{E1DEBB3C-81AC-493B-ABE1-DF5D802C3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5857" y="2031169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C376116C-A162-4E27-9628-27C639E07C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3485" y="2287402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1FEB2E7D-6C62-4D2B-AD0E-BD18FA5FB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1884" y="2538383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Arrow Connector 159">
                <a:extLst>
                  <a:ext uri="{FF2B5EF4-FFF2-40B4-BE49-F238E27FC236}">
                    <a16:creationId xmlns:a16="http://schemas.microsoft.com/office/drawing/2014/main" id="{521E9DF9-7DF8-41F5-8A0C-B01920668C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8496" y="2793060"/>
                <a:ext cx="417" cy="25623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5B0ECC8D-84FD-4AF7-AA45-93C063449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2436" y="2014915"/>
                <a:ext cx="5636" cy="26893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Arrow Connector 162">
                <a:extLst>
                  <a:ext uri="{FF2B5EF4-FFF2-40B4-BE49-F238E27FC236}">
                    <a16:creationId xmlns:a16="http://schemas.microsoft.com/office/drawing/2014/main" id="{C32110DD-88B8-4715-8EA9-5316EFB2BD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1874" y="2276141"/>
                <a:ext cx="5636" cy="26893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F38011BA-21BB-4481-AFE1-C23D4527D6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0589" y="2545076"/>
                <a:ext cx="5636" cy="26893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AC510886-6298-41D1-8C4F-7AA532531755}"/>
                  </a:ext>
                </a:extLst>
              </p:cNvPr>
              <p:cNvSpPr/>
              <p:nvPr/>
            </p:nvSpPr>
            <p:spPr>
              <a:xfrm>
                <a:off x="5190815" y="2794301"/>
                <a:ext cx="517493" cy="25994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5C9710F-3341-46B8-951C-EE8FC22ED1F8}"/>
                  </a:ext>
                </a:extLst>
              </p:cNvPr>
              <p:cNvSpPr txBox="1"/>
              <p:nvPr/>
            </p:nvSpPr>
            <p:spPr>
              <a:xfrm>
                <a:off x="4957706" y="2989136"/>
                <a:ext cx="641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t=15</a:t>
                </a: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5BB03810-A4D6-49E0-A054-F2DD0A0FBD08}"/>
                </a:ext>
              </a:extLst>
            </p:cNvPr>
            <p:cNvGrpSpPr/>
            <p:nvPr/>
          </p:nvGrpSpPr>
          <p:grpSpPr>
            <a:xfrm>
              <a:off x="1271089" y="837514"/>
              <a:ext cx="4237613" cy="553967"/>
              <a:chOff x="1034972" y="1400059"/>
              <a:chExt cx="2199502" cy="553967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15CE317-0345-44D8-B8A0-51AF43E5583D}"/>
                  </a:ext>
                </a:extLst>
              </p:cNvPr>
              <p:cNvSpPr/>
              <p:nvPr/>
            </p:nvSpPr>
            <p:spPr>
              <a:xfrm>
                <a:off x="1363322" y="1400059"/>
                <a:ext cx="265772" cy="15395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200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2C10975-B044-48DD-837F-28690748B595}"/>
                  </a:ext>
                </a:extLst>
              </p:cNvPr>
              <p:cNvSpPr/>
              <p:nvPr/>
            </p:nvSpPr>
            <p:spPr>
              <a:xfrm>
                <a:off x="1889040" y="1404763"/>
                <a:ext cx="301233" cy="1539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200" dirty="0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48F9CDB-09F2-4DBF-9B80-5DD144A0694F}"/>
                  </a:ext>
                </a:extLst>
              </p:cNvPr>
              <p:cNvSpPr txBox="1"/>
              <p:nvPr/>
            </p:nvSpPr>
            <p:spPr>
              <a:xfrm>
                <a:off x="1034972" y="1487846"/>
                <a:ext cx="9161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Victim task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59209B27-5E22-446C-8035-961E230536AD}"/>
                  </a:ext>
                </a:extLst>
              </p:cNvPr>
              <p:cNvSpPr txBox="1"/>
              <p:nvPr/>
            </p:nvSpPr>
            <p:spPr>
              <a:xfrm>
                <a:off x="1647339" y="1492361"/>
                <a:ext cx="7846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</a:t>
                </a:r>
              </a:p>
              <a:p>
                <a:pPr algn="ctr"/>
                <a:r>
                  <a: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task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FCB8C69-865E-4360-86A8-E3E53734602A}"/>
                  </a:ext>
                </a:extLst>
              </p:cNvPr>
              <p:cNvSpPr/>
              <p:nvPr/>
            </p:nvSpPr>
            <p:spPr>
              <a:xfrm>
                <a:off x="2563518" y="1410385"/>
                <a:ext cx="301233" cy="151067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200"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1C5DB36-08A5-4DC6-91B4-0FED40038211}"/>
                  </a:ext>
                </a:extLst>
              </p:cNvPr>
              <p:cNvSpPr txBox="1"/>
              <p:nvPr/>
            </p:nvSpPr>
            <p:spPr>
              <a:xfrm>
                <a:off x="2279501" y="1485128"/>
                <a:ext cx="9549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Attacker task </a:t>
                </a:r>
              </a:p>
              <a:p>
                <a:pPr algn="ctr"/>
                <a:r>
                  <a: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pre-empted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7946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0D97C5-9EAA-47BA-9C21-DDBA6CBFF27A}"/>
              </a:ext>
            </a:extLst>
          </p:cNvPr>
          <p:cNvSpPr/>
          <p:nvPr/>
        </p:nvSpPr>
        <p:spPr>
          <a:xfrm>
            <a:off x="6326616" y="2380712"/>
            <a:ext cx="2642109" cy="1540280"/>
          </a:xfrm>
          <a:prstGeom prst="roundRect">
            <a:avLst>
              <a:gd name="adj" fmla="val 405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E327466-5123-4FD0-9B1A-FC7B2087CC44}"/>
                  </a:ext>
                </a:extLst>
              </p:cNvPr>
              <p:cNvSpPr txBox="1"/>
              <p:nvPr/>
            </p:nvSpPr>
            <p:spPr>
              <a:xfrm>
                <a:off x="668047" y="325980"/>
                <a:ext cx="50885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Task-Set 1 (Victim=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Attacker 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})</a:t>
                </a: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E327466-5123-4FD0-9B1A-FC7B2087C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7" y="325980"/>
                <a:ext cx="5088503" cy="307777"/>
              </a:xfrm>
              <a:prstGeom prst="rect">
                <a:avLst/>
              </a:prstGeom>
              <a:blipFill>
                <a:blip r:embed="rId2"/>
                <a:stretch>
                  <a:fillRect l="-360" t="-392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B9AB196-C41E-44C9-997B-E9A7A0363061}"/>
              </a:ext>
            </a:extLst>
          </p:cNvPr>
          <p:cNvSpPr txBox="1"/>
          <p:nvPr/>
        </p:nvSpPr>
        <p:spPr>
          <a:xfrm>
            <a:off x="1090713" y="3492720"/>
            <a:ext cx="473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F2186-FA58-41E7-A6B5-534B84BD866F}"/>
              </a:ext>
            </a:extLst>
          </p:cNvPr>
          <p:cNvSpPr/>
          <p:nvPr/>
        </p:nvSpPr>
        <p:spPr>
          <a:xfrm>
            <a:off x="1493506" y="2013166"/>
            <a:ext cx="517490" cy="2562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B7B9A-48B2-4A62-B0D0-F14574DC359E}"/>
              </a:ext>
            </a:extLst>
          </p:cNvPr>
          <p:cNvSpPr/>
          <p:nvPr/>
        </p:nvSpPr>
        <p:spPr>
          <a:xfrm>
            <a:off x="2010996" y="2013165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E2827-DD44-470C-BE1A-ADA6742CDC59}"/>
              </a:ext>
            </a:extLst>
          </p:cNvPr>
          <p:cNvSpPr/>
          <p:nvPr/>
        </p:nvSpPr>
        <p:spPr>
          <a:xfrm>
            <a:off x="2528486" y="201316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59978-5CD0-475A-9268-1119710635F7}"/>
              </a:ext>
            </a:extLst>
          </p:cNvPr>
          <p:cNvSpPr/>
          <p:nvPr/>
        </p:nvSpPr>
        <p:spPr>
          <a:xfrm>
            <a:off x="1493506" y="2269399"/>
            <a:ext cx="517490" cy="2562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EDC4E-B039-481D-A50F-2F6ABEB070A8}"/>
              </a:ext>
            </a:extLst>
          </p:cNvPr>
          <p:cNvSpPr/>
          <p:nvPr/>
        </p:nvSpPr>
        <p:spPr>
          <a:xfrm>
            <a:off x="2010996" y="2269398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A77BFC-C3F8-4E8A-8C39-CF9CD4C8FFB5}"/>
              </a:ext>
            </a:extLst>
          </p:cNvPr>
          <p:cNvSpPr/>
          <p:nvPr/>
        </p:nvSpPr>
        <p:spPr>
          <a:xfrm>
            <a:off x="2528486" y="226939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74A51B-8F62-4D40-BF42-3ECE19F27909}"/>
              </a:ext>
            </a:extLst>
          </p:cNvPr>
          <p:cNvSpPr/>
          <p:nvPr/>
        </p:nvSpPr>
        <p:spPr>
          <a:xfrm>
            <a:off x="1493506" y="2525632"/>
            <a:ext cx="517490" cy="2562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AAA23B-27F0-4AE1-94EC-89407C389577}"/>
              </a:ext>
            </a:extLst>
          </p:cNvPr>
          <p:cNvSpPr/>
          <p:nvPr/>
        </p:nvSpPr>
        <p:spPr>
          <a:xfrm>
            <a:off x="2010996" y="252563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5D2B4-FB58-4DF2-8B35-2CC1D317D280}"/>
              </a:ext>
            </a:extLst>
          </p:cNvPr>
          <p:cNvSpPr/>
          <p:nvPr/>
        </p:nvSpPr>
        <p:spPr>
          <a:xfrm>
            <a:off x="2528486" y="252563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E255C0-D046-4D3D-A9C8-9D0B62FDD0EC}"/>
              </a:ext>
            </a:extLst>
          </p:cNvPr>
          <p:cNvSpPr/>
          <p:nvPr/>
        </p:nvSpPr>
        <p:spPr>
          <a:xfrm>
            <a:off x="1493506" y="2781864"/>
            <a:ext cx="517490" cy="2562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C2B0DD-91F4-4A5B-A521-25707F5FB967}"/>
              </a:ext>
            </a:extLst>
          </p:cNvPr>
          <p:cNvSpPr/>
          <p:nvPr/>
        </p:nvSpPr>
        <p:spPr>
          <a:xfrm>
            <a:off x="2010996" y="278186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6E765A-1D22-45CE-920D-A57645D1B7D4}"/>
              </a:ext>
            </a:extLst>
          </p:cNvPr>
          <p:cNvSpPr/>
          <p:nvPr/>
        </p:nvSpPr>
        <p:spPr>
          <a:xfrm>
            <a:off x="2528486" y="278186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6DA804-5A75-45FC-8145-57B79B8E18C0}"/>
              </a:ext>
            </a:extLst>
          </p:cNvPr>
          <p:cNvSpPr/>
          <p:nvPr/>
        </p:nvSpPr>
        <p:spPr>
          <a:xfrm>
            <a:off x="1493506" y="3038097"/>
            <a:ext cx="517490" cy="2562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E20923-1D7D-4A4A-8966-5A9E7BCBD59F}"/>
              </a:ext>
            </a:extLst>
          </p:cNvPr>
          <p:cNvSpPr/>
          <p:nvPr/>
        </p:nvSpPr>
        <p:spPr>
          <a:xfrm>
            <a:off x="2010996" y="3038096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84FCDF-9429-4066-A0D2-792860CC0C41}"/>
              </a:ext>
            </a:extLst>
          </p:cNvPr>
          <p:cNvSpPr/>
          <p:nvPr/>
        </p:nvSpPr>
        <p:spPr>
          <a:xfrm>
            <a:off x="2528486" y="303809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FAACB8-1666-4960-B50F-CC07D25CBAF3}"/>
              </a:ext>
            </a:extLst>
          </p:cNvPr>
          <p:cNvCxnSpPr>
            <a:cxnSpLocks/>
          </p:cNvCxnSpPr>
          <p:nvPr/>
        </p:nvCxnSpPr>
        <p:spPr>
          <a:xfrm flipH="1">
            <a:off x="1493506" y="1939876"/>
            <a:ext cx="636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70E922-8A83-4FED-859B-A70961B35CD1}"/>
              </a:ext>
            </a:extLst>
          </p:cNvPr>
          <p:cNvCxnSpPr>
            <a:cxnSpLocks/>
          </p:cNvCxnSpPr>
          <p:nvPr/>
        </p:nvCxnSpPr>
        <p:spPr>
          <a:xfrm>
            <a:off x="3047784" y="1939876"/>
            <a:ext cx="0" cy="153636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AFC74D-71C8-4642-805B-411366142919}"/>
              </a:ext>
            </a:extLst>
          </p:cNvPr>
          <p:cNvCxnSpPr>
            <a:cxnSpLocks/>
          </p:cNvCxnSpPr>
          <p:nvPr/>
        </p:nvCxnSpPr>
        <p:spPr>
          <a:xfrm>
            <a:off x="1500942" y="2009793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CE50EC-44D8-46D0-99CF-F263C6386C4A}"/>
              </a:ext>
            </a:extLst>
          </p:cNvPr>
          <p:cNvCxnSpPr>
            <a:cxnSpLocks/>
          </p:cNvCxnSpPr>
          <p:nvPr/>
        </p:nvCxnSpPr>
        <p:spPr>
          <a:xfrm>
            <a:off x="1546097" y="1993287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9F0F70C-65D1-4E55-B850-A8798D8622B2}"/>
              </a:ext>
            </a:extLst>
          </p:cNvPr>
          <p:cNvSpPr txBox="1"/>
          <p:nvPr/>
        </p:nvSpPr>
        <p:spPr>
          <a:xfrm>
            <a:off x="965429" y="2020761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19E1C1-1D98-4177-9073-5F15CC71AD23}"/>
              </a:ext>
            </a:extLst>
          </p:cNvPr>
          <p:cNvSpPr txBox="1"/>
          <p:nvPr/>
        </p:nvSpPr>
        <p:spPr>
          <a:xfrm>
            <a:off x="956370" y="2284273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3806C4-BB95-4CC9-A54A-ECEB42068359}"/>
              </a:ext>
            </a:extLst>
          </p:cNvPr>
          <p:cNvSpPr txBox="1"/>
          <p:nvPr/>
        </p:nvSpPr>
        <p:spPr>
          <a:xfrm>
            <a:off x="950877" y="253193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D3A3E0-8BEE-4D2E-BDB5-872D1D3DF00E}"/>
              </a:ext>
            </a:extLst>
          </p:cNvPr>
          <p:cNvSpPr txBox="1"/>
          <p:nvPr/>
        </p:nvSpPr>
        <p:spPr>
          <a:xfrm>
            <a:off x="956370" y="2779748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EBF9CA-D0D6-499E-849E-C20FE16D9B85}"/>
              </a:ext>
            </a:extLst>
          </p:cNvPr>
          <p:cNvSpPr txBox="1"/>
          <p:nvPr/>
        </p:nvSpPr>
        <p:spPr>
          <a:xfrm>
            <a:off x="909173" y="3032106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C85281C-578C-4C84-AB15-EA67EE94FF6E}"/>
              </a:ext>
            </a:extLst>
          </p:cNvPr>
          <p:cNvSpPr/>
          <p:nvPr/>
        </p:nvSpPr>
        <p:spPr>
          <a:xfrm>
            <a:off x="1485892" y="35263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3AB427D-E1F2-4194-A4DE-CE71F20F849B}"/>
              </a:ext>
            </a:extLst>
          </p:cNvPr>
          <p:cNvSpPr/>
          <p:nvPr/>
        </p:nvSpPr>
        <p:spPr>
          <a:xfrm>
            <a:off x="2003382" y="352637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55F4BEE-1CC5-4602-A9F1-38B9506181C8}"/>
              </a:ext>
            </a:extLst>
          </p:cNvPr>
          <p:cNvSpPr/>
          <p:nvPr/>
        </p:nvSpPr>
        <p:spPr>
          <a:xfrm>
            <a:off x="1485892" y="3526376"/>
            <a:ext cx="155247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E594DA4-58A9-4F13-A053-DFC456364BA8}"/>
              </a:ext>
            </a:extLst>
          </p:cNvPr>
          <p:cNvSpPr/>
          <p:nvPr/>
        </p:nvSpPr>
        <p:spPr>
          <a:xfrm>
            <a:off x="1485892" y="3867707"/>
            <a:ext cx="524031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12D9287-B5E3-40E6-922D-0874295143FC}"/>
              </a:ext>
            </a:extLst>
          </p:cNvPr>
          <p:cNvSpPr/>
          <p:nvPr/>
        </p:nvSpPr>
        <p:spPr>
          <a:xfrm>
            <a:off x="2009922" y="3867706"/>
            <a:ext cx="1028439" cy="2562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22FE2CB-F96C-4788-B746-8629FCAA616C}"/>
              </a:ext>
            </a:extLst>
          </p:cNvPr>
          <p:cNvSpPr txBox="1"/>
          <p:nvPr/>
        </p:nvSpPr>
        <p:spPr>
          <a:xfrm>
            <a:off x="868590" y="3826436"/>
            <a:ext cx="87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AEI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4B88CFF-5AD5-4554-9299-95E7C1A112D5}"/>
              </a:ext>
            </a:extLst>
          </p:cNvPr>
          <p:cNvSpPr/>
          <p:nvPr/>
        </p:nvSpPr>
        <p:spPr>
          <a:xfrm>
            <a:off x="2009922" y="3867706"/>
            <a:ext cx="1028439" cy="266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10AC477-F705-46C3-BA88-F9C1BA0FEFB0}"/>
              </a:ext>
            </a:extLst>
          </p:cNvPr>
          <p:cNvCxnSpPr>
            <a:cxnSpLocks/>
          </p:cNvCxnSpPr>
          <p:nvPr/>
        </p:nvCxnSpPr>
        <p:spPr>
          <a:xfrm>
            <a:off x="1505893" y="2272534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8066707-728F-475E-8D16-3E5DB7EB67F3}"/>
              </a:ext>
            </a:extLst>
          </p:cNvPr>
          <p:cNvCxnSpPr>
            <a:cxnSpLocks/>
          </p:cNvCxnSpPr>
          <p:nvPr/>
        </p:nvCxnSpPr>
        <p:spPr>
          <a:xfrm>
            <a:off x="1505475" y="2537724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48E555A-3398-4C37-AF5C-355A2ECD8CF6}"/>
              </a:ext>
            </a:extLst>
          </p:cNvPr>
          <p:cNvCxnSpPr>
            <a:cxnSpLocks/>
          </p:cNvCxnSpPr>
          <p:nvPr/>
        </p:nvCxnSpPr>
        <p:spPr>
          <a:xfrm>
            <a:off x="1501005" y="2784372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B5D5FD1-680B-4C0E-A815-35799CFB42E8}"/>
              </a:ext>
            </a:extLst>
          </p:cNvPr>
          <p:cNvCxnSpPr>
            <a:cxnSpLocks/>
          </p:cNvCxnSpPr>
          <p:nvPr/>
        </p:nvCxnSpPr>
        <p:spPr>
          <a:xfrm>
            <a:off x="1500897" y="3045377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01A8183-3EEE-49A2-B2B5-A297454C5024}"/>
              </a:ext>
            </a:extLst>
          </p:cNvPr>
          <p:cNvCxnSpPr>
            <a:cxnSpLocks/>
          </p:cNvCxnSpPr>
          <p:nvPr/>
        </p:nvCxnSpPr>
        <p:spPr>
          <a:xfrm>
            <a:off x="2014536" y="2259989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1C8EDF6-20A0-470C-83F3-2CD81F11BB7F}"/>
              </a:ext>
            </a:extLst>
          </p:cNvPr>
          <p:cNvCxnSpPr>
            <a:cxnSpLocks/>
          </p:cNvCxnSpPr>
          <p:nvPr/>
        </p:nvCxnSpPr>
        <p:spPr>
          <a:xfrm>
            <a:off x="2514916" y="2520170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84A56F83-8310-40E9-A826-4CB29CA196C5}"/>
              </a:ext>
            </a:extLst>
          </p:cNvPr>
          <p:cNvCxnSpPr>
            <a:cxnSpLocks/>
          </p:cNvCxnSpPr>
          <p:nvPr/>
        </p:nvCxnSpPr>
        <p:spPr>
          <a:xfrm>
            <a:off x="1532196" y="3034425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101E70F-25CE-4519-80E6-83416EDDC88A}"/>
              </a:ext>
            </a:extLst>
          </p:cNvPr>
          <p:cNvGrpSpPr/>
          <p:nvPr/>
        </p:nvGrpSpPr>
        <p:grpSpPr>
          <a:xfrm>
            <a:off x="883458" y="1212549"/>
            <a:ext cx="4237613" cy="553967"/>
            <a:chOff x="1034972" y="1400059"/>
            <a:chExt cx="2199502" cy="553967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69B7DBB-8841-4C7C-B918-9846719B935E}"/>
                </a:ext>
              </a:extLst>
            </p:cNvPr>
            <p:cNvSpPr/>
            <p:nvPr/>
          </p:nvSpPr>
          <p:spPr>
            <a:xfrm>
              <a:off x="1363322" y="1400059"/>
              <a:ext cx="265772" cy="1539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dirty="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EAEA30C-A7C9-4567-928A-F0DA87D887CF}"/>
                </a:ext>
              </a:extLst>
            </p:cNvPr>
            <p:cNvSpPr/>
            <p:nvPr/>
          </p:nvSpPr>
          <p:spPr>
            <a:xfrm>
              <a:off x="1889040" y="1404763"/>
              <a:ext cx="301233" cy="1539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81216D5-7992-4BD8-AE8E-E2FE8F9DA6E8}"/>
                </a:ext>
              </a:extLst>
            </p:cNvPr>
            <p:cNvSpPr txBox="1"/>
            <p:nvPr/>
          </p:nvSpPr>
          <p:spPr>
            <a:xfrm>
              <a:off x="1034972" y="1487846"/>
              <a:ext cx="9161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Victim task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0F0D87B-CA3A-4118-B0E2-FA1F16226BC9}"/>
                </a:ext>
              </a:extLst>
            </p:cNvPr>
            <p:cNvSpPr txBox="1"/>
            <p:nvPr/>
          </p:nvSpPr>
          <p:spPr>
            <a:xfrm>
              <a:off x="1647339" y="1492361"/>
              <a:ext cx="784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</a:t>
              </a:r>
            </a:p>
            <a:p>
              <a:pPr algn="ctr"/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task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84113A3-BD54-46C6-8505-F7134632510E}"/>
                </a:ext>
              </a:extLst>
            </p:cNvPr>
            <p:cNvSpPr/>
            <p:nvPr/>
          </p:nvSpPr>
          <p:spPr>
            <a:xfrm>
              <a:off x="2563518" y="1410385"/>
              <a:ext cx="301233" cy="151067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EDB4D92-3674-4142-810B-CBDAE3033C60}"/>
                </a:ext>
              </a:extLst>
            </p:cNvPr>
            <p:cNvSpPr txBox="1"/>
            <p:nvPr/>
          </p:nvSpPr>
          <p:spPr>
            <a:xfrm>
              <a:off x="2279501" y="1485128"/>
              <a:ext cx="954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</a:t>
              </a:r>
            </a:p>
            <a:p>
              <a:pPr algn="ctr"/>
              <a:r>
                <a:rPr lang="en-IN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pre-empted</a:t>
              </a: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5E97E55-63F0-4D23-9DB8-E7F308F2BEEC}"/>
              </a:ext>
            </a:extLst>
          </p:cNvPr>
          <p:cNvSpPr/>
          <p:nvPr/>
        </p:nvSpPr>
        <p:spPr>
          <a:xfrm>
            <a:off x="7056137" y="1778296"/>
            <a:ext cx="265772" cy="153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2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9255FF0-A854-427F-805A-0AD6E343F437}"/>
              </a:ext>
            </a:extLst>
          </p:cNvPr>
          <p:cNvSpPr/>
          <p:nvPr/>
        </p:nvSpPr>
        <p:spPr>
          <a:xfrm>
            <a:off x="7689918" y="1769769"/>
            <a:ext cx="288588" cy="1585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4C1FEA4-DFEB-4C8F-A194-6724E8C59BD7}"/>
              </a:ext>
            </a:extLst>
          </p:cNvPr>
          <p:cNvSpPr txBox="1"/>
          <p:nvPr/>
        </p:nvSpPr>
        <p:spPr>
          <a:xfrm>
            <a:off x="6716650" y="1944211"/>
            <a:ext cx="91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Victim </a:t>
            </a:r>
          </a:p>
          <a:p>
            <a:pPr algn="ctr"/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task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58CCBCE-6B22-49D2-BC03-A5E260A4FE60}"/>
              </a:ext>
            </a:extLst>
          </p:cNvPr>
          <p:cNvSpPr txBox="1"/>
          <p:nvPr/>
        </p:nvSpPr>
        <p:spPr>
          <a:xfrm>
            <a:off x="7384527" y="1955557"/>
            <a:ext cx="784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</a:t>
            </a:r>
          </a:p>
          <a:p>
            <a:pPr algn="ctr"/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task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CEF372A-664E-4023-87DB-FF62D220EF5D}"/>
              </a:ext>
            </a:extLst>
          </p:cNvPr>
          <p:cNvSpPr/>
          <p:nvPr/>
        </p:nvSpPr>
        <p:spPr>
          <a:xfrm>
            <a:off x="8373285" y="1778361"/>
            <a:ext cx="301233" cy="151067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20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BBF5B32-1B30-4778-B46B-BFC89B6F6598}"/>
              </a:ext>
            </a:extLst>
          </p:cNvPr>
          <p:cNvSpPr txBox="1"/>
          <p:nvPr/>
        </p:nvSpPr>
        <p:spPr>
          <a:xfrm>
            <a:off x="7899368" y="1954109"/>
            <a:ext cx="1316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task pre-empted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C56838B-C217-4145-A373-624A2A42B2CB}"/>
              </a:ext>
            </a:extLst>
          </p:cNvPr>
          <p:cNvSpPr/>
          <p:nvPr/>
        </p:nvSpPr>
        <p:spPr>
          <a:xfrm>
            <a:off x="6903490" y="237886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EDF1FAD4-A771-4725-B2F0-49C62A7597C0}"/>
              </a:ext>
            </a:extLst>
          </p:cNvPr>
          <p:cNvSpPr/>
          <p:nvPr/>
        </p:nvSpPr>
        <p:spPr>
          <a:xfrm>
            <a:off x="7420980" y="237886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CD25A35-C5C5-401F-97F4-EA07507A1E3C}"/>
              </a:ext>
            </a:extLst>
          </p:cNvPr>
          <p:cNvSpPr/>
          <p:nvPr/>
        </p:nvSpPr>
        <p:spPr>
          <a:xfrm>
            <a:off x="7938470" y="2378861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07286BE-B60C-4B09-9B94-193CC9317971}"/>
              </a:ext>
            </a:extLst>
          </p:cNvPr>
          <p:cNvSpPr/>
          <p:nvPr/>
        </p:nvSpPr>
        <p:spPr>
          <a:xfrm>
            <a:off x="6903490" y="263509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F0DB9CB-A9DA-430F-92BF-CFF6C7A3FDF2}"/>
              </a:ext>
            </a:extLst>
          </p:cNvPr>
          <p:cNvSpPr/>
          <p:nvPr/>
        </p:nvSpPr>
        <p:spPr>
          <a:xfrm>
            <a:off x="7420980" y="263509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1C03C8D-5C09-4164-8B1A-7C36316A0A3C}"/>
              </a:ext>
            </a:extLst>
          </p:cNvPr>
          <p:cNvSpPr/>
          <p:nvPr/>
        </p:nvSpPr>
        <p:spPr>
          <a:xfrm>
            <a:off x="6903490" y="289132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F73094A-EDC4-4CAD-BED6-C660CB34E25A}"/>
              </a:ext>
            </a:extLst>
          </p:cNvPr>
          <p:cNvSpPr/>
          <p:nvPr/>
        </p:nvSpPr>
        <p:spPr>
          <a:xfrm>
            <a:off x="7420980" y="289132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B5F170C-94BA-4076-B091-27AF19BB3297}"/>
              </a:ext>
            </a:extLst>
          </p:cNvPr>
          <p:cNvSpPr/>
          <p:nvPr/>
        </p:nvSpPr>
        <p:spPr>
          <a:xfrm>
            <a:off x="7938470" y="289132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A7868E7E-EE4D-4DA5-93B9-9D8EF1A1F090}"/>
              </a:ext>
            </a:extLst>
          </p:cNvPr>
          <p:cNvSpPr/>
          <p:nvPr/>
        </p:nvSpPr>
        <p:spPr>
          <a:xfrm>
            <a:off x="8455960" y="2891326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F7C9963-C5F0-43AA-9503-EFE9BA54BA1D}"/>
              </a:ext>
            </a:extLst>
          </p:cNvPr>
          <p:cNvSpPr/>
          <p:nvPr/>
        </p:nvSpPr>
        <p:spPr>
          <a:xfrm>
            <a:off x="6903490" y="314756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2FD6780-3D13-4AE1-A82C-15D0D8D07820}"/>
              </a:ext>
            </a:extLst>
          </p:cNvPr>
          <p:cNvSpPr/>
          <p:nvPr/>
        </p:nvSpPr>
        <p:spPr>
          <a:xfrm>
            <a:off x="7420980" y="314755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E45C454-9A74-4ADD-AB18-0477507A4222}"/>
              </a:ext>
            </a:extLst>
          </p:cNvPr>
          <p:cNvCxnSpPr>
            <a:cxnSpLocks/>
          </p:cNvCxnSpPr>
          <p:nvPr/>
        </p:nvCxnSpPr>
        <p:spPr>
          <a:xfrm flipH="1">
            <a:off x="6902824" y="2315280"/>
            <a:ext cx="666" cy="219390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4153ED18-5760-4E7A-9F5E-9763761DECD9}"/>
              </a:ext>
            </a:extLst>
          </p:cNvPr>
          <p:cNvSpPr/>
          <p:nvPr/>
        </p:nvSpPr>
        <p:spPr>
          <a:xfrm>
            <a:off x="7938467" y="3147559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D7DD8A8-C7AE-444E-BD34-18C7081967D3}"/>
              </a:ext>
            </a:extLst>
          </p:cNvPr>
          <p:cNvSpPr txBox="1"/>
          <p:nvPr/>
        </p:nvSpPr>
        <p:spPr>
          <a:xfrm>
            <a:off x="6403506" y="2398925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3BA725B3-F225-4C95-9C16-09E4B926C062}"/>
              </a:ext>
            </a:extLst>
          </p:cNvPr>
          <p:cNvSpPr txBox="1"/>
          <p:nvPr/>
        </p:nvSpPr>
        <p:spPr>
          <a:xfrm>
            <a:off x="6402648" y="2657229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E8B47939-F95F-413F-9154-3627148ED187}"/>
              </a:ext>
            </a:extLst>
          </p:cNvPr>
          <p:cNvSpPr txBox="1"/>
          <p:nvPr/>
        </p:nvSpPr>
        <p:spPr>
          <a:xfrm>
            <a:off x="6388638" y="2917595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A26860C-F41C-40D6-AAFA-0D2ACD5661B4}"/>
              </a:ext>
            </a:extLst>
          </p:cNvPr>
          <p:cNvSpPr txBox="1"/>
          <p:nvPr/>
        </p:nvSpPr>
        <p:spPr>
          <a:xfrm>
            <a:off x="6364383" y="3181354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4575BF5-71C2-42B8-9523-469F9F096DA6}"/>
              </a:ext>
            </a:extLst>
          </p:cNvPr>
          <p:cNvSpPr/>
          <p:nvPr/>
        </p:nvSpPr>
        <p:spPr>
          <a:xfrm>
            <a:off x="8455958" y="2378860"/>
            <a:ext cx="512767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CFF0DD4-F73F-4379-ACB9-2E24CEDD21AA}"/>
              </a:ext>
            </a:extLst>
          </p:cNvPr>
          <p:cNvSpPr/>
          <p:nvPr/>
        </p:nvSpPr>
        <p:spPr>
          <a:xfrm>
            <a:off x="8449600" y="2635093"/>
            <a:ext cx="52385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0DA063F-10E8-4058-A800-9ECE0EB48BF4}"/>
              </a:ext>
            </a:extLst>
          </p:cNvPr>
          <p:cNvCxnSpPr>
            <a:cxnSpLocks/>
          </p:cNvCxnSpPr>
          <p:nvPr/>
        </p:nvCxnSpPr>
        <p:spPr>
          <a:xfrm>
            <a:off x="6910185" y="2380713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C832F065-42D8-433B-A338-D817C0C1124B}"/>
              </a:ext>
            </a:extLst>
          </p:cNvPr>
          <p:cNvCxnSpPr>
            <a:cxnSpLocks/>
          </p:cNvCxnSpPr>
          <p:nvPr/>
        </p:nvCxnSpPr>
        <p:spPr>
          <a:xfrm>
            <a:off x="6907813" y="2636946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5CCC9F7D-447F-4B4A-97E0-45B9B7511154}"/>
              </a:ext>
            </a:extLst>
          </p:cNvPr>
          <p:cNvCxnSpPr>
            <a:cxnSpLocks/>
          </p:cNvCxnSpPr>
          <p:nvPr/>
        </p:nvCxnSpPr>
        <p:spPr>
          <a:xfrm>
            <a:off x="6906212" y="2887927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44963AF7-963F-473A-9A8C-F4929572647F}"/>
              </a:ext>
            </a:extLst>
          </p:cNvPr>
          <p:cNvCxnSpPr>
            <a:cxnSpLocks/>
          </p:cNvCxnSpPr>
          <p:nvPr/>
        </p:nvCxnSpPr>
        <p:spPr>
          <a:xfrm>
            <a:off x="6902824" y="3142604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CCCFCB76-5072-4519-B60C-E9B4ED775431}"/>
              </a:ext>
            </a:extLst>
          </p:cNvPr>
          <p:cNvCxnSpPr>
            <a:cxnSpLocks/>
          </p:cNvCxnSpPr>
          <p:nvPr/>
        </p:nvCxnSpPr>
        <p:spPr>
          <a:xfrm>
            <a:off x="6946764" y="2364459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29DE5766-76F2-4B65-A120-B9233C5BD233}"/>
              </a:ext>
            </a:extLst>
          </p:cNvPr>
          <p:cNvCxnSpPr>
            <a:cxnSpLocks/>
          </p:cNvCxnSpPr>
          <p:nvPr/>
        </p:nvCxnSpPr>
        <p:spPr>
          <a:xfrm>
            <a:off x="7416202" y="2625685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659A0CF2-FF5F-49EC-A696-67C431237E36}"/>
              </a:ext>
            </a:extLst>
          </p:cNvPr>
          <p:cNvCxnSpPr>
            <a:cxnSpLocks/>
          </p:cNvCxnSpPr>
          <p:nvPr/>
        </p:nvCxnSpPr>
        <p:spPr>
          <a:xfrm>
            <a:off x="7924917" y="2894620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4EB0210E-7830-4309-842C-2B887C1828C5}"/>
              </a:ext>
            </a:extLst>
          </p:cNvPr>
          <p:cNvSpPr/>
          <p:nvPr/>
        </p:nvSpPr>
        <p:spPr>
          <a:xfrm>
            <a:off x="8455143" y="3143845"/>
            <a:ext cx="517493" cy="2599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D4B5703-EF53-457B-B791-8D96A93B411B}"/>
              </a:ext>
            </a:extLst>
          </p:cNvPr>
          <p:cNvSpPr txBox="1"/>
          <p:nvPr/>
        </p:nvSpPr>
        <p:spPr>
          <a:xfrm>
            <a:off x="8222034" y="3338680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t=15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6E582396-29CA-4973-AC73-F3527AC1C407}"/>
              </a:ext>
            </a:extLst>
          </p:cNvPr>
          <p:cNvSpPr/>
          <p:nvPr/>
        </p:nvSpPr>
        <p:spPr>
          <a:xfrm>
            <a:off x="6903774" y="339891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56C8E898-4C32-4A59-83ED-7A7B11F66B6D}"/>
              </a:ext>
            </a:extLst>
          </p:cNvPr>
          <p:cNvSpPr/>
          <p:nvPr/>
        </p:nvSpPr>
        <p:spPr>
          <a:xfrm>
            <a:off x="7421264" y="3398911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F75EAC1D-B6E4-4A71-A143-74D784CEF908}"/>
              </a:ext>
            </a:extLst>
          </p:cNvPr>
          <p:cNvSpPr/>
          <p:nvPr/>
        </p:nvSpPr>
        <p:spPr>
          <a:xfrm>
            <a:off x="7938754" y="339891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1002797-F62A-4A22-8FF7-C964BD1CD693}"/>
              </a:ext>
            </a:extLst>
          </p:cNvPr>
          <p:cNvSpPr/>
          <p:nvPr/>
        </p:nvSpPr>
        <p:spPr>
          <a:xfrm>
            <a:off x="6903774" y="365514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34A1AC3F-6EB9-4E48-94DF-F537991F56AA}"/>
              </a:ext>
            </a:extLst>
          </p:cNvPr>
          <p:cNvSpPr/>
          <p:nvPr/>
        </p:nvSpPr>
        <p:spPr>
          <a:xfrm>
            <a:off x="7421264" y="365514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AC4B9A5-F820-4D87-9F94-176EBDF1CF2E}"/>
              </a:ext>
            </a:extLst>
          </p:cNvPr>
          <p:cNvSpPr/>
          <p:nvPr/>
        </p:nvSpPr>
        <p:spPr>
          <a:xfrm>
            <a:off x="6903774" y="3911378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041F6BE-636A-4E28-8A29-0CDFF14206F3}"/>
              </a:ext>
            </a:extLst>
          </p:cNvPr>
          <p:cNvSpPr/>
          <p:nvPr/>
        </p:nvSpPr>
        <p:spPr>
          <a:xfrm>
            <a:off x="7421264" y="391137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18DB048-37E2-4067-A1EE-546FFB14BEE2}"/>
              </a:ext>
            </a:extLst>
          </p:cNvPr>
          <p:cNvSpPr/>
          <p:nvPr/>
        </p:nvSpPr>
        <p:spPr>
          <a:xfrm>
            <a:off x="7938754" y="3911377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CCD83C18-A523-423D-BB3B-B68B7E65B667}"/>
              </a:ext>
            </a:extLst>
          </p:cNvPr>
          <p:cNvSpPr/>
          <p:nvPr/>
        </p:nvSpPr>
        <p:spPr>
          <a:xfrm>
            <a:off x="8456243" y="3911376"/>
            <a:ext cx="518835" cy="2599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95F68975-68A8-408E-AD71-DCF098B640E8}"/>
              </a:ext>
            </a:extLst>
          </p:cNvPr>
          <p:cNvSpPr/>
          <p:nvPr/>
        </p:nvSpPr>
        <p:spPr>
          <a:xfrm>
            <a:off x="6903774" y="416761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E156E8EA-CD78-4D39-B764-3E3552633434}"/>
              </a:ext>
            </a:extLst>
          </p:cNvPr>
          <p:cNvSpPr/>
          <p:nvPr/>
        </p:nvSpPr>
        <p:spPr>
          <a:xfrm>
            <a:off x="7421264" y="416760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5417148D-41FD-44BF-832F-7D1D76761D1C}"/>
              </a:ext>
            </a:extLst>
          </p:cNvPr>
          <p:cNvSpPr/>
          <p:nvPr/>
        </p:nvSpPr>
        <p:spPr>
          <a:xfrm>
            <a:off x="7938751" y="4167609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DE4E2DB0-10B9-4972-9E6C-BB51E92A090A}"/>
              </a:ext>
            </a:extLst>
          </p:cNvPr>
          <p:cNvSpPr txBox="1"/>
          <p:nvPr/>
        </p:nvSpPr>
        <p:spPr>
          <a:xfrm>
            <a:off x="6366620" y="3418975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28362A7-A449-4A00-AFCE-1C7222BAECC1}"/>
              </a:ext>
            </a:extLst>
          </p:cNvPr>
          <p:cNvSpPr txBox="1"/>
          <p:nvPr/>
        </p:nvSpPr>
        <p:spPr>
          <a:xfrm>
            <a:off x="6365762" y="3677279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21697FD-F14F-443C-ADD2-3157E79D2529}"/>
              </a:ext>
            </a:extLst>
          </p:cNvPr>
          <p:cNvSpPr txBox="1"/>
          <p:nvPr/>
        </p:nvSpPr>
        <p:spPr>
          <a:xfrm>
            <a:off x="6366620" y="3937645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7E17AF81-27CB-45BB-A012-0ADBB7F7D3A5}"/>
              </a:ext>
            </a:extLst>
          </p:cNvPr>
          <p:cNvSpPr txBox="1"/>
          <p:nvPr/>
        </p:nvSpPr>
        <p:spPr>
          <a:xfrm>
            <a:off x="6372101" y="4201404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6E7D1281-A680-4D6F-AF0E-037804930D5D}"/>
              </a:ext>
            </a:extLst>
          </p:cNvPr>
          <p:cNvSpPr/>
          <p:nvPr/>
        </p:nvSpPr>
        <p:spPr>
          <a:xfrm>
            <a:off x="8456242" y="3398910"/>
            <a:ext cx="512767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E6ED3D9-9059-4CE7-8060-0E5CA10D2199}"/>
              </a:ext>
            </a:extLst>
          </p:cNvPr>
          <p:cNvSpPr/>
          <p:nvPr/>
        </p:nvSpPr>
        <p:spPr>
          <a:xfrm>
            <a:off x="8449884" y="3655143"/>
            <a:ext cx="52385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FD2EB90F-AFEF-47FD-B4DF-8EDF502626A8}"/>
              </a:ext>
            </a:extLst>
          </p:cNvPr>
          <p:cNvCxnSpPr>
            <a:cxnSpLocks/>
          </p:cNvCxnSpPr>
          <p:nvPr/>
        </p:nvCxnSpPr>
        <p:spPr>
          <a:xfrm>
            <a:off x="6910469" y="3400763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0B581896-8D8B-49F5-B1C4-4D50E7B50FFE}"/>
              </a:ext>
            </a:extLst>
          </p:cNvPr>
          <p:cNvCxnSpPr>
            <a:cxnSpLocks/>
          </p:cNvCxnSpPr>
          <p:nvPr/>
        </p:nvCxnSpPr>
        <p:spPr>
          <a:xfrm>
            <a:off x="6908097" y="3656996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1ED85B78-AD6D-4EB1-A03C-A37272BACD30}"/>
              </a:ext>
            </a:extLst>
          </p:cNvPr>
          <p:cNvCxnSpPr>
            <a:cxnSpLocks/>
          </p:cNvCxnSpPr>
          <p:nvPr/>
        </p:nvCxnSpPr>
        <p:spPr>
          <a:xfrm>
            <a:off x="6906496" y="3907977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7A02E27D-FEC1-44EE-A13A-6C286EDA0830}"/>
              </a:ext>
            </a:extLst>
          </p:cNvPr>
          <p:cNvCxnSpPr>
            <a:cxnSpLocks/>
          </p:cNvCxnSpPr>
          <p:nvPr/>
        </p:nvCxnSpPr>
        <p:spPr>
          <a:xfrm>
            <a:off x="6903108" y="4162654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72B57DB7-31C1-4F33-B530-8D0ADE33D4C4}"/>
              </a:ext>
            </a:extLst>
          </p:cNvPr>
          <p:cNvCxnSpPr>
            <a:cxnSpLocks/>
          </p:cNvCxnSpPr>
          <p:nvPr/>
        </p:nvCxnSpPr>
        <p:spPr>
          <a:xfrm>
            <a:off x="6935090" y="3645529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D4AF7514-AE17-43EB-9BFF-ED5BF5BF67B7}"/>
              </a:ext>
            </a:extLst>
          </p:cNvPr>
          <p:cNvCxnSpPr>
            <a:cxnSpLocks/>
          </p:cNvCxnSpPr>
          <p:nvPr/>
        </p:nvCxnSpPr>
        <p:spPr>
          <a:xfrm>
            <a:off x="8457952" y="3150040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DDFF5EBE-1AAD-42C0-B07A-4A9DEF44F1AB}"/>
              </a:ext>
            </a:extLst>
          </p:cNvPr>
          <p:cNvCxnSpPr>
            <a:cxnSpLocks/>
          </p:cNvCxnSpPr>
          <p:nvPr/>
        </p:nvCxnSpPr>
        <p:spPr>
          <a:xfrm>
            <a:off x="7427325" y="3897636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CA59BE7-378F-4DAD-8B17-EC87E5172AC6}"/>
              </a:ext>
            </a:extLst>
          </p:cNvPr>
          <p:cNvSpPr/>
          <p:nvPr/>
        </p:nvSpPr>
        <p:spPr>
          <a:xfrm>
            <a:off x="8455427" y="4171322"/>
            <a:ext cx="517493" cy="2536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F8739F6-B8F9-425E-8653-B55C91BCC481}"/>
              </a:ext>
            </a:extLst>
          </p:cNvPr>
          <p:cNvCxnSpPr>
            <a:cxnSpLocks/>
          </p:cNvCxnSpPr>
          <p:nvPr/>
        </p:nvCxnSpPr>
        <p:spPr>
          <a:xfrm>
            <a:off x="7948818" y="4168527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AB9D7BC1-699E-4E10-A5CF-308AAC4924D7}"/>
              </a:ext>
            </a:extLst>
          </p:cNvPr>
          <p:cNvSpPr txBox="1"/>
          <p:nvPr/>
        </p:nvSpPr>
        <p:spPr>
          <a:xfrm>
            <a:off x="6473083" y="4562444"/>
            <a:ext cx="473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AAI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C1C61FB-21A9-4E19-9470-D41D3CAE778F}"/>
              </a:ext>
            </a:extLst>
          </p:cNvPr>
          <p:cNvSpPr txBox="1"/>
          <p:nvPr/>
        </p:nvSpPr>
        <p:spPr>
          <a:xfrm>
            <a:off x="6254787" y="4872970"/>
            <a:ext cx="87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AEI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23F993F-AE59-4500-BA71-89CC7C4B2C63}"/>
              </a:ext>
            </a:extLst>
          </p:cNvPr>
          <p:cNvSpPr/>
          <p:nvPr/>
        </p:nvSpPr>
        <p:spPr>
          <a:xfrm>
            <a:off x="6907450" y="4591088"/>
            <a:ext cx="517490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48CC3B4-3028-4289-A548-B96F97569A99}"/>
              </a:ext>
            </a:extLst>
          </p:cNvPr>
          <p:cNvSpPr/>
          <p:nvPr/>
        </p:nvSpPr>
        <p:spPr>
          <a:xfrm>
            <a:off x="7424940" y="4591087"/>
            <a:ext cx="517490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99DDB53-AB8B-4D15-AF1C-2B3421A5B933}"/>
              </a:ext>
            </a:extLst>
          </p:cNvPr>
          <p:cNvSpPr/>
          <p:nvPr/>
        </p:nvSpPr>
        <p:spPr>
          <a:xfrm>
            <a:off x="7942427" y="4591087"/>
            <a:ext cx="517493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AD47A61-D9BF-4ED3-AC5F-E8C63B7307C1}"/>
              </a:ext>
            </a:extLst>
          </p:cNvPr>
          <p:cNvSpPr/>
          <p:nvPr/>
        </p:nvSpPr>
        <p:spPr>
          <a:xfrm>
            <a:off x="8459103" y="4592111"/>
            <a:ext cx="517493" cy="253601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DA8A24C-D77B-46F2-8C17-9F44AD925D95}"/>
              </a:ext>
            </a:extLst>
          </p:cNvPr>
          <p:cNvSpPr/>
          <p:nvPr/>
        </p:nvSpPr>
        <p:spPr>
          <a:xfrm>
            <a:off x="6907450" y="49006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437D07F-EA11-4B4C-8C8D-83FF23067379}"/>
              </a:ext>
            </a:extLst>
          </p:cNvPr>
          <p:cNvSpPr/>
          <p:nvPr/>
        </p:nvSpPr>
        <p:spPr>
          <a:xfrm>
            <a:off x="7424940" y="4900600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E621AAD-D8FA-4FB5-8469-21540CF10D36}"/>
              </a:ext>
            </a:extLst>
          </p:cNvPr>
          <p:cNvSpPr/>
          <p:nvPr/>
        </p:nvSpPr>
        <p:spPr>
          <a:xfrm>
            <a:off x="7942427" y="4900600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0BC7786-D3B1-444F-B135-1FD9AEAC1C83}"/>
              </a:ext>
            </a:extLst>
          </p:cNvPr>
          <p:cNvSpPr/>
          <p:nvPr/>
        </p:nvSpPr>
        <p:spPr>
          <a:xfrm>
            <a:off x="8459103" y="4896886"/>
            <a:ext cx="517493" cy="25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7589E7C7-51AE-46A3-9258-7387FAA43635}"/>
              </a:ext>
            </a:extLst>
          </p:cNvPr>
          <p:cNvSpPr/>
          <p:nvPr/>
        </p:nvSpPr>
        <p:spPr>
          <a:xfrm>
            <a:off x="7938753" y="3655144"/>
            <a:ext cx="523845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D850A23-172F-4B31-B370-595A90FA89D7}"/>
              </a:ext>
            </a:extLst>
          </p:cNvPr>
          <p:cNvSpPr/>
          <p:nvPr/>
        </p:nvSpPr>
        <p:spPr>
          <a:xfrm>
            <a:off x="7944506" y="2635094"/>
            <a:ext cx="516673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12115143-7E04-4EF0-8D8C-829F9B96D36D}"/>
              </a:ext>
            </a:extLst>
          </p:cNvPr>
          <p:cNvCxnSpPr>
            <a:cxnSpLocks/>
          </p:cNvCxnSpPr>
          <p:nvPr/>
        </p:nvCxnSpPr>
        <p:spPr>
          <a:xfrm>
            <a:off x="8973451" y="2315280"/>
            <a:ext cx="910" cy="219390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956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057A529-FEB7-44F6-A9CB-CBB1CB6A4107}"/>
              </a:ext>
            </a:extLst>
          </p:cNvPr>
          <p:cNvSpPr/>
          <p:nvPr/>
        </p:nvSpPr>
        <p:spPr>
          <a:xfrm>
            <a:off x="2522368" y="2050634"/>
            <a:ext cx="3913636" cy="1992739"/>
          </a:xfrm>
          <a:prstGeom prst="roundRect">
            <a:avLst>
              <a:gd name="adj" fmla="val 672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DCA8EE4-BFDE-4AA3-A6C2-D6570B996173}"/>
              </a:ext>
            </a:extLst>
          </p:cNvPr>
          <p:cNvSpPr/>
          <p:nvPr/>
        </p:nvSpPr>
        <p:spPr>
          <a:xfrm>
            <a:off x="6446643" y="1988957"/>
            <a:ext cx="2217490" cy="19927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D3FEDA6-4429-4913-A3AC-6D7F752FE5F0}"/>
                  </a:ext>
                </a:extLst>
              </p:cNvPr>
              <p:cNvSpPr txBox="1"/>
              <p:nvPr/>
            </p:nvSpPr>
            <p:spPr>
              <a:xfrm>
                <a:off x="8169779" y="2325302"/>
                <a:ext cx="4184762" cy="277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dirty="0"/>
                  <a:t>Attacker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1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IN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njects Falsified Data in Shared Buffer with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D3FEDA6-4429-4913-A3AC-6D7F752FE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779" y="2325302"/>
                <a:ext cx="4184762" cy="277993"/>
              </a:xfrm>
              <a:prstGeom prst="rect">
                <a:avLst/>
              </a:prstGeom>
              <a:blipFill>
                <a:blip r:embed="rId2"/>
                <a:stretch>
                  <a:fillRect t="-2174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FD32EDCC-8308-4144-90F1-44E4D80A4691}"/>
              </a:ext>
            </a:extLst>
          </p:cNvPr>
          <p:cNvSpPr/>
          <p:nvPr/>
        </p:nvSpPr>
        <p:spPr>
          <a:xfrm>
            <a:off x="2667566" y="953961"/>
            <a:ext cx="830480" cy="416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ACF6218-EADB-4865-8BD8-E7B832589B4E}"/>
              </a:ext>
            </a:extLst>
          </p:cNvPr>
          <p:cNvSpPr/>
          <p:nvPr/>
        </p:nvSpPr>
        <p:spPr>
          <a:xfrm>
            <a:off x="4285807" y="953961"/>
            <a:ext cx="695272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BE218B-327C-46F3-B8FB-D84F4A646BA9}"/>
              </a:ext>
            </a:extLst>
          </p:cNvPr>
          <p:cNvSpPr/>
          <p:nvPr/>
        </p:nvSpPr>
        <p:spPr>
          <a:xfrm>
            <a:off x="6397894" y="944392"/>
            <a:ext cx="750610" cy="42716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6C0E22-4085-4E28-8D11-80C0C0142260}"/>
              </a:ext>
            </a:extLst>
          </p:cNvPr>
          <p:cNvCxnSpPr>
            <a:cxnSpLocks/>
          </p:cNvCxnSpPr>
          <p:nvPr/>
        </p:nvCxnSpPr>
        <p:spPr>
          <a:xfrm flipV="1">
            <a:off x="2550247" y="700335"/>
            <a:ext cx="0" cy="670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471541D-B58F-4A6E-A24F-21F7562BF7C6}"/>
              </a:ext>
            </a:extLst>
          </p:cNvPr>
          <p:cNvCxnSpPr>
            <a:cxnSpLocks/>
          </p:cNvCxnSpPr>
          <p:nvPr/>
        </p:nvCxnSpPr>
        <p:spPr>
          <a:xfrm>
            <a:off x="2522368" y="1370571"/>
            <a:ext cx="487472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Grafik 44" descr="Teufelsgesicht mit einfarbiger Füllung">
            <a:extLst>
              <a:ext uri="{FF2B5EF4-FFF2-40B4-BE49-F238E27FC236}">
                <a16:creationId xmlns:a16="http://schemas.microsoft.com/office/drawing/2014/main" id="{C22AB894-E114-4DE5-9987-AD616B4CD4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6688" y="574584"/>
            <a:ext cx="455995" cy="405579"/>
          </a:xfrm>
          <a:prstGeom prst="rect">
            <a:avLst/>
          </a:prstGeom>
        </p:spPr>
      </p:pic>
      <p:sp>
        <p:nvSpPr>
          <p:cNvPr id="60" name="Gewitterblitz 40">
            <a:extLst>
              <a:ext uri="{FF2B5EF4-FFF2-40B4-BE49-F238E27FC236}">
                <a16:creationId xmlns:a16="http://schemas.microsoft.com/office/drawing/2014/main" id="{77A8334E-DAF7-48BC-A439-EC2D4E4E047E}"/>
              </a:ext>
            </a:extLst>
          </p:cNvPr>
          <p:cNvSpPr/>
          <p:nvPr/>
        </p:nvSpPr>
        <p:spPr>
          <a:xfrm rot="3089867">
            <a:off x="552644" y="943557"/>
            <a:ext cx="493201" cy="413679"/>
          </a:xfrm>
          <a:prstGeom prst="lightningBol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6FDC455-5809-4411-92EE-0F222AB65B21}"/>
                  </a:ext>
                </a:extLst>
              </p:cNvPr>
              <p:cNvSpPr txBox="1"/>
              <p:nvPr/>
            </p:nvSpPr>
            <p:spPr>
              <a:xfrm>
                <a:off x="8534017" y="659850"/>
                <a:ext cx="669293" cy="4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6FDC455-5809-4411-92EE-0F222AB65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017" y="659850"/>
                <a:ext cx="669293" cy="490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38D37BD-1882-4005-945D-D47B71E9AAE7}"/>
                  </a:ext>
                </a:extLst>
              </p:cNvPr>
              <p:cNvSpPr txBox="1"/>
              <p:nvPr/>
            </p:nvSpPr>
            <p:spPr>
              <a:xfrm>
                <a:off x="8743107" y="734890"/>
                <a:ext cx="669293" cy="4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38D37BD-1882-4005-945D-D47B71E9A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107" y="734890"/>
                <a:ext cx="669293" cy="4905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AB3F6A7-E278-424E-9BA2-9C680B07C22C}"/>
                  </a:ext>
                </a:extLst>
              </p:cNvPr>
              <p:cNvSpPr txBox="1"/>
              <p:nvPr/>
            </p:nvSpPr>
            <p:spPr>
              <a:xfrm>
                <a:off x="9496029" y="1039550"/>
                <a:ext cx="669293" cy="4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AB3F6A7-E278-424E-9BA2-9C680B07C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029" y="1039550"/>
                <a:ext cx="669293" cy="4905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CBADFFD-ABE3-4069-9B0D-D2D6711C0C43}"/>
              </a:ext>
            </a:extLst>
          </p:cNvPr>
          <p:cNvSpPr txBox="1"/>
          <p:nvPr/>
        </p:nvSpPr>
        <p:spPr>
          <a:xfrm>
            <a:off x="9830675" y="-27976"/>
            <a:ext cx="1748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Uniprocessor System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68D8D3-319C-4550-A2CE-95C5874E0802}"/>
              </a:ext>
            </a:extLst>
          </p:cNvPr>
          <p:cNvGrpSpPr/>
          <p:nvPr/>
        </p:nvGrpSpPr>
        <p:grpSpPr>
          <a:xfrm>
            <a:off x="2583664" y="2120091"/>
            <a:ext cx="3810309" cy="1494253"/>
            <a:chOff x="4044545" y="4885313"/>
            <a:chExt cx="6977287" cy="280024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BAB4136-2D0D-48B9-BCC2-AB92355F4B47}"/>
                </a:ext>
              </a:extLst>
            </p:cNvPr>
            <p:cNvSpPr/>
            <p:nvPr/>
          </p:nvSpPr>
          <p:spPr>
            <a:xfrm>
              <a:off x="6668020" y="4885313"/>
              <a:ext cx="2764949" cy="975578"/>
            </a:xfrm>
            <a:prstGeom prst="roundRect">
              <a:avLst>
                <a:gd name="adj" fmla="val 994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63E0DBF-F4C2-45A1-A56E-0C4E9E1CA91F}"/>
                    </a:ext>
                  </a:extLst>
                </p:cNvPr>
                <p:cNvSpPr txBox="1"/>
                <p:nvPr/>
              </p:nvSpPr>
              <p:spPr>
                <a:xfrm>
                  <a:off x="6253250" y="4937560"/>
                  <a:ext cx="3599428" cy="43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+1]=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𝐴𝑥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𝐵𝑢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IN" sz="9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63E0DBF-F4C2-45A1-A56E-0C4E9E1CA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250" y="4937560"/>
                  <a:ext cx="3599428" cy="432581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5EA4B03-B838-4D80-8F8B-7C7C22982D79}"/>
                    </a:ext>
                  </a:extLst>
                </p:cNvPr>
                <p:cNvSpPr txBox="1"/>
                <p:nvPr/>
              </p:nvSpPr>
              <p:spPr>
                <a:xfrm>
                  <a:off x="6847255" y="5379721"/>
                  <a:ext cx="2362464" cy="43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]=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𝐶𝑥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]+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𝐷𝑢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I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IN" sz="9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5EA4B03-B838-4D80-8F8B-7C7C22982D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7255" y="5379721"/>
                  <a:ext cx="2362464" cy="432581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956A604-7CE7-43EF-99CD-E5765A2F975B}"/>
                </a:ext>
              </a:extLst>
            </p:cNvPr>
            <p:cNvSpPr/>
            <p:nvPr/>
          </p:nvSpPr>
          <p:spPr>
            <a:xfrm>
              <a:off x="4318035" y="6315051"/>
              <a:ext cx="867475" cy="47657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FF0766-C17C-4306-96EE-1FF6B0433495}"/>
                </a:ext>
              </a:extLst>
            </p:cNvPr>
            <p:cNvSpPr txBox="1"/>
            <p:nvPr/>
          </p:nvSpPr>
          <p:spPr>
            <a:xfrm>
              <a:off x="4605715" y="6368671"/>
              <a:ext cx="476799" cy="432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K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9F4F4-7210-4D40-8109-22A8F801A063}"/>
                </a:ext>
              </a:extLst>
            </p:cNvPr>
            <p:cNvSpPr/>
            <p:nvPr/>
          </p:nvSpPr>
          <p:spPr>
            <a:xfrm>
              <a:off x="4577015" y="5208719"/>
              <a:ext cx="349514" cy="3142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aseline="-25000" dirty="0"/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D2F163FA-ED77-445B-B74B-6A4CDF3F3CA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6802123" y="4670233"/>
              <a:ext cx="650518" cy="4868992"/>
            </a:xfrm>
            <a:prstGeom prst="bentConnector3">
              <a:avLst>
                <a:gd name="adj1" fmla="val -75749"/>
              </a:avLst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793E16-BEB3-4EFA-8149-72D8ADB3C0B1}"/>
                </a:ext>
              </a:extLst>
            </p:cNvPr>
            <p:cNvCxnSpPr>
              <a:cxnSpLocks/>
              <a:stCxn id="8" idx="6"/>
              <a:endCxn id="3" idx="1"/>
            </p:cNvCxnSpPr>
            <p:nvPr/>
          </p:nvCxnSpPr>
          <p:spPr>
            <a:xfrm>
              <a:off x="4926529" y="5365819"/>
              <a:ext cx="1741491" cy="7283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CBDD2B-D3AF-4665-B475-698B54C9763D}"/>
                </a:ext>
              </a:extLst>
            </p:cNvPr>
            <p:cNvCxnSpPr>
              <a:cxnSpLocks/>
            </p:cNvCxnSpPr>
            <p:nvPr/>
          </p:nvCxnSpPr>
          <p:spPr>
            <a:xfrm>
              <a:off x="4044545" y="5384671"/>
              <a:ext cx="532470" cy="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3723EB6C-D3DC-4803-AD7F-99FACB01A18D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rot="16200000" flipH="1">
              <a:off x="9343409" y="5450815"/>
              <a:ext cx="1011752" cy="815562"/>
            </a:xfrm>
            <a:prstGeom prst="bentConnector3">
              <a:avLst>
                <a:gd name="adj1" fmla="val 1658"/>
              </a:avLst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638E8E9-E505-466F-8B10-4B3DFCCF4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57114" y="6678672"/>
              <a:ext cx="0" cy="543193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CB55F19-22A7-4B54-8AEE-46C311C9FDA1}"/>
                </a:ext>
              </a:extLst>
            </p:cNvPr>
            <p:cNvSpPr/>
            <p:nvPr/>
          </p:nvSpPr>
          <p:spPr>
            <a:xfrm>
              <a:off x="7584074" y="6283691"/>
              <a:ext cx="867475" cy="47657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7BB445-81E2-44E2-AB93-BF1307F86274}"/>
                </a:ext>
              </a:extLst>
            </p:cNvPr>
            <p:cNvSpPr txBox="1"/>
            <p:nvPr/>
          </p:nvSpPr>
          <p:spPr>
            <a:xfrm>
              <a:off x="7871754" y="6337312"/>
              <a:ext cx="476799" cy="432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L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13CDFFD-809F-4054-8C31-335DF702E1FE}"/>
                </a:ext>
              </a:extLst>
            </p:cNvPr>
            <p:cNvCxnSpPr>
              <a:cxnSpLocks/>
              <a:stCxn id="20" idx="2"/>
              <a:endCxn id="14" idx="3"/>
            </p:cNvCxnSpPr>
            <p:nvPr/>
          </p:nvCxnSpPr>
          <p:spPr>
            <a:xfrm flipH="1">
              <a:off x="8451549" y="6521572"/>
              <a:ext cx="1630760" cy="405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4F62F80-D347-402E-A0AB-6BB73C325F85}"/>
                </a:ext>
              </a:extLst>
            </p:cNvPr>
            <p:cNvGrpSpPr/>
            <p:nvPr/>
          </p:nvGrpSpPr>
          <p:grpSpPr>
            <a:xfrm>
              <a:off x="5213823" y="7191703"/>
              <a:ext cx="3865639" cy="493853"/>
              <a:chOff x="9057454" y="12628219"/>
              <a:chExt cx="867475" cy="47657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03D6583-D2E5-498C-97F5-C3B231BE64E7}"/>
                  </a:ext>
                </a:extLst>
              </p:cNvPr>
              <p:cNvSpPr/>
              <p:nvPr/>
            </p:nvSpPr>
            <p:spPr>
              <a:xfrm>
                <a:off x="9057454" y="12628219"/>
                <a:ext cx="867475" cy="476572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9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E470FC-954A-4F17-A06A-CE32D801E8A8}"/>
                  </a:ext>
                </a:extLst>
              </p:cNvPr>
              <p:cNvSpPr txBox="1"/>
              <p:nvPr/>
            </p:nvSpPr>
            <p:spPr>
              <a:xfrm>
                <a:off x="9345134" y="12681839"/>
                <a:ext cx="476799" cy="41744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endParaRPr lang="en-IN" sz="9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983E1F3-65F9-428D-8CD0-87BDF8D5A751}"/>
                    </a:ext>
                  </a:extLst>
                </p:cNvPr>
                <p:cNvSpPr txBox="1"/>
                <p:nvPr/>
              </p:nvSpPr>
              <p:spPr>
                <a:xfrm>
                  <a:off x="5213823" y="7245323"/>
                  <a:ext cx="3865640" cy="43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𝐵𝑢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IN" sz="9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983E1F3-65F9-428D-8CD0-87BDF8D5A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3823" y="7245323"/>
                  <a:ext cx="3865640" cy="432581"/>
                </a:xfrm>
                <a:prstGeom prst="rect">
                  <a:avLst/>
                </a:prstGeom>
                <a:blipFill>
                  <a:blip r:embed="rId10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8564E3E8-C99C-443A-9FFA-11930D29D15F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rot="10800000" flipV="1">
              <a:off x="7062910" y="6521976"/>
              <a:ext cx="521164" cy="669727"/>
            </a:xfrm>
            <a:prstGeom prst="bentConnector2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BB2043-8050-425D-BC9A-A709180E312F}"/>
                </a:ext>
              </a:extLst>
            </p:cNvPr>
            <p:cNvSpPr/>
            <p:nvPr/>
          </p:nvSpPr>
          <p:spPr>
            <a:xfrm>
              <a:off x="10082309" y="6364472"/>
              <a:ext cx="349514" cy="3142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aseline="-25000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9AC7471-A6E1-4B70-9EE9-C204929CD6DF}"/>
                </a:ext>
              </a:extLst>
            </p:cNvPr>
            <p:cNvSpPr/>
            <p:nvPr/>
          </p:nvSpPr>
          <p:spPr>
            <a:xfrm>
              <a:off x="9969365" y="7183065"/>
              <a:ext cx="534191" cy="47657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E74D3C-511C-48EB-B1C5-AE3E46055E50}"/>
                </a:ext>
              </a:extLst>
            </p:cNvPr>
            <p:cNvSpPr txBox="1"/>
            <p:nvPr/>
          </p:nvSpPr>
          <p:spPr>
            <a:xfrm>
              <a:off x="10075397" y="7213225"/>
              <a:ext cx="293614" cy="432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dirty="0"/>
                <a:t>C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365DEB9-928E-4E9C-9536-5E987BCF5090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9079462" y="7421351"/>
              <a:ext cx="889903" cy="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FEE5050-0221-47A3-9F57-EA7E0D7C69F0}"/>
                </a:ext>
              </a:extLst>
            </p:cNvPr>
            <p:cNvCxnSpPr>
              <a:cxnSpLocks/>
            </p:cNvCxnSpPr>
            <p:nvPr/>
          </p:nvCxnSpPr>
          <p:spPr>
            <a:xfrm>
              <a:off x="10503556" y="7421351"/>
              <a:ext cx="407487" cy="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1716E17-5FE8-4F8E-8DE3-E2AB485A51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6461" y="5359207"/>
              <a:ext cx="678324" cy="2489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EB81F44-1011-414E-913D-8B9F43830221}"/>
                </a:ext>
              </a:extLst>
            </p:cNvPr>
            <p:cNvCxnSpPr>
              <a:cxnSpLocks/>
              <a:stCxn id="6" idx="0"/>
              <a:endCxn id="8" idx="4"/>
            </p:cNvCxnSpPr>
            <p:nvPr/>
          </p:nvCxnSpPr>
          <p:spPr>
            <a:xfrm flipH="1" flipV="1">
              <a:off x="4751772" y="5522919"/>
              <a:ext cx="1" cy="792132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5D24915-4F39-4AA9-A6E0-88B9CE449CB0}"/>
                    </a:ext>
                  </a:extLst>
                </p:cNvPr>
                <p:cNvSpPr txBox="1"/>
                <p:nvPr/>
              </p:nvSpPr>
              <p:spPr>
                <a:xfrm>
                  <a:off x="9412826" y="7072808"/>
                  <a:ext cx="415873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IN" sz="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9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5D24915-4F39-4AA9-A6E0-88B9CE449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2826" y="7072808"/>
                  <a:ext cx="415873" cy="4325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8D40A70-DA0A-41DC-86EE-9830B7F00FDF}"/>
                    </a:ext>
                  </a:extLst>
                </p:cNvPr>
                <p:cNvSpPr txBox="1"/>
                <p:nvPr/>
              </p:nvSpPr>
              <p:spPr>
                <a:xfrm>
                  <a:off x="10550728" y="6942976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IN" sz="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9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8D40A70-DA0A-41DC-86EE-9830B7F00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0728" y="6942976"/>
                  <a:ext cx="471104" cy="43258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16DF176-09F1-4920-8146-36AB8825D092}"/>
                    </a:ext>
                  </a:extLst>
                </p:cNvPr>
                <p:cNvSpPr txBox="1"/>
                <p:nvPr/>
              </p:nvSpPr>
              <p:spPr>
                <a:xfrm>
                  <a:off x="9604290" y="5010317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16DF176-09F1-4920-8146-36AB8825D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290" y="5010317"/>
                  <a:ext cx="471104" cy="43258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F154381-2BB0-4934-A4CD-84614A266648}"/>
                    </a:ext>
                  </a:extLst>
                </p:cNvPr>
                <p:cNvSpPr txBox="1"/>
                <p:nvPr/>
              </p:nvSpPr>
              <p:spPr>
                <a:xfrm>
                  <a:off x="4082481" y="4967293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F154381-2BB0-4934-A4CD-84614A266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2481" y="4967293"/>
                  <a:ext cx="471104" cy="43258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54E00E4-FEA8-4587-ADF0-283333D13422}"/>
                    </a:ext>
                  </a:extLst>
                </p:cNvPr>
                <p:cNvSpPr txBox="1"/>
                <p:nvPr/>
              </p:nvSpPr>
              <p:spPr>
                <a:xfrm>
                  <a:off x="5550865" y="5031900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54E00E4-FEA8-4587-ADF0-283333D134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865" y="5031900"/>
                  <a:ext cx="471104" cy="43258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B3D6C0D-92FA-4CFF-B10D-6ACC382F50A3}"/>
                </a:ext>
              </a:extLst>
            </p:cNvPr>
            <p:cNvCxnSpPr>
              <a:cxnSpLocks/>
            </p:cNvCxnSpPr>
            <p:nvPr/>
          </p:nvCxnSpPr>
          <p:spPr>
            <a:xfrm>
              <a:off x="5772631" y="5384443"/>
              <a:ext cx="0" cy="1798621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177968-7178-411C-8085-47D2B18A2671}"/>
                    </a:ext>
                  </a:extLst>
                </p:cNvPr>
                <p:cNvSpPr txBox="1"/>
                <p:nvPr/>
              </p:nvSpPr>
              <p:spPr>
                <a:xfrm>
                  <a:off x="10205645" y="6015992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177968-7178-411C-8085-47D2B18A2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5645" y="6015992"/>
                  <a:ext cx="471104" cy="43258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B4EC89-787E-4CE1-BA0C-65780CD1E024}"/>
                    </a:ext>
                  </a:extLst>
                </p:cNvPr>
                <p:cNvSpPr txBox="1"/>
                <p:nvPr/>
              </p:nvSpPr>
              <p:spPr>
                <a:xfrm>
                  <a:off x="4696563" y="5576644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B4EC89-787E-4CE1-BA0C-65780CD1E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6563" y="5576644"/>
                  <a:ext cx="471104" cy="43258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FAAC197-C4DB-47BC-901F-7266D2722443}"/>
                    </a:ext>
                  </a:extLst>
                </p:cNvPr>
                <p:cNvSpPr txBox="1"/>
                <p:nvPr/>
              </p:nvSpPr>
              <p:spPr>
                <a:xfrm>
                  <a:off x="10266357" y="6632114"/>
                  <a:ext cx="321772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FAAC197-C4DB-47BC-901F-7266D2722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6357" y="6632114"/>
                  <a:ext cx="321772" cy="432581"/>
                </a:xfrm>
                <a:prstGeom prst="rect">
                  <a:avLst/>
                </a:prstGeom>
                <a:blipFill>
                  <a:blip r:embed="rId18"/>
                  <a:stretch>
                    <a:fillRect r="-1034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6796093-B29D-477E-8ADD-4DE65745482C}"/>
                    </a:ext>
                  </a:extLst>
                </p:cNvPr>
                <p:cNvSpPr txBox="1"/>
                <p:nvPr/>
              </p:nvSpPr>
              <p:spPr>
                <a:xfrm>
                  <a:off x="4193195" y="5335321"/>
                  <a:ext cx="47110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9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IN" sz="9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6796093-B29D-477E-8ADD-4DE657454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3195" y="5335321"/>
                  <a:ext cx="471104" cy="43258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EE7596-05C4-4BFD-8E29-32E36C87A460}"/>
                    </a:ext>
                  </a:extLst>
                </p:cNvPr>
                <p:cNvSpPr txBox="1"/>
                <p:nvPr/>
              </p:nvSpPr>
              <p:spPr>
                <a:xfrm>
                  <a:off x="8601115" y="6074193"/>
                  <a:ext cx="1003174" cy="4325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9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9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IN" sz="9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</a:t>
                  </a:r>
                  <a:endParaRPr lang="en-IN" sz="9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EE7596-05C4-4BFD-8E29-32E36C87A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1115" y="6074193"/>
                  <a:ext cx="1003174" cy="432581"/>
                </a:xfrm>
                <a:prstGeom prst="rect">
                  <a:avLst/>
                </a:prstGeom>
                <a:blipFill>
                  <a:blip r:embed="rId20"/>
                  <a:stretch>
                    <a:fillRect r="-6667" b="-78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F8E8461A-40EF-4A96-A8DD-87D8C79C5C07}"/>
              </a:ext>
            </a:extLst>
          </p:cNvPr>
          <p:cNvSpPr/>
          <p:nvPr/>
        </p:nvSpPr>
        <p:spPr>
          <a:xfrm>
            <a:off x="5255812" y="960239"/>
            <a:ext cx="830480" cy="416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96E99C5-0609-41A5-AA53-A2F9FB0A509B}"/>
              </a:ext>
            </a:extLst>
          </p:cNvPr>
          <p:cNvSpPr txBox="1"/>
          <p:nvPr/>
        </p:nvSpPr>
        <p:spPr>
          <a:xfrm>
            <a:off x="3709594" y="3801175"/>
            <a:ext cx="1539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IN" dirty="0"/>
              <a:t>Controller + Estimator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37DACA1-9FD8-4E22-A1F7-57995820F32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17" y="4798116"/>
            <a:ext cx="5394195" cy="17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7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F59A66-5E2B-4969-B770-84478E852882}"/>
              </a:ext>
            </a:extLst>
          </p:cNvPr>
          <p:cNvGrpSpPr/>
          <p:nvPr/>
        </p:nvGrpSpPr>
        <p:grpSpPr>
          <a:xfrm>
            <a:off x="1538850" y="690779"/>
            <a:ext cx="9475477" cy="3502788"/>
            <a:chOff x="1742706" y="1663206"/>
            <a:chExt cx="9475477" cy="350278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8E0E03D-5FDC-44E9-A6C8-82C74C4E8030}"/>
                </a:ext>
              </a:extLst>
            </p:cNvPr>
            <p:cNvSpPr/>
            <p:nvPr/>
          </p:nvSpPr>
          <p:spPr>
            <a:xfrm>
              <a:off x="4211587" y="1663206"/>
              <a:ext cx="6994296" cy="2158116"/>
            </a:xfrm>
            <a:prstGeom prst="roundRect">
              <a:avLst>
                <a:gd name="adj" fmla="val 684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F9D44F4-9E01-48B0-8AA5-D0166F63D276}"/>
                </a:ext>
              </a:extLst>
            </p:cNvPr>
            <p:cNvSpPr/>
            <p:nvPr/>
          </p:nvSpPr>
          <p:spPr>
            <a:xfrm>
              <a:off x="1742706" y="1663206"/>
              <a:ext cx="2326729" cy="3427799"/>
            </a:xfrm>
            <a:prstGeom prst="roundRect">
              <a:avLst>
                <a:gd name="adj" fmla="val 551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327751-4032-49A0-B511-CA9BBF5F5394}"/>
                </a:ext>
              </a:extLst>
            </p:cNvPr>
            <p:cNvSpPr txBox="1"/>
            <p:nvPr/>
          </p:nvSpPr>
          <p:spPr>
            <a:xfrm rot="16200000">
              <a:off x="10138888" y="2396791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0FE730-0B27-49D6-AA4D-5CAA151AEBB3}"/>
                </a:ext>
              </a:extLst>
            </p:cNvPr>
            <p:cNvSpPr txBox="1"/>
            <p:nvPr/>
          </p:nvSpPr>
          <p:spPr>
            <a:xfrm>
              <a:off x="1907254" y="1715415"/>
              <a:ext cx="2036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32917F-0858-4980-BC3F-E312E4C52128}"/>
                </a:ext>
              </a:extLst>
            </p:cNvPr>
            <p:cNvGrpSpPr/>
            <p:nvPr/>
          </p:nvGrpSpPr>
          <p:grpSpPr>
            <a:xfrm>
              <a:off x="5837252" y="1724598"/>
              <a:ext cx="2515136" cy="2011624"/>
              <a:chOff x="8198904" y="3315231"/>
              <a:chExt cx="2336201" cy="2011624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4743A0EB-99E5-49DE-8D9A-0386FBE14E51}"/>
                  </a:ext>
                </a:extLst>
              </p:cNvPr>
              <p:cNvSpPr/>
              <p:nvPr/>
            </p:nvSpPr>
            <p:spPr>
              <a:xfrm>
                <a:off x="8198904" y="3347165"/>
                <a:ext cx="2326728" cy="1979690"/>
              </a:xfrm>
              <a:prstGeom prst="roundRect">
                <a:avLst>
                  <a:gd name="adj" fmla="val 488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658473-CC5F-4CD9-B69E-7D02EFBA8CA5}"/>
                  </a:ext>
                </a:extLst>
              </p:cNvPr>
              <p:cNvSpPr txBox="1"/>
              <p:nvPr/>
            </p:nvSpPr>
            <p:spPr>
              <a:xfrm>
                <a:off x="8208376" y="3315231"/>
                <a:ext cx="2326729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 algn="l"/>
                <a:r>
                  <a:rPr lang="en-IN" sz="1300" dirty="0"/>
                  <a:t>1. Choose coprime periodicities from switchable periodicities of each control task.</a:t>
                </a:r>
              </a:p>
              <a:p>
                <a:pPr algn="l"/>
                <a:endParaRPr lang="en-IN" sz="1300" dirty="0"/>
              </a:p>
              <a:p>
                <a:pPr algn="l"/>
                <a:r>
                  <a:rPr lang="en-IN" sz="1300" dirty="0"/>
                  <a:t>2. Derive valid fixed-priority schedules for chosen set of  co-prime periodicities.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F65CB89-5B67-4C69-8DB1-3234FDB8427A}"/>
                  </a:ext>
                </a:extLst>
              </p:cNvPr>
              <p:cNvGrpSpPr/>
              <p:nvPr/>
            </p:nvGrpSpPr>
            <p:grpSpPr>
              <a:xfrm>
                <a:off x="8447471" y="4787829"/>
                <a:ext cx="1829591" cy="435507"/>
                <a:chOff x="7244294" y="5219392"/>
                <a:chExt cx="1829591" cy="435507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AA638F7-79BD-4438-9A7B-5547E348D5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76BF1E8-CCD5-4728-BD68-1BAC66296D2D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5C41246-61B7-4330-A5A1-5FC9FD8F3C90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F13B416-BE4F-4D44-B91A-8B8B11F39B96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BE100747-EED3-44C4-84FE-66F5B8DCD334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1D8CF516-2621-4841-A92F-23C9C4CB55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C358460F-619A-476D-B121-EAC38B7457FD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B465D84-CA25-449E-B61A-14E7F9B3BDF9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8336006-DDC0-4A61-AF70-291874912714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DF0A6F1-0AA4-42E7-AF88-07CA71FDD4C6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70BB539-2DEB-44A1-A751-BD0008DF3283}"/>
                </a:ext>
              </a:extLst>
            </p:cNvPr>
            <p:cNvSpPr/>
            <p:nvPr/>
          </p:nvSpPr>
          <p:spPr>
            <a:xfrm>
              <a:off x="8516246" y="3017990"/>
              <a:ext cx="2224817" cy="702515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8CE467-313A-4B0A-AF07-476FB7F706E8}"/>
                </a:ext>
              </a:extLst>
            </p:cNvPr>
            <p:cNvSpPr txBox="1"/>
            <p:nvPr/>
          </p:nvSpPr>
          <p:spPr>
            <a:xfrm>
              <a:off x="8628639" y="3109065"/>
              <a:ext cx="2018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Attack-Aware Schedule Pool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03E503-E71A-4C30-A36A-453CA19070D6}"/>
                </a:ext>
              </a:extLst>
            </p:cNvPr>
            <p:cNvGrpSpPr/>
            <p:nvPr/>
          </p:nvGrpSpPr>
          <p:grpSpPr>
            <a:xfrm>
              <a:off x="1836130" y="2586773"/>
              <a:ext cx="2201946" cy="2437386"/>
              <a:chOff x="1875833" y="1630394"/>
              <a:chExt cx="2201946" cy="243738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25CB4D1-7210-4DA2-96AB-EA7B192A93D6}"/>
                  </a:ext>
                </a:extLst>
              </p:cNvPr>
              <p:cNvGrpSpPr/>
              <p:nvPr/>
            </p:nvGrpSpPr>
            <p:grpSpPr>
              <a:xfrm>
                <a:off x="1875833" y="1630394"/>
                <a:ext cx="2201946" cy="2437386"/>
                <a:chOff x="2050372" y="3517393"/>
                <a:chExt cx="2648708" cy="3558159"/>
              </a:xfrm>
            </p:grpSpPr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6438F019-4CD7-494F-A09D-4D108916DD59}"/>
                    </a:ext>
                  </a:extLst>
                </p:cNvPr>
                <p:cNvSpPr/>
                <p:nvPr/>
              </p:nvSpPr>
              <p:spPr>
                <a:xfrm>
                  <a:off x="2050372" y="3517393"/>
                  <a:ext cx="2605133" cy="2187969"/>
                </a:xfrm>
                <a:prstGeom prst="roundRect">
                  <a:avLst>
                    <a:gd name="adj" fmla="val 1589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Rectangle: Rounded Corners 37">
                      <a:extLst>
                        <a:ext uri="{FF2B5EF4-FFF2-40B4-BE49-F238E27FC236}">
                          <a16:creationId xmlns:a16="http://schemas.microsoft.com/office/drawing/2014/main" id="{BA5E461E-7428-40B2-9BD5-C2724CA9B8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10974" y="3682846"/>
                      <a:ext cx="1911057" cy="796106"/>
                    </a:xfrm>
                    <a:prstGeom prst="roundRect">
                      <a:avLst/>
                    </a:prstGeom>
                    <a:ln/>
                  </p:spPr>
                  <p:style>
                    <a:lnRef idx="1">
                      <a:schemeClr val="accent6"/>
                    </a:lnRef>
                    <a:fillRef idx="2">
                      <a:schemeClr val="accent6"/>
                    </a:fillRef>
                    <a:effectRef idx="1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endParaRPr>
                    </a:p>
                    <a:p>
                      <a:pPr algn="ctr"/>
                      <a:r>
                        <a:rPr lang="en-IN" sz="110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a:t>Task m</a:t>
                      </a:r>
                      <a14:m>
                        <m:oMath xmlns:m="http://schemas.openxmlformats.org/officeDocument/2006/math">
                          <m:r>
                            <a:rPr lang="en-IN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IN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en-IN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11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IN" sz="11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endParaRPr>
                    </a:p>
                    <a:p>
                      <a:pPr algn="ctr"/>
                      <a:r>
                        <a:rPr lang="en-IN" sz="1100" dirty="0">
                          <a:ea typeface="Cambria Math" panose="02040503050406030204" pitchFamily="18" charset="0"/>
                        </a:rPr>
                        <a:t>             </a:t>
                      </a:r>
                      <a:endParaRPr lang="en-IN" sz="1100" dirty="0">
                        <a:solidFill>
                          <a:schemeClr val="bg1"/>
                        </a:solidFill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: Rounded Corners 58">
                      <a:extLst>
                        <a:ext uri="{FF2B5EF4-FFF2-40B4-BE49-F238E27FC236}">
                          <a16:creationId xmlns:a16="http://schemas.microsoft.com/office/drawing/2014/main" id="{5A2D183B-8FF5-43A9-A643-4B76D96652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0974" y="3682846"/>
                      <a:ext cx="1911057" cy="796106"/>
                    </a:xfrm>
                    <a:prstGeom prst="round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5950CF0-1348-4246-918C-C23A37E9201D}"/>
                    </a:ext>
                  </a:extLst>
                </p:cNvPr>
                <p:cNvSpPr txBox="1"/>
                <p:nvPr/>
              </p:nvSpPr>
              <p:spPr>
                <a:xfrm rot="16200000">
                  <a:off x="1797239" y="4398630"/>
                  <a:ext cx="1121647" cy="5553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dirty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</a:t>
                  </a:r>
                </a:p>
                <a:p>
                  <a:pPr algn="ctr"/>
                  <a:r>
                    <a:rPr lang="en-IN" sz="1200" dirty="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Task Set</a:t>
                  </a: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DED2BB5D-B113-41A3-A246-30D83AD83C0A}"/>
                    </a:ext>
                  </a:extLst>
                </p:cNvPr>
                <p:cNvSpPr/>
                <p:nvPr/>
              </p:nvSpPr>
              <p:spPr>
                <a:xfrm>
                  <a:off x="2086165" y="5864471"/>
                  <a:ext cx="2612915" cy="1189139"/>
                </a:xfrm>
                <a:prstGeom prst="roundRect">
                  <a:avLst>
                    <a:gd name="adj" fmla="val 19061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: Rounded Corners 40">
                      <a:extLst>
                        <a:ext uri="{FF2B5EF4-FFF2-40B4-BE49-F238E27FC236}">
                          <a16:creationId xmlns:a16="http://schemas.microsoft.com/office/drawing/2014/main" id="{F1A26F76-AA5A-4FBE-805D-52A72056DE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661" y="6177950"/>
                      <a:ext cx="1985417" cy="562245"/>
                    </a:xfrm>
                    <a:prstGeom prst="round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100" dirty="0">
                          <a:ea typeface="Cambria Math" panose="02040503050406030204" pitchFamily="18" charset="0"/>
                        </a:rPr>
                        <a:t>Task n</a:t>
                      </a:r>
                      <a14:m>
                        <m:oMath xmlns:m="http://schemas.openxmlformats.org/officeDocument/2006/math"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IN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IN" sz="1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IN" sz="1100" dirty="0"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: Rounded Corners 61">
                      <a:extLst>
                        <a:ext uri="{FF2B5EF4-FFF2-40B4-BE49-F238E27FC236}">
                          <a16:creationId xmlns:a16="http://schemas.microsoft.com/office/drawing/2014/main" id="{14E7D5FB-45A8-4D85-ACEB-FA96AE14EA9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97661" y="6177950"/>
                      <a:ext cx="1985417" cy="562245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308A963-CB19-45CC-8860-A175B389BC4A}"/>
                    </a:ext>
                  </a:extLst>
                </p:cNvPr>
                <p:cNvSpPr txBox="1"/>
                <p:nvPr/>
              </p:nvSpPr>
              <p:spPr>
                <a:xfrm rot="16200000">
                  <a:off x="1788315" y="6210856"/>
                  <a:ext cx="1211080" cy="5183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200">
                      <a:solidFill>
                        <a:schemeClr val="accent6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100" dirty="0">
                      <a:solidFill>
                        <a:srgbClr val="FF0000"/>
                      </a:solidFill>
                    </a:rPr>
                    <a:t>Untrusted </a:t>
                  </a:r>
                </a:p>
                <a:p>
                  <a:r>
                    <a:rPr lang="en-IN" sz="1100" dirty="0">
                      <a:solidFill>
                        <a:srgbClr val="FF0000"/>
                      </a:solidFill>
                    </a:rPr>
                    <a:t>Tasks</a:t>
                  </a:r>
                </a:p>
              </p:txBody>
            </p:sp>
          </p:grp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7713AC1-F40B-412F-9D79-52C370DB7D1F}"/>
                  </a:ext>
                </a:extLst>
              </p:cNvPr>
              <p:cNvSpPr/>
              <p:nvPr/>
            </p:nvSpPr>
            <p:spPr>
              <a:xfrm>
                <a:off x="2324066" y="2358132"/>
                <a:ext cx="1595423" cy="652753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1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11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System Specification corresponding to trusted control tasks</a:t>
                </a:r>
              </a:p>
              <a:p>
                <a:pPr algn="ctr"/>
                <a:r>
                  <a:rPr lang="en-IN" sz="1100" dirty="0">
                    <a:ea typeface="Cambria Math" panose="02040503050406030204" pitchFamily="18" charset="0"/>
                  </a:rPr>
                  <a:t>             </a:t>
                </a:r>
                <a:endParaRPr lang="en-IN" sz="11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46C428D-1CAA-4E51-8115-2794C476133D}"/>
                </a:ext>
              </a:extLst>
            </p:cNvPr>
            <p:cNvGrpSpPr/>
            <p:nvPr/>
          </p:nvGrpSpPr>
          <p:grpSpPr>
            <a:xfrm>
              <a:off x="4174629" y="1798950"/>
              <a:ext cx="1548154" cy="1983476"/>
              <a:chOff x="4174629" y="1798950"/>
              <a:chExt cx="1548154" cy="2047392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DF508AC-3417-458E-B807-664573432A11}"/>
                  </a:ext>
                </a:extLst>
              </p:cNvPr>
              <p:cNvSpPr/>
              <p:nvPr/>
            </p:nvSpPr>
            <p:spPr>
              <a:xfrm>
                <a:off x="4276768" y="1798950"/>
                <a:ext cx="1446015" cy="1983476"/>
              </a:xfrm>
              <a:prstGeom prst="roundRect">
                <a:avLst>
                  <a:gd name="adj" fmla="val 1673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6ADAFC4-0FEE-473D-A88F-E998DC8826D8}"/>
                      </a:ext>
                    </a:extLst>
                  </p:cNvPr>
                  <p:cNvSpPr txBox="1"/>
                  <p:nvPr/>
                </p:nvSpPr>
                <p:spPr>
                  <a:xfrm>
                    <a:off x="4174629" y="1837587"/>
                    <a:ext cx="1547060" cy="20087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1400" dirty="0"/>
                      <a:t>Deriving set of switchable periodicities for control tasks to maintain system stability </a:t>
                    </a:r>
                  </a:p>
                  <a:p>
                    <a:endParaRPr lang="en-IN" sz="1400" b="0" dirty="0"/>
                  </a:p>
                  <a:p>
                    <a:r>
                      <a:rPr lang="en-IN" sz="1200" b="0" i="1" dirty="0"/>
                      <a:t>Task m</a:t>
                    </a:r>
                    <a14:m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IN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</m:sub>
                        </m:sSub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..)</m:t>
                        </m:r>
                      </m:oMath>
                    </a14:m>
                    <a:endParaRPr lang="en-IN" sz="1200" b="0" i="1" dirty="0"/>
                  </a:p>
                  <a:p>
                    <a:endParaRPr lang="en-IN" sz="14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06956C45-99E2-4DF1-9378-6DFD8496F8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4629" y="1837587"/>
                    <a:ext cx="1547060" cy="200875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94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55876E-6F10-4285-932B-33305CF51B75}"/>
                </a:ext>
              </a:extLst>
            </p:cNvPr>
            <p:cNvGrpSpPr/>
            <p:nvPr/>
          </p:nvGrpSpPr>
          <p:grpSpPr>
            <a:xfrm>
              <a:off x="8444627" y="1766640"/>
              <a:ext cx="2262551" cy="1126599"/>
              <a:chOff x="8479260" y="630894"/>
              <a:chExt cx="2262551" cy="1126599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C219021-2132-47EA-87D8-5F3BF8D97DA7}"/>
                  </a:ext>
                </a:extLst>
              </p:cNvPr>
              <p:cNvSpPr/>
              <p:nvPr/>
            </p:nvSpPr>
            <p:spPr>
              <a:xfrm>
                <a:off x="8479260" y="630894"/>
                <a:ext cx="2224817" cy="1126599"/>
              </a:xfrm>
              <a:prstGeom prst="roundRect">
                <a:avLst>
                  <a:gd name="adj" fmla="val 809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39A44B-436B-48D6-B7B7-E0C64994D8B1}"/>
                  </a:ext>
                </a:extLst>
              </p:cNvPr>
              <p:cNvSpPr txBox="1"/>
              <p:nvPr/>
            </p:nvSpPr>
            <p:spPr>
              <a:xfrm>
                <a:off x="8484622" y="688069"/>
                <a:ext cx="225718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Analyse attack success probability corresponding to each victim task given a valid schedule</a:t>
                </a: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C1F1FA0-A1D9-4F2B-8BF6-AEA4B0C07552}"/>
                </a:ext>
              </a:extLst>
            </p:cNvPr>
            <p:cNvSpPr/>
            <p:nvPr/>
          </p:nvSpPr>
          <p:spPr>
            <a:xfrm>
              <a:off x="4211587" y="3888634"/>
              <a:ext cx="6994296" cy="1202372"/>
            </a:xfrm>
            <a:prstGeom prst="roundRect">
              <a:avLst>
                <a:gd name="adj" fmla="val 14815"/>
              </a:avLst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9F869CB-0E15-4ABA-943E-55601F533017}"/>
                </a:ext>
              </a:extLst>
            </p:cNvPr>
            <p:cNvSpPr/>
            <p:nvPr/>
          </p:nvSpPr>
          <p:spPr>
            <a:xfrm>
              <a:off x="4333242" y="3991241"/>
              <a:ext cx="1871663" cy="1046399"/>
            </a:xfrm>
            <a:prstGeom prst="roundRect">
              <a:avLst>
                <a:gd name="adj" fmla="val 1673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738CFF-E7BB-4347-A2B0-A6AA4C8E39F9}"/>
                </a:ext>
              </a:extLst>
            </p:cNvPr>
            <p:cNvSpPr txBox="1"/>
            <p:nvPr/>
          </p:nvSpPr>
          <p:spPr>
            <a:xfrm rot="16200000">
              <a:off x="10400648" y="4348459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1A6DBF-567F-46C9-B1AD-6AC5F2B06BBA}"/>
                </a:ext>
              </a:extLst>
            </p:cNvPr>
            <p:cNvSpPr txBox="1"/>
            <p:nvPr/>
          </p:nvSpPr>
          <p:spPr>
            <a:xfrm>
              <a:off x="4448709" y="4058993"/>
              <a:ext cx="14895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Change in Plant Residue Mean &gt; Threshold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6F1DAD5-35C6-46AF-864E-F8EBD22FFE6C}"/>
                </a:ext>
              </a:extLst>
            </p:cNvPr>
            <p:cNvGrpSpPr/>
            <p:nvPr/>
          </p:nvGrpSpPr>
          <p:grpSpPr>
            <a:xfrm>
              <a:off x="7142561" y="3949033"/>
              <a:ext cx="3770160" cy="677113"/>
              <a:chOff x="6686830" y="3974738"/>
              <a:chExt cx="1993810" cy="931917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BC462A7-7443-4D6B-B139-C5DADCE1312D}"/>
                  </a:ext>
                </a:extLst>
              </p:cNvPr>
              <p:cNvSpPr/>
              <p:nvPr/>
            </p:nvSpPr>
            <p:spPr>
              <a:xfrm>
                <a:off x="6686830" y="3974738"/>
                <a:ext cx="1935530" cy="931917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F5D37F-C8F8-4AD8-88B1-549D8911ECCF}"/>
                  </a:ext>
                </a:extLst>
              </p:cNvPr>
              <p:cNvSpPr txBox="1"/>
              <p:nvPr/>
            </p:nvSpPr>
            <p:spPr>
              <a:xfrm>
                <a:off x="6697838" y="4137090"/>
                <a:ext cx="198280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Deploy Schedule Selection Algorithm after each hyperperiod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6CF209-634E-4B6B-A8B4-85B45E3E3B43}"/>
                </a:ext>
              </a:extLst>
            </p:cNvPr>
            <p:cNvSpPr txBox="1"/>
            <p:nvPr/>
          </p:nvSpPr>
          <p:spPr>
            <a:xfrm>
              <a:off x="5525999" y="3849172"/>
              <a:ext cx="1982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Yes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F6CB752D-94F0-4F4F-93C7-6C22AF4F489F}"/>
                </a:ext>
              </a:extLst>
            </p:cNvPr>
            <p:cNvSpPr/>
            <p:nvPr/>
          </p:nvSpPr>
          <p:spPr>
            <a:xfrm>
              <a:off x="3966775" y="2700110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61F7F5E8-92FC-4E5D-B61C-6B59E6D75398}"/>
                </a:ext>
              </a:extLst>
            </p:cNvPr>
            <p:cNvSpPr/>
            <p:nvPr/>
          </p:nvSpPr>
          <p:spPr>
            <a:xfrm>
              <a:off x="5659616" y="2324648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60870F2-447D-40C5-BBFD-6861F9D8B38D}"/>
                </a:ext>
              </a:extLst>
            </p:cNvPr>
            <p:cNvSpPr/>
            <p:nvPr/>
          </p:nvSpPr>
          <p:spPr>
            <a:xfrm rot="5400000">
              <a:off x="9115344" y="2833480"/>
              <a:ext cx="323203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95F143D5-E7E1-46A1-A3F9-41F12810CA9F}"/>
                </a:ext>
              </a:extLst>
            </p:cNvPr>
            <p:cNvSpPr/>
            <p:nvPr/>
          </p:nvSpPr>
          <p:spPr>
            <a:xfrm>
              <a:off x="8187224" y="2166530"/>
              <a:ext cx="329022" cy="2926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A9823F-8001-4829-93E9-71AE3E024AEC}"/>
                </a:ext>
              </a:extLst>
            </p:cNvPr>
            <p:cNvSpPr txBox="1"/>
            <p:nvPr/>
          </p:nvSpPr>
          <p:spPr>
            <a:xfrm>
              <a:off x="5572039" y="4585903"/>
              <a:ext cx="19828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dirty="0"/>
                <a:t>No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36C829E-D36C-4B54-9A00-937AC963DADF}"/>
                </a:ext>
              </a:extLst>
            </p:cNvPr>
            <p:cNvGrpSpPr/>
            <p:nvPr/>
          </p:nvGrpSpPr>
          <p:grpSpPr>
            <a:xfrm>
              <a:off x="7150340" y="4708174"/>
              <a:ext cx="3762379" cy="329468"/>
              <a:chOff x="6587823" y="3970330"/>
              <a:chExt cx="1989695" cy="453449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F5FA5AB8-AFD6-47DF-9273-25943C5BDC1C}"/>
                  </a:ext>
                </a:extLst>
              </p:cNvPr>
              <p:cNvSpPr/>
              <p:nvPr/>
            </p:nvSpPr>
            <p:spPr>
              <a:xfrm>
                <a:off x="6587823" y="4000183"/>
                <a:ext cx="1935530" cy="423596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82B3DD-4FC8-43ED-BEA9-58C4AE33995D}"/>
                  </a:ext>
                </a:extLst>
              </p:cNvPr>
              <p:cNvSpPr txBox="1"/>
              <p:nvPr/>
            </p:nvSpPr>
            <p:spPr>
              <a:xfrm>
                <a:off x="6594716" y="3970330"/>
                <a:ext cx="1982802" cy="423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dirty="0"/>
                  <a:t>Execute in fixed-priority sampling period</a:t>
                </a:r>
              </a:p>
            </p:txBody>
          </p:sp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564C548C-0F6C-4837-8BE7-C8BEAFDB916C}"/>
                </a:ext>
              </a:extLst>
            </p:cNvPr>
            <p:cNvSpPr/>
            <p:nvPr/>
          </p:nvSpPr>
          <p:spPr>
            <a:xfrm>
              <a:off x="6162371" y="4790090"/>
              <a:ext cx="1141705" cy="22975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6558BBA3-CFFF-40C3-A867-CF7A5AB50385}"/>
                </a:ext>
              </a:extLst>
            </p:cNvPr>
            <p:cNvSpPr/>
            <p:nvPr/>
          </p:nvSpPr>
          <p:spPr>
            <a:xfrm>
              <a:off x="6204905" y="4155369"/>
              <a:ext cx="943819" cy="184863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68177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54B391-080C-4A97-9355-636D04BE1CB9}"/>
              </a:ext>
            </a:extLst>
          </p:cNvPr>
          <p:cNvSpPr/>
          <p:nvPr/>
        </p:nvSpPr>
        <p:spPr>
          <a:xfrm>
            <a:off x="2138970" y="910555"/>
            <a:ext cx="2030816" cy="6984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D0C7E-B177-4A39-A341-8F64CD42298C}"/>
              </a:ext>
            </a:extLst>
          </p:cNvPr>
          <p:cNvSpPr/>
          <p:nvPr/>
        </p:nvSpPr>
        <p:spPr>
          <a:xfrm>
            <a:off x="5104205" y="1580430"/>
            <a:ext cx="2534047" cy="25157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F5C6BA-AA05-4158-922D-21B22E892DD1}"/>
              </a:ext>
            </a:extLst>
          </p:cNvPr>
          <p:cNvSpPr/>
          <p:nvPr/>
        </p:nvSpPr>
        <p:spPr>
          <a:xfrm>
            <a:off x="5104203" y="863320"/>
            <a:ext cx="2542217" cy="7104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99A52E-F789-4580-8747-636AE373D3CB}"/>
              </a:ext>
            </a:extLst>
          </p:cNvPr>
          <p:cNvSpPr/>
          <p:nvPr/>
        </p:nvSpPr>
        <p:spPr>
          <a:xfrm>
            <a:off x="4069263" y="1354252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F3F001-2B83-41A8-9CC5-492047E492D0}"/>
              </a:ext>
            </a:extLst>
          </p:cNvPr>
          <p:cNvCxnSpPr>
            <a:cxnSpLocks/>
          </p:cNvCxnSpPr>
          <p:nvPr/>
        </p:nvCxnSpPr>
        <p:spPr>
          <a:xfrm>
            <a:off x="4069261" y="1095621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5DCE6E-750D-4066-877E-E547EFB91008}"/>
              </a:ext>
            </a:extLst>
          </p:cNvPr>
          <p:cNvSpPr/>
          <p:nvPr/>
        </p:nvSpPr>
        <p:spPr>
          <a:xfrm>
            <a:off x="3274563" y="1202327"/>
            <a:ext cx="1572065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30DA2C-6398-4BFD-84C8-BD437A29B729}"/>
              </a:ext>
            </a:extLst>
          </p:cNvPr>
          <p:cNvCxnSpPr>
            <a:cxnSpLocks/>
          </p:cNvCxnSpPr>
          <p:nvPr/>
        </p:nvCxnSpPr>
        <p:spPr>
          <a:xfrm>
            <a:off x="4069261" y="1445192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3B607DE-D935-488F-A9B5-14418AA53923}"/>
              </a:ext>
            </a:extLst>
          </p:cNvPr>
          <p:cNvSpPr txBox="1"/>
          <p:nvPr/>
        </p:nvSpPr>
        <p:spPr>
          <a:xfrm>
            <a:off x="2946922" y="1071002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0D8F9-340A-427B-A0ED-02C184BBA329}"/>
              </a:ext>
            </a:extLst>
          </p:cNvPr>
          <p:cNvSpPr txBox="1"/>
          <p:nvPr/>
        </p:nvSpPr>
        <p:spPr>
          <a:xfrm>
            <a:off x="2939864" y="1401709"/>
            <a:ext cx="398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F1463D-E38B-4F8F-9043-3412798958D8}"/>
              </a:ext>
            </a:extLst>
          </p:cNvPr>
          <p:cNvCxnSpPr>
            <a:cxnSpLocks/>
          </p:cNvCxnSpPr>
          <p:nvPr/>
        </p:nvCxnSpPr>
        <p:spPr>
          <a:xfrm>
            <a:off x="4850793" y="860058"/>
            <a:ext cx="0" cy="2401099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F9CE9B-7D6F-46E4-B5B4-E0E62931BDA7}"/>
              </a:ext>
            </a:extLst>
          </p:cNvPr>
          <p:cNvCxnSpPr>
            <a:cxnSpLocks/>
          </p:cNvCxnSpPr>
          <p:nvPr/>
        </p:nvCxnSpPr>
        <p:spPr>
          <a:xfrm>
            <a:off x="3282988" y="860058"/>
            <a:ext cx="0" cy="237034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C9AEFC-2B28-401C-B93B-927BE0683FCC}"/>
              </a:ext>
            </a:extLst>
          </p:cNvPr>
          <p:cNvGrpSpPr/>
          <p:nvPr/>
        </p:nvGrpSpPr>
        <p:grpSpPr>
          <a:xfrm>
            <a:off x="2813913" y="5974220"/>
            <a:ext cx="1572554" cy="218967"/>
            <a:chOff x="716351" y="4360590"/>
            <a:chExt cx="791487" cy="13982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4A30DEE-BD87-449E-9B4D-5757931BB6B2}"/>
                </a:ext>
              </a:extLst>
            </p:cNvPr>
            <p:cNvSpPr/>
            <p:nvPr/>
          </p:nvSpPr>
          <p:spPr>
            <a:xfrm>
              <a:off x="716351" y="4360590"/>
              <a:ext cx="791486" cy="13982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0F11AE9-A1A2-45FC-BF01-2720462FED32}"/>
                </a:ext>
              </a:extLst>
            </p:cNvPr>
            <p:cNvCxnSpPr>
              <a:cxnSpLocks/>
              <a:stCxn id="62" idx="0"/>
              <a:endCxn id="62" idx="2"/>
            </p:cNvCxnSpPr>
            <p:nvPr/>
          </p:nvCxnSpPr>
          <p:spPr>
            <a:xfrm>
              <a:off x="1112094" y="4360590"/>
              <a:ext cx="0" cy="139826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0913419-DEA2-4B3A-BF87-37AC70F44ECF}"/>
                </a:ext>
              </a:extLst>
            </p:cNvPr>
            <p:cNvSpPr/>
            <p:nvPr/>
          </p:nvSpPr>
          <p:spPr>
            <a:xfrm>
              <a:off x="1110163" y="4360591"/>
              <a:ext cx="397675" cy="139826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E8E5F-AC97-460E-96A0-3A4921D525BF}"/>
              </a:ext>
            </a:extLst>
          </p:cNvPr>
          <p:cNvSpPr/>
          <p:nvPr/>
        </p:nvSpPr>
        <p:spPr>
          <a:xfrm>
            <a:off x="6863989" y="1357514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F76799-2260-4D94-9309-585F88B2E969}"/>
              </a:ext>
            </a:extLst>
          </p:cNvPr>
          <p:cNvCxnSpPr>
            <a:cxnSpLocks/>
          </p:cNvCxnSpPr>
          <p:nvPr/>
        </p:nvCxnSpPr>
        <p:spPr>
          <a:xfrm>
            <a:off x="6863987" y="1098882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705C7-E3F9-4A7C-849C-45D4DCF7A5DB}"/>
              </a:ext>
            </a:extLst>
          </p:cNvPr>
          <p:cNvSpPr/>
          <p:nvPr/>
        </p:nvSpPr>
        <p:spPr>
          <a:xfrm>
            <a:off x="6077713" y="1205589"/>
            <a:ext cx="1572552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4ED2AD-0616-44F0-BB0E-087F4BBD78EF}"/>
              </a:ext>
            </a:extLst>
          </p:cNvPr>
          <p:cNvCxnSpPr>
            <a:cxnSpLocks/>
          </p:cNvCxnSpPr>
          <p:nvPr/>
        </p:nvCxnSpPr>
        <p:spPr>
          <a:xfrm>
            <a:off x="6863987" y="1448454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22D5A2-8808-4027-89B4-600802D54289}"/>
              </a:ext>
            </a:extLst>
          </p:cNvPr>
          <p:cNvSpPr txBox="1"/>
          <p:nvPr/>
        </p:nvSpPr>
        <p:spPr>
          <a:xfrm>
            <a:off x="5378401" y="1009459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777509-782B-4731-A839-5B61933B9039}"/>
              </a:ext>
            </a:extLst>
          </p:cNvPr>
          <p:cNvSpPr txBox="1"/>
          <p:nvPr/>
        </p:nvSpPr>
        <p:spPr>
          <a:xfrm>
            <a:off x="5400226" y="1341286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03A37B-93DB-415F-BDA5-C33E859E5601}"/>
              </a:ext>
            </a:extLst>
          </p:cNvPr>
          <p:cNvCxnSpPr>
            <a:cxnSpLocks/>
          </p:cNvCxnSpPr>
          <p:nvPr/>
        </p:nvCxnSpPr>
        <p:spPr>
          <a:xfrm flipH="1">
            <a:off x="7643897" y="863320"/>
            <a:ext cx="8168" cy="342032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EA294C-B017-4B34-A1E8-BC9B7DABF8CC}"/>
              </a:ext>
            </a:extLst>
          </p:cNvPr>
          <p:cNvCxnSpPr>
            <a:cxnSpLocks/>
          </p:cNvCxnSpPr>
          <p:nvPr/>
        </p:nvCxnSpPr>
        <p:spPr>
          <a:xfrm flipH="1">
            <a:off x="6060297" y="832162"/>
            <a:ext cx="13761" cy="342032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EBDA72-F38A-4B2F-BEB1-CEB76257B3E7}"/>
              </a:ext>
            </a:extLst>
          </p:cNvPr>
          <p:cNvGrpSpPr/>
          <p:nvPr/>
        </p:nvGrpSpPr>
        <p:grpSpPr>
          <a:xfrm>
            <a:off x="6067806" y="4544755"/>
            <a:ext cx="1572554" cy="218967"/>
            <a:chOff x="716351" y="4360590"/>
            <a:chExt cx="791487" cy="13982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921CDF4-5C16-4128-8724-A0592CE84DE0}"/>
                </a:ext>
              </a:extLst>
            </p:cNvPr>
            <p:cNvSpPr/>
            <p:nvPr/>
          </p:nvSpPr>
          <p:spPr>
            <a:xfrm>
              <a:off x="716351" y="4360590"/>
              <a:ext cx="791486" cy="13982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D85FC70-653F-459D-9B3D-2B24B4E54E01}"/>
                </a:ext>
              </a:extLst>
            </p:cNvPr>
            <p:cNvCxnSpPr>
              <a:cxnSpLocks/>
              <a:stCxn id="59" idx="0"/>
              <a:endCxn id="59" idx="2"/>
            </p:cNvCxnSpPr>
            <p:nvPr/>
          </p:nvCxnSpPr>
          <p:spPr>
            <a:xfrm>
              <a:off x="1112094" y="4360590"/>
              <a:ext cx="0" cy="139826"/>
            </a:xfrm>
            <a:prstGeom prst="lin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DCD69F9-8FB3-4C09-B5D1-37F7C6FAC478}"/>
                </a:ext>
              </a:extLst>
            </p:cNvPr>
            <p:cNvSpPr/>
            <p:nvPr/>
          </p:nvSpPr>
          <p:spPr>
            <a:xfrm>
              <a:off x="1110163" y="4360591"/>
              <a:ext cx="397675" cy="139826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A8528F6-E7D3-4DA9-BAE7-EF2AC39DF5B6}"/>
              </a:ext>
            </a:extLst>
          </p:cNvPr>
          <p:cNvSpPr/>
          <p:nvPr/>
        </p:nvSpPr>
        <p:spPr>
          <a:xfrm>
            <a:off x="6077711" y="1565442"/>
            <a:ext cx="1572552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BC901A-6787-4CE3-B839-6EE5C809FBE0}"/>
              </a:ext>
            </a:extLst>
          </p:cNvPr>
          <p:cNvCxnSpPr>
            <a:cxnSpLocks/>
          </p:cNvCxnSpPr>
          <p:nvPr/>
        </p:nvCxnSpPr>
        <p:spPr>
          <a:xfrm>
            <a:off x="6865070" y="1818156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C6ABCD2-9792-48BF-9B5A-2BD544D69565}"/>
              </a:ext>
            </a:extLst>
          </p:cNvPr>
          <p:cNvSpPr/>
          <p:nvPr/>
        </p:nvSpPr>
        <p:spPr>
          <a:xfrm>
            <a:off x="6065712" y="1927088"/>
            <a:ext cx="1577583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E3BE2F-F338-448B-93EC-CC305212CEBF}"/>
              </a:ext>
            </a:extLst>
          </p:cNvPr>
          <p:cNvCxnSpPr>
            <a:cxnSpLocks/>
          </p:cNvCxnSpPr>
          <p:nvPr/>
        </p:nvCxnSpPr>
        <p:spPr>
          <a:xfrm>
            <a:off x="6863983" y="2169954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FF968EC-2071-43D3-BE33-3A33F5E10179}"/>
              </a:ext>
            </a:extLst>
          </p:cNvPr>
          <p:cNvSpPr/>
          <p:nvPr/>
        </p:nvSpPr>
        <p:spPr>
          <a:xfrm>
            <a:off x="6070765" y="2290104"/>
            <a:ext cx="1572530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5AC086-673A-4487-9287-1CA123EF004B}"/>
              </a:ext>
            </a:extLst>
          </p:cNvPr>
          <p:cNvCxnSpPr>
            <a:cxnSpLocks/>
          </p:cNvCxnSpPr>
          <p:nvPr/>
        </p:nvCxnSpPr>
        <p:spPr>
          <a:xfrm>
            <a:off x="6860148" y="2532969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2438C1D-26C0-43F6-80DC-7109F29A85FB}"/>
              </a:ext>
            </a:extLst>
          </p:cNvPr>
          <p:cNvSpPr/>
          <p:nvPr/>
        </p:nvSpPr>
        <p:spPr>
          <a:xfrm>
            <a:off x="6066953" y="2651750"/>
            <a:ext cx="1573745" cy="3542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997CA2-E882-4D31-AF3A-D4E6B4BAF891}"/>
              </a:ext>
            </a:extLst>
          </p:cNvPr>
          <p:cNvCxnSpPr>
            <a:cxnSpLocks/>
          </p:cNvCxnSpPr>
          <p:nvPr/>
        </p:nvCxnSpPr>
        <p:spPr>
          <a:xfrm>
            <a:off x="6860148" y="2897952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985796C-FCE8-46C9-B2A6-76F1BDDFCB47}"/>
              </a:ext>
            </a:extLst>
          </p:cNvPr>
          <p:cNvSpPr/>
          <p:nvPr/>
        </p:nvSpPr>
        <p:spPr>
          <a:xfrm>
            <a:off x="6070765" y="3013371"/>
            <a:ext cx="1567488" cy="3594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C9069D-8559-440B-904D-FF8E48C26F5C}"/>
              </a:ext>
            </a:extLst>
          </p:cNvPr>
          <p:cNvCxnSpPr>
            <a:cxnSpLocks/>
          </p:cNvCxnSpPr>
          <p:nvPr/>
        </p:nvCxnSpPr>
        <p:spPr>
          <a:xfrm>
            <a:off x="6851988" y="3264494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Left Brace 39">
            <a:extLst>
              <a:ext uri="{FF2B5EF4-FFF2-40B4-BE49-F238E27FC236}">
                <a16:creationId xmlns:a16="http://schemas.microsoft.com/office/drawing/2014/main" id="{B501A686-7E02-4897-9CA8-76CF72115B51}"/>
              </a:ext>
            </a:extLst>
          </p:cNvPr>
          <p:cNvSpPr/>
          <p:nvPr/>
        </p:nvSpPr>
        <p:spPr>
          <a:xfrm>
            <a:off x="5715954" y="864541"/>
            <a:ext cx="311482" cy="702122"/>
          </a:xfrm>
          <a:prstGeom prst="leftBrace">
            <a:avLst>
              <a:gd name="adj1" fmla="val 27243"/>
              <a:gd name="adj2" fmla="val 539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57408A0-25F8-4352-A934-EC1948347017}"/>
              </a:ext>
            </a:extLst>
          </p:cNvPr>
          <p:cNvSpPr/>
          <p:nvPr/>
        </p:nvSpPr>
        <p:spPr>
          <a:xfrm>
            <a:off x="5715952" y="1599648"/>
            <a:ext cx="311482" cy="2481143"/>
          </a:xfrm>
          <a:prstGeom prst="leftBrace">
            <a:avLst>
              <a:gd name="adj1" fmla="val 27243"/>
              <a:gd name="adj2" fmla="val 539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FA0D1F-EA6B-448A-91DD-F105A13ABAE0}"/>
              </a:ext>
            </a:extLst>
          </p:cNvPr>
          <p:cNvSpPr/>
          <p:nvPr/>
        </p:nvSpPr>
        <p:spPr>
          <a:xfrm>
            <a:off x="6059695" y="3375128"/>
            <a:ext cx="1578567" cy="36162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2C364D-894E-4BA3-8027-AE9258947DAA}"/>
              </a:ext>
            </a:extLst>
          </p:cNvPr>
          <p:cNvCxnSpPr>
            <a:cxnSpLocks/>
          </p:cNvCxnSpPr>
          <p:nvPr/>
        </p:nvCxnSpPr>
        <p:spPr>
          <a:xfrm>
            <a:off x="6850246" y="3625063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3EF0392-CEDB-43AE-A883-DDE7E6D02911}"/>
              </a:ext>
            </a:extLst>
          </p:cNvPr>
          <p:cNvSpPr txBox="1"/>
          <p:nvPr/>
        </p:nvSpPr>
        <p:spPr>
          <a:xfrm>
            <a:off x="5408183" y="1745151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404484-FC65-4315-A7C0-62EFB9170CAA}"/>
              </a:ext>
            </a:extLst>
          </p:cNvPr>
          <p:cNvSpPr txBox="1"/>
          <p:nvPr/>
        </p:nvSpPr>
        <p:spPr>
          <a:xfrm>
            <a:off x="5405398" y="2103294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51C464-BC4C-489B-9946-561BEA2A189D}"/>
              </a:ext>
            </a:extLst>
          </p:cNvPr>
          <p:cNvSpPr txBox="1"/>
          <p:nvPr/>
        </p:nvSpPr>
        <p:spPr>
          <a:xfrm>
            <a:off x="5413178" y="2504114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36EF2B-E5C8-4FEA-8925-492006DA0B2A}"/>
              </a:ext>
            </a:extLst>
          </p:cNvPr>
          <p:cNvSpPr txBox="1"/>
          <p:nvPr/>
        </p:nvSpPr>
        <p:spPr>
          <a:xfrm>
            <a:off x="5418926" y="2875463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29174E-5789-4031-836C-94370DE31842}"/>
              </a:ext>
            </a:extLst>
          </p:cNvPr>
          <p:cNvSpPr txBox="1"/>
          <p:nvPr/>
        </p:nvSpPr>
        <p:spPr>
          <a:xfrm>
            <a:off x="5414690" y="3206302"/>
            <a:ext cx="728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ACE14C-5D74-4190-85CF-565834706EE7}"/>
              </a:ext>
            </a:extLst>
          </p:cNvPr>
          <p:cNvSpPr txBox="1"/>
          <p:nvPr/>
        </p:nvSpPr>
        <p:spPr>
          <a:xfrm rot="16200000">
            <a:off x="4630579" y="742757"/>
            <a:ext cx="1282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 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AEB08D-7BA7-4531-A59D-289D007FEC7A}"/>
              </a:ext>
            </a:extLst>
          </p:cNvPr>
          <p:cNvSpPr txBox="1"/>
          <p:nvPr/>
        </p:nvSpPr>
        <p:spPr>
          <a:xfrm rot="16200000">
            <a:off x="4605030" y="2595609"/>
            <a:ext cx="1282897" cy="26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B674B1-09B2-4E26-8F4F-7BAD1AC3F487}"/>
              </a:ext>
            </a:extLst>
          </p:cNvPr>
          <p:cNvSpPr txBox="1"/>
          <p:nvPr/>
        </p:nvSpPr>
        <p:spPr>
          <a:xfrm>
            <a:off x="5405398" y="3543684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A56679-650F-4DAD-8848-86E53C83AEE6}"/>
              </a:ext>
            </a:extLst>
          </p:cNvPr>
          <p:cNvSpPr/>
          <p:nvPr/>
        </p:nvSpPr>
        <p:spPr>
          <a:xfrm>
            <a:off x="6074660" y="2078043"/>
            <a:ext cx="787762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B0BFC7-5F59-4DF7-9BC9-ABE7AAEC64A2}"/>
              </a:ext>
            </a:extLst>
          </p:cNvPr>
          <p:cNvSpPr/>
          <p:nvPr/>
        </p:nvSpPr>
        <p:spPr>
          <a:xfrm>
            <a:off x="6054060" y="3734590"/>
            <a:ext cx="1584192" cy="3616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6176A9-AF27-4079-BE15-B0FD4852DBBE}"/>
              </a:ext>
            </a:extLst>
          </p:cNvPr>
          <p:cNvCxnSpPr>
            <a:cxnSpLocks/>
          </p:cNvCxnSpPr>
          <p:nvPr/>
        </p:nvCxnSpPr>
        <p:spPr>
          <a:xfrm>
            <a:off x="6850246" y="3989505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7C95AB1-BB96-46AD-9B85-4CE5ABE117BC}"/>
              </a:ext>
            </a:extLst>
          </p:cNvPr>
          <p:cNvSpPr txBox="1"/>
          <p:nvPr/>
        </p:nvSpPr>
        <p:spPr>
          <a:xfrm>
            <a:off x="5413178" y="3843416"/>
            <a:ext cx="927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05FE4B-7320-4C20-AC0F-59E0737780C9}"/>
              </a:ext>
            </a:extLst>
          </p:cNvPr>
          <p:cNvSpPr/>
          <p:nvPr/>
        </p:nvSpPr>
        <p:spPr>
          <a:xfrm>
            <a:off x="6858086" y="2438078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A448E5-4F38-455D-A98B-85AFE31FB7E1}"/>
              </a:ext>
            </a:extLst>
          </p:cNvPr>
          <p:cNvSpPr/>
          <p:nvPr/>
        </p:nvSpPr>
        <p:spPr>
          <a:xfrm>
            <a:off x="6067804" y="3523169"/>
            <a:ext cx="778595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7B9BE3-65E9-4E05-96D6-97628662CA88}"/>
              </a:ext>
            </a:extLst>
          </p:cNvPr>
          <p:cNvSpPr txBox="1"/>
          <p:nvPr/>
        </p:nvSpPr>
        <p:spPr>
          <a:xfrm>
            <a:off x="7875930" y="2947968"/>
            <a:ext cx="1712042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02742-F92C-4781-A028-EF40FBD92092}"/>
              </a:ext>
            </a:extLst>
          </p:cNvPr>
          <p:cNvSpPr txBox="1"/>
          <p:nvPr/>
        </p:nvSpPr>
        <p:spPr>
          <a:xfrm>
            <a:off x="2954474" y="143392"/>
            <a:ext cx="1561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1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is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C8F69-0BC8-42FF-B30D-B7AA86D2386E}"/>
              </a:ext>
            </a:extLst>
          </p:cNvPr>
          <p:cNvSpPr txBox="1"/>
          <p:nvPr/>
        </p:nvSpPr>
        <p:spPr>
          <a:xfrm>
            <a:off x="5097503" y="469255"/>
            <a:ext cx="2668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1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a hyperperiod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E8684-F091-42E3-895F-D95AE01E0CFF}"/>
              </a:ext>
            </a:extLst>
          </p:cNvPr>
          <p:cNvSpPr/>
          <p:nvPr/>
        </p:nvSpPr>
        <p:spPr>
          <a:xfrm>
            <a:off x="6066953" y="4543202"/>
            <a:ext cx="790115" cy="218965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8ADCD8-E881-456A-9524-895F16D29FC7}"/>
              </a:ext>
            </a:extLst>
          </p:cNvPr>
          <p:cNvSpPr txBox="1"/>
          <p:nvPr/>
        </p:nvSpPr>
        <p:spPr>
          <a:xfrm>
            <a:off x="9524469" y="2600756"/>
            <a:ext cx="213573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Observations: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Attacker uses finds out that victim periodically arrives at first slot (</a:t>
            </a:r>
            <a:r>
              <a:rPr lang="en-US" sz="1500" i="1" dirty="0">
                <a:latin typeface="Cambria" panose="02040503050406030204" pitchFamily="18" charset="0"/>
                <a:ea typeface="Cambria" panose="02040503050406030204" pitchFamily="18" charset="0"/>
              </a:rPr>
              <a:t>since attacker does not execute there even once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Since the attacker task executes at both the columns, it confuses the attacker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98E35-58F1-47C8-A6A4-ECA6D0DD68DE}"/>
              </a:ext>
            </a:extLst>
          </p:cNvPr>
          <p:cNvSpPr txBox="1"/>
          <p:nvPr/>
        </p:nvSpPr>
        <p:spPr>
          <a:xfrm>
            <a:off x="2879450" y="6294571"/>
            <a:ext cx="1712042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B9F277-CDAA-4E31-BC6A-D7943E297261}"/>
              </a:ext>
            </a:extLst>
          </p:cNvPr>
          <p:cNvSpPr/>
          <p:nvPr/>
        </p:nvSpPr>
        <p:spPr>
          <a:xfrm>
            <a:off x="4070039" y="2051429"/>
            <a:ext cx="772927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55BDF6D-34E1-4FB3-AB43-F828C9A72FF8}"/>
              </a:ext>
            </a:extLst>
          </p:cNvPr>
          <p:cNvCxnSpPr>
            <a:cxnSpLocks/>
          </p:cNvCxnSpPr>
          <p:nvPr/>
        </p:nvCxnSpPr>
        <p:spPr>
          <a:xfrm>
            <a:off x="4070037" y="1792798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97D0CCB7-7673-4287-8F32-6264D5F07C78}"/>
              </a:ext>
            </a:extLst>
          </p:cNvPr>
          <p:cNvSpPr/>
          <p:nvPr/>
        </p:nvSpPr>
        <p:spPr>
          <a:xfrm>
            <a:off x="3283763" y="1899504"/>
            <a:ext cx="1565677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BF2C1A-D42C-404E-83F8-5D97C13B3368}"/>
              </a:ext>
            </a:extLst>
          </p:cNvPr>
          <p:cNvSpPr/>
          <p:nvPr/>
        </p:nvSpPr>
        <p:spPr>
          <a:xfrm>
            <a:off x="4064188" y="2728398"/>
            <a:ext cx="782440" cy="2084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D6D7A56-A6BC-4BF8-B1D9-B5FCE0780728}"/>
              </a:ext>
            </a:extLst>
          </p:cNvPr>
          <p:cNvCxnSpPr>
            <a:cxnSpLocks/>
          </p:cNvCxnSpPr>
          <p:nvPr/>
        </p:nvCxnSpPr>
        <p:spPr>
          <a:xfrm>
            <a:off x="4064186" y="2474791"/>
            <a:ext cx="0" cy="106706"/>
          </a:xfrm>
          <a:prstGeom prst="lin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9EB7624E-B05F-4745-8462-FAF3ECDB4FD9}"/>
              </a:ext>
            </a:extLst>
          </p:cNvPr>
          <p:cNvSpPr/>
          <p:nvPr/>
        </p:nvSpPr>
        <p:spPr>
          <a:xfrm>
            <a:off x="3275844" y="2581497"/>
            <a:ext cx="1572551" cy="3594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6FBF90-63FF-40D7-B579-900D8E282A26}"/>
              </a:ext>
            </a:extLst>
          </p:cNvPr>
          <p:cNvSpPr txBox="1"/>
          <p:nvPr/>
        </p:nvSpPr>
        <p:spPr>
          <a:xfrm>
            <a:off x="2937137" y="1732403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E1E38A-3689-4BA3-AEFB-F3A9DDF46D67}"/>
              </a:ext>
            </a:extLst>
          </p:cNvPr>
          <p:cNvSpPr txBox="1"/>
          <p:nvPr/>
        </p:nvSpPr>
        <p:spPr>
          <a:xfrm>
            <a:off x="2938040" y="2103294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DF53FF-19D3-47E0-831B-085C142BCEC9}"/>
              </a:ext>
            </a:extLst>
          </p:cNvPr>
          <p:cNvSpPr txBox="1"/>
          <p:nvPr/>
        </p:nvSpPr>
        <p:spPr>
          <a:xfrm>
            <a:off x="2927858" y="2449690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734BCC-E184-4DB8-B865-744532214B81}"/>
              </a:ext>
            </a:extLst>
          </p:cNvPr>
          <p:cNvSpPr txBox="1"/>
          <p:nvPr/>
        </p:nvSpPr>
        <p:spPr>
          <a:xfrm>
            <a:off x="2859504" y="2796692"/>
            <a:ext cx="519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</p:spTree>
    <p:extLst>
      <p:ext uri="{BB962C8B-B14F-4D97-AF65-F5344CB8AC3E}">
        <p14:creationId xmlns:p14="http://schemas.microsoft.com/office/powerpoint/2010/main" val="4000304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A03C3D6-33E1-46D6-A540-D7771850BF5F}"/>
              </a:ext>
            </a:extLst>
          </p:cNvPr>
          <p:cNvSpPr/>
          <p:nvPr/>
        </p:nvSpPr>
        <p:spPr>
          <a:xfrm>
            <a:off x="1571946" y="595431"/>
            <a:ext cx="8137132" cy="4895507"/>
          </a:xfrm>
          <a:prstGeom prst="roundRect">
            <a:avLst>
              <a:gd name="adj" fmla="val 5375"/>
            </a:avLst>
          </a:prstGeom>
          <a:solidFill>
            <a:srgbClr val="FAF7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7D74EE74-6E3D-4C67-BB8F-D6B496D1D367}"/>
              </a:ext>
            </a:extLst>
          </p:cNvPr>
          <p:cNvSpPr/>
          <p:nvPr/>
        </p:nvSpPr>
        <p:spPr>
          <a:xfrm flipH="1">
            <a:off x="1772127" y="2948482"/>
            <a:ext cx="3819094" cy="8498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7A10EF7-EF93-4CC8-B4A2-1757ABE7ECF4}"/>
              </a:ext>
            </a:extLst>
          </p:cNvPr>
          <p:cNvSpPr/>
          <p:nvPr/>
        </p:nvSpPr>
        <p:spPr>
          <a:xfrm flipH="1">
            <a:off x="1772129" y="2066651"/>
            <a:ext cx="3819093" cy="881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06689A9-D9AB-431A-9338-661B0791D2EB}"/>
              </a:ext>
            </a:extLst>
          </p:cNvPr>
          <p:cNvSpPr/>
          <p:nvPr/>
        </p:nvSpPr>
        <p:spPr>
          <a:xfrm flipH="1">
            <a:off x="1772132" y="1224875"/>
            <a:ext cx="3819093" cy="8520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DF86F2-FB6E-4124-A1E5-D34A7FE86692}"/>
              </a:ext>
            </a:extLst>
          </p:cNvPr>
          <p:cNvSpPr/>
          <p:nvPr/>
        </p:nvSpPr>
        <p:spPr>
          <a:xfrm>
            <a:off x="5781599" y="2066652"/>
            <a:ext cx="3760465" cy="25777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5BF52D8-1197-4882-9BD2-C4B700D36834}"/>
              </a:ext>
            </a:extLst>
          </p:cNvPr>
          <p:cNvSpPr/>
          <p:nvPr/>
        </p:nvSpPr>
        <p:spPr>
          <a:xfrm>
            <a:off x="5781600" y="1169654"/>
            <a:ext cx="3768967" cy="9066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7D47F8-80D4-4FD2-AA33-59C10C58498B}"/>
              </a:ext>
            </a:extLst>
          </p:cNvPr>
          <p:cNvGraphicFramePr>
            <a:graphicFrameLocks noGrp="1"/>
          </p:cNvGraphicFramePr>
          <p:nvPr/>
        </p:nvGraphicFramePr>
        <p:xfrm>
          <a:off x="2771610" y="1216793"/>
          <a:ext cx="2824812" cy="301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80BAFA0D-D6FE-488F-A7E3-5DDA1CE6CB00}"/>
              </a:ext>
            </a:extLst>
          </p:cNvPr>
          <p:cNvSpPr txBox="1"/>
          <p:nvPr/>
        </p:nvSpPr>
        <p:spPr>
          <a:xfrm>
            <a:off x="2236520" y="1367062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26302D-1F7A-450A-831A-174E84B21EB2}"/>
              </a:ext>
            </a:extLst>
          </p:cNvPr>
          <p:cNvSpPr txBox="1"/>
          <p:nvPr/>
        </p:nvSpPr>
        <p:spPr>
          <a:xfrm rot="16200000">
            <a:off x="5605839" y="1353643"/>
            <a:ext cx="806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D8403D-08E2-47B3-930D-EF27FB172538}"/>
              </a:ext>
            </a:extLst>
          </p:cNvPr>
          <p:cNvSpPr txBox="1"/>
          <p:nvPr/>
        </p:nvSpPr>
        <p:spPr>
          <a:xfrm rot="16200000">
            <a:off x="1346128" y="1164333"/>
            <a:ext cx="12828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EC6DB11-3C68-40C7-9D5B-1A718D27F25D}"/>
              </a:ext>
            </a:extLst>
          </p:cNvPr>
          <p:cNvSpPr txBox="1"/>
          <p:nvPr/>
        </p:nvSpPr>
        <p:spPr>
          <a:xfrm>
            <a:off x="2794874" y="3855336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EC3D2D7-7D81-468C-BE66-9D643F4DB2B6}"/>
              </a:ext>
            </a:extLst>
          </p:cNvPr>
          <p:cNvSpPr txBox="1"/>
          <p:nvPr/>
        </p:nvSpPr>
        <p:spPr>
          <a:xfrm>
            <a:off x="3039002" y="624904"/>
            <a:ext cx="218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is 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96B0DEF-7E98-416C-858E-3523A4DE1125}"/>
              </a:ext>
            </a:extLst>
          </p:cNvPr>
          <p:cNvSpPr txBox="1"/>
          <p:nvPr/>
        </p:nvSpPr>
        <p:spPr>
          <a:xfrm>
            <a:off x="5892985" y="595431"/>
            <a:ext cx="384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one hyperperiod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7D2178-280A-4B6C-AC57-B1A4A121B5AD}"/>
              </a:ext>
            </a:extLst>
          </p:cNvPr>
          <p:cNvSpPr txBox="1"/>
          <p:nvPr/>
        </p:nvSpPr>
        <p:spPr>
          <a:xfrm>
            <a:off x="12367877" y="3465052"/>
            <a:ext cx="213573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Observations: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Attacker uses finds out that victim periodically arrives at first slot (</a:t>
            </a:r>
            <a:r>
              <a:rPr lang="en-US" sz="1500" i="1" dirty="0">
                <a:latin typeface="Cambria" panose="02040503050406030204" pitchFamily="18" charset="0"/>
                <a:ea typeface="Cambria" panose="02040503050406030204" pitchFamily="18" charset="0"/>
              </a:rPr>
              <a:t>since attacker does not execute there even once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Since the attacker task executes at both the columns, it confuses the attacker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0D7AB24F-82C4-4D58-B428-A3049F6956FE}"/>
              </a:ext>
            </a:extLst>
          </p:cNvPr>
          <p:cNvGraphicFramePr>
            <a:graphicFrameLocks noGrp="1"/>
          </p:cNvGraphicFramePr>
          <p:nvPr/>
        </p:nvGraphicFramePr>
        <p:xfrm>
          <a:off x="2763638" y="4193890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80F5F7C-4AF7-4737-9D35-7F9EBC52040B}"/>
              </a:ext>
            </a:extLst>
          </p:cNvPr>
          <p:cNvCxnSpPr>
            <a:cxnSpLocks/>
          </p:cNvCxnSpPr>
          <p:nvPr/>
        </p:nvCxnSpPr>
        <p:spPr>
          <a:xfrm>
            <a:off x="4180979" y="147099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C09265E-BAA8-4806-A3AF-6885637772F0}"/>
              </a:ext>
            </a:extLst>
          </p:cNvPr>
          <p:cNvCxnSpPr>
            <a:cxnSpLocks/>
          </p:cNvCxnSpPr>
          <p:nvPr/>
        </p:nvCxnSpPr>
        <p:spPr>
          <a:xfrm>
            <a:off x="4180979" y="190529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32B39D1-C8B7-4189-AE9A-775512E2ACDC}"/>
              </a:ext>
            </a:extLst>
          </p:cNvPr>
          <p:cNvCxnSpPr>
            <a:cxnSpLocks/>
          </p:cNvCxnSpPr>
          <p:nvPr/>
        </p:nvCxnSpPr>
        <p:spPr>
          <a:xfrm>
            <a:off x="4180979" y="2334227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9E42773-534D-4DC5-9FCC-C05A9A7C22AA}"/>
              </a:ext>
            </a:extLst>
          </p:cNvPr>
          <p:cNvCxnSpPr>
            <a:cxnSpLocks/>
          </p:cNvCxnSpPr>
          <p:nvPr/>
        </p:nvCxnSpPr>
        <p:spPr>
          <a:xfrm>
            <a:off x="4180979" y="277016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6C1BE2E-305E-4614-B8AB-12C96A0D8B48}"/>
              </a:ext>
            </a:extLst>
          </p:cNvPr>
          <p:cNvCxnSpPr>
            <a:cxnSpLocks/>
          </p:cNvCxnSpPr>
          <p:nvPr/>
        </p:nvCxnSpPr>
        <p:spPr>
          <a:xfrm>
            <a:off x="4180979" y="362285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094658A-848B-497A-A1B6-0DB4C9391355}"/>
              </a:ext>
            </a:extLst>
          </p:cNvPr>
          <p:cNvCxnSpPr>
            <a:cxnSpLocks/>
          </p:cNvCxnSpPr>
          <p:nvPr/>
        </p:nvCxnSpPr>
        <p:spPr>
          <a:xfrm>
            <a:off x="4180979" y="318983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10DAF12C-125C-4B66-92EA-352B982134DF}"/>
              </a:ext>
            </a:extLst>
          </p:cNvPr>
          <p:cNvSpPr txBox="1"/>
          <p:nvPr/>
        </p:nvSpPr>
        <p:spPr>
          <a:xfrm>
            <a:off x="2226240" y="177321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51FD609-90D0-4FEB-9F15-35CEEE966D26}"/>
              </a:ext>
            </a:extLst>
          </p:cNvPr>
          <p:cNvSpPr txBox="1"/>
          <p:nvPr/>
        </p:nvSpPr>
        <p:spPr>
          <a:xfrm>
            <a:off x="2212376" y="224446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D19A91F-2CE2-441C-AA0E-4FA314288C1D}"/>
              </a:ext>
            </a:extLst>
          </p:cNvPr>
          <p:cNvSpPr txBox="1"/>
          <p:nvPr/>
        </p:nvSpPr>
        <p:spPr>
          <a:xfrm>
            <a:off x="2223137" y="26530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9D5CE8A-FD19-4B56-8C5F-51ED5A5B98B4}"/>
              </a:ext>
            </a:extLst>
          </p:cNvPr>
          <p:cNvSpPr txBox="1"/>
          <p:nvPr/>
        </p:nvSpPr>
        <p:spPr>
          <a:xfrm>
            <a:off x="2207375" y="3118618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8C905D0-6102-4114-A142-2792A3A28051}"/>
              </a:ext>
            </a:extLst>
          </p:cNvPr>
          <p:cNvSpPr txBox="1"/>
          <p:nvPr/>
        </p:nvSpPr>
        <p:spPr>
          <a:xfrm>
            <a:off x="2174905" y="3491863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93290F-1A5A-4238-9602-B83243BB6732}"/>
              </a:ext>
            </a:extLst>
          </p:cNvPr>
          <p:cNvSpPr/>
          <p:nvPr/>
        </p:nvSpPr>
        <p:spPr>
          <a:xfrm>
            <a:off x="4188124" y="1776050"/>
            <a:ext cx="1407767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DD89016-A435-4353-BFF4-AF1E6CDA9CAF}"/>
              </a:ext>
            </a:extLst>
          </p:cNvPr>
          <p:cNvSpPr/>
          <p:nvPr/>
        </p:nvSpPr>
        <p:spPr>
          <a:xfrm>
            <a:off x="4167223" y="2637174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0851DB5-E546-4D50-9B66-A94D52B0FAD8}"/>
              </a:ext>
            </a:extLst>
          </p:cNvPr>
          <p:cNvSpPr/>
          <p:nvPr/>
        </p:nvSpPr>
        <p:spPr>
          <a:xfrm>
            <a:off x="4175783" y="3496450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3D21961-DB69-4398-A8C9-6A1E65A5A590}"/>
              </a:ext>
            </a:extLst>
          </p:cNvPr>
          <p:cNvSpPr/>
          <p:nvPr/>
        </p:nvSpPr>
        <p:spPr>
          <a:xfrm>
            <a:off x="4175639" y="4197221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6A18CCC5-BCE1-4191-A4D4-DE977438C1E7}"/>
              </a:ext>
            </a:extLst>
          </p:cNvPr>
          <p:cNvGraphicFramePr>
            <a:graphicFrameLocks noGrp="1"/>
          </p:cNvGraphicFramePr>
          <p:nvPr/>
        </p:nvGraphicFramePr>
        <p:xfrm>
          <a:off x="6717783" y="1209679"/>
          <a:ext cx="2824812" cy="3878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7246728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7769888"/>
                  </a:ext>
                </a:extLst>
              </a:tr>
            </a:tbl>
          </a:graphicData>
        </a:graphic>
      </p:graphicFrame>
      <p:sp>
        <p:nvSpPr>
          <p:cNvPr id="169" name="TextBox 168">
            <a:extLst>
              <a:ext uri="{FF2B5EF4-FFF2-40B4-BE49-F238E27FC236}">
                <a16:creationId xmlns:a16="http://schemas.microsoft.com/office/drawing/2014/main" id="{39F6BD5A-BBCC-4FE5-A78F-617C5896227D}"/>
              </a:ext>
            </a:extLst>
          </p:cNvPr>
          <p:cNvSpPr txBox="1"/>
          <p:nvPr/>
        </p:nvSpPr>
        <p:spPr>
          <a:xfrm>
            <a:off x="6138074" y="1335340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387B26E-3FB1-47FB-9360-020A3CC6F76C}"/>
              </a:ext>
            </a:extLst>
          </p:cNvPr>
          <p:cNvCxnSpPr>
            <a:cxnSpLocks/>
          </p:cNvCxnSpPr>
          <p:nvPr/>
        </p:nvCxnSpPr>
        <p:spPr>
          <a:xfrm>
            <a:off x="8127152" y="146387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E84187F-AD07-4E4A-99D8-86B6871F2941}"/>
              </a:ext>
            </a:extLst>
          </p:cNvPr>
          <p:cNvCxnSpPr>
            <a:cxnSpLocks/>
          </p:cNvCxnSpPr>
          <p:nvPr/>
        </p:nvCxnSpPr>
        <p:spPr>
          <a:xfrm>
            <a:off x="8127152" y="189817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33D3FAB-F3B7-4BBD-8AAF-BFDD535387FA}"/>
              </a:ext>
            </a:extLst>
          </p:cNvPr>
          <p:cNvCxnSpPr>
            <a:cxnSpLocks/>
          </p:cNvCxnSpPr>
          <p:nvPr/>
        </p:nvCxnSpPr>
        <p:spPr>
          <a:xfrm>
            <a:off x="8127152" y="2327113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3B3AABA-86D1-4724-8A4F-88505E2D1540}"/>
              </a:ext>
            </a:extLst>
          </p:cNvPr>
          <p:cNvCxnSpPr>
            <a:cxnSpLocks/>
          </p:cNvCxnSpPr>
          <p:nvPr/>
        </p:nvCxnSpPr>
        <p:spPr>
          <a:xfrm>
            <a:off x="8127152" y="276304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7F0B44A-ED94-4E96-8BEB-72BBCE7E90F0}"/>
              </a:ext>
            </a:extLst>
          </p:cNvPr>
          <p:cNvCxnSpPr>
            <a:cxnSpLocks/>
          </p:cNvCxnSpPr>
          <p:nvPr/>
        </p:nvCxnSpPr>
        <p:spPr>
          <a:xfrm>
            <a:off x="8127152" y="361574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2BE0CA4-C836-41D6-89D1-69C100F9C690}"/>
              </a:ext>
            </a:extLst>
          </p:cNvPr>
          <p:cNvCxnSpPr>
            <a:cxnSpLocks/>
          </p:cNvCxnSpPr>
          <p:nvPr/>
        </p:nvCxnSpPr>
        <p:spPr>
          <a:xfrm>
            <a:off x="8127152" y="318271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69B1FEA7-3BFE-4C4A-A9BC-20CF2B6BFCB0}"/>
              </a:ext>
            </a:extLst>
          </p:cNvPr>
          <p:cNvSpPr txBox="1"/>
          <p:nvPr/>
        </p:nvSpPr>
        <p:spPr>
          <a:xfrm>
            <a:off x="6128499" y="17851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ACC1D2-1680-4BAB-9150-3075A46A3A99}"/>
              </a:ext>
            </a:extLst>
          </p:cNvPr>
          <p:cNvSpPr txBox="1"/>
          <p:nvPr/>
        </p:nvSpPr>
        <p:spPr>
          <a:xfrm>
            <a:off x="6123606" y="2174703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734EA7E-D42C-49D2-A7AF-2E3392FB6EDC}"/>
              </a:ext>
            </a:extLst>
          </p:cNvPr>
          <p:cNvSpPr txBox="1"/>
          <p:nvPr/>
        </p:nvSpPr>
        <p:spPr>
          <a:xfrm>
            <a:off x="6137453" y="258524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AF90DC2-FF20-4630-A4A1-3D2E7739E26C}"/>
              </a:ext>
            </a:extLst>
          </p:cNvPr>
          <p:cNvSpPr txBox="1"/>
          <p:nvPr/>
        </p:nvSpPr>
        <p:spPr>
          <a:xfrm>
            <a:off x="6130975" y="3016576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4309A69-E4E0-43F3-81E7-82CC8D1316C2}"/>
              </a:ext>
            </a:extLst>
          </p:cNvPr>
          <p:cNvSpPr txBox="1"/>
          <p:nvPr/>
        </p:nvSpPr>
        <p:spPr>
          <a:xfrm>
            <a:off x="6127134" y="3480784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58FF7D9-4CB8-4EBA-AD2D-47CFB0FA5A62}"/>
              </a:ext>
            </a:extLst>
          </p:cNvPr>
          <p:cNvSpPr/>
          <p:nvPr/>
        </p:nvSpPr>
        <p:spPr>
          <a:xfrm>
            <a:off x="8130083" y="1768936"/>
            <a:ext cx="141198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6D5F8A9-F8F1-4E1B-973D-7E6A7745382A}"/>
              </a:ext>
            </a:extLst>
          </p:cNvPr>
          <p:cNvSpPr/>
          <p:nvPr/>
        </p:nvSpPr>
        <p:spPr>
          <a:xfrm>
            <a:off x="6717162" y="2630986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6FAB0FF-4661-4CD9-A54D-BA58271D4B50}"/>
              </a:ext>
            </a:extLst>
          </p:cNvPr>
          <p:cNvSpPr txBox="1"/>
          <p:nvPr/>
        </p:nvSpPr>
        <p:spPr>
          <a:xfrm>
            <a:off x="6127621" y="3918747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249CC8A-52E6-4B61-B17F-74C94CD07E70}"/>
              </a:ext>
            </a:extLst>
          </p:cNvPr>
          <p:cNvSpPr txBox="1"/>
          <p:nvPr/>
        </p:nvSpPr>
        <p:spPr>
          <a:xfrm>
            <a:off x="6074976" y="4337058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DAD925C-BB74-48A0-BFA9-A7144C80F9FC}"/>
              </a:ext>
            </a:extLst>
          </p:cNvPr>
          <p:cNvCxnSpPr>
            <a:cxnSpLocks/>
          </p:cNvCxnSpPr>
          <p:nvPr/>
        </p:nvCxnSpPr>
        <p:spPr>
          <a:xfrm>
            <a:off x="8125830" y="4059201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5A149D7-0D10-48BB-8B26-82F372F4D555}"/>
              </a:ext>
            </a:extLst>
          </p:cNvPr>
          <p:cNvCxnSpPr>
            <a:cxnSpLocks/>
          </p:cNvCxnSpPr>
          <p:nvPr/>
        </p:nvCxnSpPr>
        <p:spPr>
          <a:xfrm>
            <a:off x="8130082" y="447585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7F2714DD-1CE2-4511-A3F6-9A717F735185}"/>
              </a:ext>
            </a:extLst>
          </p:cNvPr>
          <p:cNvSpPr/>
          <p:nvPr/>
        </p:nvSpPr>
        <p:spPr>
          <a:xfrm>
            <a:off x="8118079" y="3065493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9F24EA-F2FA-4D67-8B91-B5C1BF7ADBB0}"/>
              </a:ext>
            </a:extLst>
          </p:cNvPr>
          <p:cNvSpPr/>
          <p:nvPr/>
        </p:nvSpPr>
        <p:spPr>
          <a:xfrm>
            <a:off x="6718160" y="4342519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3" name="Table 192">
            <a:extLst>
              <a:ext uri="{FF2B5EF4-FFF2-40B4-BE49-F238E27FC236}">
                <a16:creationId xmlns:a16="http://schemas.microsoft.com/office/drawing/2014/main" id="{1C370581-A496-447C-BD38-88F2E1F1452E}"/>
              </a:ext>
            </a:extLst>
          </p:cNvPr>
          <p:cNvGraphicFramePr>
            <a:graphicFrameLocks noGrp="1"/>
          </p:cNvGraphicFramePr>
          <p:nvPr/>
        </p:nvGraphicFramePr>
        <p:xfrm>
          <a:off x="6717927" y="5029832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sp>
        <p:nvSpPr>
          <p:cNvPr id="194" name="Rectangle 193">
            <a:extLst>
              <a:ext uri="{FF2B5EF4-FFF2-40B4-BE49-F238E27FC236}">
                <a16:creationId xmlns:a16="http://schemas.microsoft.com/office/drawing/2014/main" id="{2BD525C3-049F-4758-82FC-FDB51DB3F969}"/>
              </a:ext>
            </a:extLst>
          </p:cNvPr>
          <p:cNvSpPr/>
          <p:nvPr/>
        </p:nvSpPr>
        <p:spPr>
          <a:xfrm>
            <a:off x="8129928" y="5033163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61990DC-9824-4005-8594-2A2CF7E01D39}"/>
              </a:ext>
            </a:extLst>
          </p:cNvPr>
          <p:cNvSpPr txBox="1"/>
          <p:nvPr/>
        </p:nvSpPr>
        <p:spPr>
          <a:xfrm rot="16200000">
            <a:off x="1644223" y="2259912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C6278EF-C23A-4B5C-B019-C1798652F646}"/>
              </a:ext>
            </a:extLst>
          </p:cNvPr>
          <p:cNvSpPr txBox="1"/>
          <p:nvPr/>
        </p:nvSpPr>
        <p:spPr>
          <a:xfrm rot="16200000">
            <a:off x="1690072" y="3164045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3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7E9F53-A568-4BAC-AAFF-72889EEE5E1D}"/>
              </a:ext>
            </a:extLst>
          </p:cNvPr>
          <p:cNvSpPr txBox="1"/>
          <p:nvPr/>
        </p:nvSpPr>
        <p:spPr>
          <a:xfrm>
            <a:off x="6792381" y="4661547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8A7986B-11E3-48A0-8A57-37064CB2E780}"/>
              </a:ext>
            </a:extLst>
          </p:cNvPr>
          <p:cNvSpPr/>
          <p:nvPr/>
        </p:nvSpPr>
        <p:spPr>
          <a:xfrm>
            <a:off x="3079443" y="4719623"/>
            <a:ext cx="47822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706780D-C166-4DAA-A684-A2542121B486}"/>
              </a:ext>
            </a:extLst>
          </p:cNvPr>
          <p:cNvCxnSpPr>
            <a:cxnSpLocks/>
          </p:cNvCxnSpPr>
          <p:nvPr/>
        </p:nvCxnSpPr>
        <p:spPr>
          <a:xfrm>
            <a:off x="3318554" y="1345958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DBE0D6C5-FCAD-44AB-96BE-393A6E7BBAFC}"/>
              </a:ext>
            </a:extLst>
          </p:cNvPr>
          <p:cNvCxnSpPr>
            <a:cxnSpLocks/>
          </p:cNvCxnSpPr>
          <p:nvPr/>
        </p:nvCxnSpPr>
        <p:spPr>
          <a:xfrm>
            <a:off x="3318554" y="2209195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0B7AFCF-1E7C-4C20-A78E-FBCF9FC150EB}"/>
              </a:ext>
            </a:extLst>
          </p:cNvPr>
          <p:cNvCxnSpPr>
            <a:cxnSpLocks/>
          </p:cNvCxnSpPr>
          <p:nvPr/>
        </p:nvCxnSpPr>
        <p:spPr>
          <a:xfrm>
            <a:off x="3318554" y="3071914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85CAB58-90E5-493D-9918-3BF9A083E63D}"/>
              </a:ext>
            </a:extLst>
          </p:cNvPr>
          <p:cNvCxnSpPr>
            <a:cxnSpLocks/>
          </p:cNvCxnSpPr>
          <p:nvPr/>
        </p:nvCxnSpPr>
        <p:spPr>
          <a:xfrm>
            <a:off x="4803018" y="476802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4A9AA43-AD38-439F-AE1A-9C5C8F230255}"/>
              </a:ext>
            </a:extLst>
          </p:cNvPr>
          <p:cNvCxnSpPr>
            <a:cxnSpLocks/>
          </p:cNvCxnSpPr>
          <p:nvPr/>
        </p:nvCxnSpPr>
        <p:spPr>
          <a:xfrm>
            <a:off x="7334037" y="136706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1A1064A-CD62-4395-AECC-CF847B20BBAD}"/>
              </a:ext>
            </a:extLst>
          </p:cNvPr>
          <p:cNvSpPr txBox="1"/>
          <p:nvPr/>
        </p:nvSpPr>
        <p:spPr>
          <a:xfrm rot="16200000">
            <a:off x="5364111" y="3088038"/>
            <a:ext cx="1231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ACCAB23-2A8A-45FD-9CFD-B43E07F7836D}"/>
              </a:ext>
            </a:extLst>
          </p:cNvPr>
          <p:cNvCxnSpPr>
            <a:cxnSpLocks/>
          </p:cNvCxnSpPr>
          <p:nvPr/>
        </p:nvCxnSpPr>
        <p:spPr>
          <a:xfrm>
            <a:off x="7388797" y="2216309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E28BD553-331A-4920-8B3E-B0DFD692C42F}"/>
              </a:ext>
            </a:extLst>
          </p:cNvPr>
          <p:cNvCxnSpPr>
            <a:cxnSpLocks/>
          </p:cNvCxnSpPr>
          <p:nvPr/>
        </p:nvCxnSpPr>
        <p:spPr>
          <a:xfrm>
            <a:off x="8815491" y="263098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0E4A3E3-26A1-4B93-AF8E-D1340AC90AC7}"/>
              </a:ext>
            </a:extLst>
          </p:cNvPr>
          <p:cNvCxnSpPr>
            <a:cxnSpLocks/>
          </p:cNvCxnSpPr>
          <p:nvPr/>
        </p:nvCxnSpPr>
        <p:spPr>
          <a:xfrm>
            <a:off x="7405298" y="3487950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CC89D7E7-D471-4A63-86DF-A53938786C65}"/>
              </a:ext>
            </a:extLst>
          </p:cNvPr>
          <p:cNvCxnSpPr>
            <a:cxnSpLocks/>
          </p:cNvCxnSpPr>
          <p:nvPr/>
        </p:nvCxnSpPr>
        <p:spPr>
          <a:xfrm>
            <a:off x="8836074" y="3909177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F24208E-1BC3-4848-A3ED-F9F0C78490B4}"/>
              </a:ext>
            </a:extLst>
          </p:cNvPr>
          <p:cNvSpPr txBox="1"/>
          <p:nvPr/>
        </p:nvSpPr>
        <p:spPr>
          <a:xfrm>
            <a:off x="2710293" y="5049718"/>
            <a:ext cx="1323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Attacker task execution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6767BF5-912A-46C8-9550-59B1D19E7471}"/>
              </a:ext>
            </a:extLst>
          </p:cNvPr>
          <p:cNvSpPr txBox="1"/>
          <p:nvPr/>
        </p:nvSpPr>
        <p:spPr>
          <a:xfrm>
            <a:off x="4126651" y="5049718"/>
            <a:ext cx="143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Arrival column of </a:t>
            </a:r>
          </a:p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victim task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519942A-91B0-48C8-BC01-8AF9E3158DB1}"/>
              </a:ext>
            </a:extLst>
          </p:cNvPr>
          <p:cNvSpPr/>
          <p:nvPr/>
        </p:nvSpPr>
        <p:spPr>
          <a:xfrm>
            <a:off x="6722680" y="5030202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E069A28-DB99-48E0-8E6B-34DF1DCAF412}"/>
              </a:ext>
            </a:extLst>
          </p:cNvPr>
          <p:cNvSpPr txBox="1"/>
          <p:nvPr/>
        </p:nvSpPr>
        <p:spPr>
          <a:xfrm>
            <a:off x="1784674" y="4614707"/>
            <a:ext cx="21881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Attacker never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arrives in 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column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01A50BE1-C299-43E5-A4F8-E40386ED55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60873" y="4344824"/>
            <a:ext cx="912154" cy="299562"/>
          </a:xfrm>
          <a:prstGeom prst="bentConnector3">
            <a:avLst>
              <a:gd name="adj1" fmla="val 10068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734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B5EEF7-5F37-4D67-8653-88A64658686F}"/>
              </a:ext>
            </a:extLst>
          </p:cNvPr>
          <p:cNvSpPr/>
          <p:nvPr/>
        </p:nvSpPr>
        <p:spPr>
          <a:xfrm>
            <a:off x="4803092" y="-26762"/>
            <a:ext cx="6994296" cy="844520"/>
          </a:xfrm>
          <a:prstGeom prst="roundRect">
            <a:avLst>
              <a:gd name="adj" fmla="val 684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D91C54C-1131-4249-8DDB-0C6F6CB1093D}"/>
              </a:ext>
            </a:extLst>
          </p:cNvPr>
          <p:cNvGrpSpPr/>
          <p:nvPr/>
        </p:nvGrpSpPr>
        <p:grpSpPr>
          <a:xfrm>
            <a:off x="1855722" y="1647939"/>
            <a:ext cx="8916195" cy="3457466"/>
            <a:chOff x="1855722" y="1647939"/>
            <a:chExt cx="8916195" cy="3457466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6BAB93D0-8DCE-484D-840D-5AC3B90C204B}"/>
                </a:ext>
              </a:extLst>
            </p:cNvPr>
            <p:cNvSpPr/>
            <p:nvPr/>
          </p:nvSpPr>
          <p:spPr>
            <a:xfrm>
              <a:off x="5795980" y="3595719"/>
              <a:ext cx="3009443" cy="1416854"/>
            </a:xfrm>
            <a:prstGeom prst="roundRect">
              <a:avLst>
                <a:gd name="adj" fmla="val 7097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7C2BA11-6FFF-4759-BD03-0EB72A522C23}"/>
                </a:ext>
              </a:extLst>
            </p:cNvPr>
            <p:cNvSpPr/>
            <p:nvPr/>
          </p:nvSpPr>
          <p:spPr>
            <a:xfrm>
              <a:off x="4278456" y="1757911"/>
              <a:ext cx="1379432" cy="1685432"/>
            </a:xfrm>
            <a:prstGeom prst="roundRect">
              <a:avLst>
                <a:gd name="adj" fmla="val 7729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E9F9D36-C884-4CE2-BC45-70883403F994}"/>
                </a:ext>
              </a:extLst>
            </p:cNvPr>
            <p:cNvSpPr/>
            <p:nvPr/>
          </p:nvSpPr>
          <p:spPr>
            <a:xfrm>
              <a:off x="1855722" y="1677606"/>
              <a:ext cx="2326729" cy="3427799"/>
            </a:xfrm>
            <a:prstGeom prst="roundRect">
              <a:avLst>
                <a:gd name="adj" fmla="val 551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CE4543-CFBB-408F-9370-63C746C6F598}"/>
                </a:ext>
              </a:extLst>
            </p:cNvPr>
            <p:cNvSpPr txBox="1"/>
            <p:nvPr/>
          </p:nvSpPr>
          <p:spPr>
            <a:xfrm rot="16200000">
              <a:off x="9757495" y="2448686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Design Time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4639C1-612C-400A-943B-221F4A11AEB2}"/>
                </a:ext>
              </a:extLst>
            </p:cNvPr>
            <p:cNvSpPr txBox="1"/>
            <p:nvPr/>
          </p:nvSpPr>
          <p:spPr>
            <a:xfrm>
              <a:off x="2000754" y="1647939"/>
              <a:ext cx="2036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47859EF-6B67-440C-9F88-8EB0FB993C7F}"/>
                </a:ext>
              </a:extLst>
            </p:cNvPr>
            <p:cNvSpPr/>
            <p:nvPr/>
          </p:nvSpPr>
          <p:spPr>
            <a:xfrm>
              <a:off x="7933990" y="2882887"/>
              <a:ext cx="2347744" cy="546113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569B0E-0CDB-40D1-BDE3-2C522914E311}"/>
                </a:ext>
              </a:extLst>
            </p:cNvPr>
            <p:cNvSpPr txBox="1"/>
            <p:nvPr/>
          </p:nvSpPr>
          <p:spPr>
            <a:xfrm>
              <a:off x="7910051" y="2865793"/>
              <a:ext cx="23935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400" b="0" dirty="0"/>
                <a:t>Store all Attack-Aware Schedules in a Look Up table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19DDC2B-412F-41C4-ADAB-07165F70D019}"/>
                </a:ext>
              </a:extLst>
            </p:cNvPr>
            <p:cNvSpPr/>
            <p:nvPr/>
          </p:nvSpPr>
          <p:spPr>
            <a:xfrm>
              <a:off x="1949144" y="2126842"/>
              <a:ext cx="2165720" cy="2140777"/>
            </a:xfrm>
            <a:prstGeom prst="roundRect">
              <a:avLst>
                <a:gd name="adj" fmla="val 5877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C3625E79-F29A-438D-B057-CA1DCD76D3A2}"/>
                    </a:ext>
                  </a:extLst>
                </p:cNvPr>
                <p:cNvSpPr/>
                <p:nvPr/>
              </p:nvSpPr>
              <p:spPr>
                <a:xfrm>
                  <a:off x="2286670" y="2189808"/>
                  <a:ext cx="1771622" cy="306789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4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IN" sz="14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        </a:t>
                  </a:r>
                  <a:endParaRPr lang="en-IN" sz="14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C3625E79-F29A-438D-B057-CA1DCD76D3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670" y="2189808"/>
                  <a:ext cx="1771622" cy="306789"/>
                </a:xfrm>
                <a:prstGeom prst="roundRect">
                  <a:avLst/>
                </a:prstGeom>
                <a:blipFill>
                  <a:blip r:embed="rId2"/>
                  <a:stretch>
                    <a:fillRect t="-5769" b="-13462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64F2F5A-C713-47B7-A5E8-F463ACE9DAA2}"/>
                    </a:ext>
                  </a:extLst>
                </p:cNvPr>
                <p:cNvSpPr txBox="1"/>
                <p:nvPr/>
              </p:nvSpPr>
              <p:spPr>
                <a:xfrm rot="16200000">
                  <a:off x="1137033" y="2937355"/>
                  <a:ext cx="192880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 Task Set </a:t>
                  </a:r>
                  <a14:m>
                    <m:oMath xmlns:m="http://schemas.openxmlformats.org/officeDocument/2006/math">
                      <m:r>
                        <a:rPr lang="en-I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64F2F5A-C713-47B7-A5E8-F463ACE9D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37033" y="2937355"/>
                  <a:ext cx="1928801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3922" r="-1764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1E50FD0-FB0B-449C-8A76-8DBDC03CE04B}"/>
                </a:ext>
              </a:extLst>
            </p:cNvPr>
            <p:cNvGrpSpPr/>
            <p:nvPr/>
          </p:nvGrpSpPr>
          <p:grpSpPr>
            <a:xfrm>
              <a:off x="1962103" y="4297286"/>
              <a:ext cx="2174796" cy="715287"/>
              <a:chOff x="1664531" y="5400661"/>
              <a:chExt cx="2174796" cy="729474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2D50496F-A13A-4E61-A779-857973C66DA7}"/>
                  </a:ext>
                </a:extLst>
              </p:cNvPr>
              <p:cNvSpPr/>
              <p:nvPr/>
            </p:nvSpPr>
            <p:spPr>
              <a:xfrm>
                <a:off x="1664531" y="5400661"/>
                <a:ext cx="2168091" cy="729474"/>
              </a:xfrm>
              <a:prstGeom prst="roundRect">
                <a:avLst>
                  <a:gd name="adj" fmla="val 11084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A400A23C-E1DD-44F0-B31A-A423EEB28CC5}"/>
                      </a:ext>
                    </a:extLst>
                  </p:cNvPr>
                  <p:cNvSpPr/>
                  <p:nvPr/>
                </p:nvSpPr>
                <p:spPr>
                  <a:xfrm>
                    <a:off x="1923309" y="5708620"/>
                    <a:ext cx="1650533" cy="285005"/>
                  </a:xfrm>
                  <a:prstGeom prst="round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16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Task n</a:t>
                    </a:r>
                    <a14:m>
                      <m:oMath xmlns:m="http://schemas.openxmlformats.org/officeDocument/2006/math">
                        <m:r>
                          <a:rPr lang="en-IN" sz="16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16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16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sz="16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A400A23C-E1DD-44F0-B31A-A423EEB28C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3309" y="5708620"/>
                    <a:ext cx="1650533" cy="285005"/>
                  </a:xfrm>
                  <a:prstGeom prst="roundRect">
                    <a:avLst/>
                  </a:prstGeom>
                  <a:blipFill>
                    <a:blip r:embed="rId4"/>
                    <a:stretch>
                      <a:fillRect t="-17021" b="-34043"/>
                    </a:stretch>
                  </a:blipFill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86A84C0-97C5-4B85-89CA-2A41A6298FD9}"/>
                      </a:ext>
                    </a:extLst>
                  </p:cNvPr>
                  <p:cNvSpPr txBox="1"/>
                  <p:nvPr/>
                </p:nvSpPr>
                <p:spPr>
                  <a:xfrm>
                    <a:off x="1857121" y="5416141"/>
                    <a:ext cx="1982206" cy="3138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sz="1400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dirty="0">
                        <a:solidFill>
                          <a:srgbClr val="FF0000"/>
                        </a:solidFill>
                      </a:rPr>
                      <a:t>Untrusted Task Set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IN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86A84C0-97C5-4B85-89CA-2A41A6298F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7121" y="5416141"/>
                    <a:ext cx="1982206" cy="31388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922"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1FAB461-A933-41FE-BA63-5FCAB1985C32}"/>
                </a:ext>
              </a:extLst>
            </p:cNvPr>
            <p:cNvSpPr/>
            <p:nvPr/>
          </p:nvSpPr>
          <p:spPr>
            <a:xfrm>
              <a:off x="2263099" y="2907639"/>
              <a:ext cx="1816845" cy="889187"/>
            </a:xfrm>
            <a:prstGeom prst="roundRect">
              <a:avLst>
                <a:gd name="adj" fmla="val 7785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System Specification corresponding to trusted control tasks</a:t>
              </a:r>
            </a:p>
            <a:p>
              <a:pPr algn="ctr"/>
              <a:r>
                <a:rPr lang="en-I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753095C-317A-442E-B52A-776638C83865}"/>
                    </a:ext>
                  </a:extLst>
                </p:cNvPr>
                <p:cNvSpPr txBox="1"/>
                <p:nvPr/>
              </p:nvSpPr>
              <p:spPr>
                <a:xfrm>
                  <a:off x="4320460" y="1787893"/>
                  <a:ext cx="1379432" cy="17015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3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Deriving set of switchable periodicities for control Tasks to maintain system stability </a:t>
                  </a:r>
                </a:p>
                <a:p>
                  <a:r>
                    <a:rPr lang="en-IN" sz="1300" b="0" i="1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P=</a:t>
                  </a:r>
                  <a14:m>
                    <m:oMath xmlns:m="http://schemas.openxmlformats.org/officeDocument/2006/math">
                      <m:r>
                        <a:rPr lang="en-IN" sz="13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3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IN" sz="13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3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r>
                        <a:rPr lang="en-IN" sz="1300" b="0" i="1" smtClean="0">
                          <a:latin typeface="Cambria Math" panose="02040503050406030204" pitchFamily="18" charset="0"/>
                        </a:rPr>
                        <m:t>..}</m:t>
                      </m:r>
                    </m:oMath>
                  </a14:m>
                  <a:endParaRPr lang="en-IN" sz="1300" b="0" i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endParaRPr lang="en-IN" sz="1300" b="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753095C-317A-442E-B52A-776638C83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460" y="1787893"/>
                  <a:ext cx="1379432" cy="1701556"/>
                </a:xfrm>
                <a:prstGeom prst="rect">
                  <a:avLst/>
                </a:prstGeom>
                <a:blipFill>
                  <a:blip r:embed="rId6"/>
                  <a:stretch>
                    <a:fillRect t="-358" r="-177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8223220-4BF4-4F67-86F6-95AB928F8D92}"/>
                </a:ext>
              </a:extLst>
            </p:cNvPr>
            <p:cNvGrpSpPr/>
            <p:nvPr/>
          </p:nvGrpSpPr>
          <p:grpSpPr>
            <a:xfrm>
              <a:off x="7867149" y="1757637"/>
              <a:ext cx="2414585" cy="1087889"/>
              <a:chOff x="373567" y="212595"/>
              <a:chExt cx="2414585" cy="898071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C6C17C7D-F913-4145-BCB2-E67C8949FCD6}"/>
                  </a:ext>
                </a:extLst>
              </p:cNvPr>
              <p:cNvSpPr/>
              <p:nvPr/>
            </p:nvSpPr>
            <p:spPr>
              <a:xfrm>
                <a:off x="394612" y="212595"/>
                <a:ext cx="2393540" cy="898071"/>
              </a:xfrm>
              <a:prstGeom prst="roundRect">
                <a:avLst>
                  <a:gd name="adj" fmla="val 809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AD7BB2A-44D5-4E02-89C0-EDF05E7688FD}"/>
                  </a:ext>
                </a:extLst>
              </p:cNvPr>
              <p:cNvSpPr txBox="1"/>
              <p:nvPr/>
            </p:nvSpPr>
            <p:spPr>
              <a:xfrm>
                <a:off x="373567" y="315378"/>
                <a:ext cx="2393540" cy="609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Analyse attack probability corresponding to each victim task in each schedule</a:t>
                </a: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2FEF683-4B2A-4A5F-9CD4-D9F4FF2992B0}"/>
                </a:ext>
              </a:extLst>
            </p:cNvPr>
            <p:cNvSpPr/>
            <p:nvPr/>
          </p:nvSpPr>
          <p:spPr>
            <a:xfrm>
              <a:off x="4235660" y="1684716"/>
              <a:ext cx="6536257" cy="1807114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1C4EC91-3C52-467E-9874-33A92817FA58}"/>
                </a:ext>
              </a:extLst>
            </p:cNvPr>
            <p:cNvSpPr/>
            <p:nvPr/>
          </p:nvSpPr>
          <p:spPr>
            <a:xfrm>
              <a:off x="4288832" y="3576279"/>
              <a:ext cx="1426568" cy="1500471"/>
            </a:xfrm>
            <a:prstGeom prst="roundRect">
              <a:avLst>
                <a:gd name="adj" fmla="val 881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09F928-3ACB-4DA6-AC71-261045DB00A3}"/>
                </a:ext>
              </a:extLst>
            </p:cNvPr>
            <p:cNvSpPr txBox="1"/>
            <p:nvPr/>
          </p:nvSpPr>
          <p:spPr>
            <a:xfrm rot="16200000">
              <a:off x="9918853" y="4076590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b="0" dirty="0"/>
                <a:t>Run Time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450197-7FBF-4473-ADB1-3BADC25EDC83}"/>
                </a:ext>
              </a:extLst>
            </p:cNvPr>
            <p:cNvSpPr txBox="1"/>
            <p:nvPr/>
          </p:nvSpPr>
          <p:spPr>
            <a:xfrm>
              <a:off x="4236575" y="3599434"/>
              <a:ext cx="14895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Change in Plant Residue Mean</a:t>
              </a:r>
            </a:p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&gt; Threshold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E072BF3-288B-46C0-9F77-0E81768FD839}"/>
                </a:ext>
              </a:extLst>
            </p:cNvPr>
            <p:cNvGrpSpPr/>
            <p:nvPr/>
          </p:nvGrpSpPr>
          <p:grpSpPr>
            <a:xfrm>
              <a:off x="8922018" y="3595719"/>
              <a:ext cx="1414253" cy="1406061"/>
              <a:chOff x="9016017" y="1396767"/>
              <a:chExt cx="656370" cy="1970311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BC09F5F-BDEA-48F8-A439-281BC59B360C}"/>
                  </a:ext>
                </a:extLst>
              </p:cNvPr>
              <p:cNvSpPr/>
              <p:nvPr/>
            </p:nvSpPr>
            <p:spPr>
              <a:xfrm>
                <a:off x="9016017" y="1396767"/>
                <a:ext cx="649465" cy="1970311"/>
              </a:xfrm>
              <a:prstGeom prst="roundRect">
                <a:avLst>
                  <a:gd name="adj" fmla="val 488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3DF7A7-22A1-4430-9D8C-EA9634D172E4}"/>
                  </a:ext>
                </a:extLst>
              </p:cNvPr>
              <p:cNvSpPr txBox="1"/>
              <p:nvPr/>
            </p:nvSpPr>
            <p:spPr>
              <a:xfrm>
                <a:off x="9022922" y="1420655"/>
                <a:ext cx="649465" cy="1940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Deploy Schedule Selection Algorithm after each hyperperiod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54A3B90-A5F1-43E1-AE3F-572B8B35EE12}"/>
                </a:ext>
              </a:extLst>
            </p:cNvPr>
            <p:cNvGrpSpPr/>
            <p:nvPr/>
          </p:nvGrpSpPr>
          <p:grpSpPr>
            <a:xfrm>
              <a:off x="4588304" y="4644079"/>
              <a:ext cx="885020" cy="329839"/>
              <a:chOff x="1159448" y="663869"/>
              <a:chExt cx="885020" cy="329839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FC1437D-2E76-4743-8523-D2F33092355C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D14FD2-CFEA-4903-8A10-8C5F362C95FD}"/>
                  </a:ext>
                </a:extLst>
              </p:cNvPr>
              <p:cNvSpPr txBox="1"/>
              <p:nvPr/>
            </p:nvSpPr>
            <p:spPr>
              <a:xfrm>
                <a:off x="1159448" y="663869"/>
                <a:ext cx="8850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Yes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4D4E57D-37E8-4CF0-9A1C-73FC53AE447B}"/>
                </a:ext>
              </a:extLst>
            </p:cNvPr>
            <p:cNvGrpSpPr/>
            <p:nvPr/>
          </p:nvGrpSpPr>
          <p:grpSpPr>
            <a:xfrm>
              <a:off x="5872031" y="3616337"/>
              <a:ext cx="2829906" cy="738664"/>
              <a:chOff x="-34459" y="577383"/>
              <a:chExt cx="1755056" cy="738664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E3E244A-99E7-40CE-A3B4-B3936934FB0D}"/>
                  </a:ext>
                </a:extLst>
              </p:cNvPr>
              <p:cNvSpPr/>
              <p:nvPr/>
            </p:nvSpPr>
            <p:spPr>
              <a:xfrm>
                <a:off x="-34459" y="619308"/>
                <a:ext cx="1755056" cy="674821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18DE4E-50D9-4DDF-8CAA-98A69EB165A1}"/>
                  </a:ext>
                </a:extLst>
              </p:cNvPr>
              <p:cNvSpPr txBox="1"/>
              <p:nvPr/>
            </p:nvSpPr>
            <p:spPr>
              <a:xfrm>
                <a:off x="13168" y="577383"/>
                <a:ext cx="163194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Select and execute schedules under critical schedule vulnerability Index</a:t>
                </a:r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645D2FD-35E9-4E41-ACE3-2B62A60CF9DE}"/>
                </a:ext>
              </a:extLst>
            </p:cNvPr>
            <p:cNvSpPr/>
            <p:nvPr/>
          </p:nvSpPr>
          <p:spPr>
            <a:xfrm>
              <a:off x="2251077" y="2539368"/>
              <a:ext cx="1821190" cy="306789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Task Criticality Level  </a:t>
              </a:r>
            </a:p>
            <a:p>
              <a:pPr algn="ctr"/>
              <a:r>
                <a:rPr lang="en-I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BC47C2C-4851-4A9C-9EF7-A9084F8A8D21}"/>
                </a:ext>
              </a:extLst>
            </p:cNvPr>
            <p:cNvGrpSpPr/>
            <p:nvPr/>
          </p:nvGrpSpPr>
          <p:grpSpPr>
            <a:xfrm>
              <a:off x="5787439" y="1757626"/>
              <a:ext cx="2115110" cy="695359"/>
              <a:chOff x="1780051" y="5320532"/>
              <a:chExt cx="1859471" cy="695359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36864C2D-1E1E-4E89-AD71-F227C030C34F}"/>
                  </a:ext>
                </a:extLst>
              </p:cNvPr>
              <p:cNvSpPr/>
              <p:nvPr/>
            </p:nvSpPr>
            <p:spPr>
              <a:xfrm>
                <a:off x="1780051" y="5320532"/>
                <a:ext cx="1754063" cy="690717"/>
              </a:xfrm>
              <a:prstGeom prst="roundRect">
                <a:avLst>
                  <a:gd name="adj" fmla="val 616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46DB15E-45FE-44B4-8073-412A9F6D88BF}"/>
                  </a:ext>
                </a:extLst>
              </p:cNvPr>
              <p:cNvSpPr/>
              <p:nvPr/>
            </p:nvSpPr>
            <p:spPr>
              <a:xfrm>
                <a:off x="1996904" y="5323394"/>
                <a:ext cx="1642618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Choose periodicities that obfuscate attacker’s analysis</a:t>
                </a:r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B525E7AC-6F03-4419-9ED0-7B8265A96C2E}"/>
                </a:ext>
              </a:extLst>
            </p:cNvPr>
            <p:cNvSpPr/>
            <p:nvPr/>
          </p:nvSpPr>
          <p:spPr>
            <a:xfrm>
              <a:off x="5575532" y="2020135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4D83CC2-87E8-48BE-99F9-6E678DDA8C2E}"/>
                </a:ext>
              </a:extLst>
            </p:cNvPr>
            <p:cNvGrpSpPr/>
            <p:nvPr/>
          </p:nvGrpSpPr>
          <p:grpSpPr>
            <a:xfrm>
              <a:off x="5706108" y="2570150"/>
              <a:ext cx="2129694" cy="886388"/>
              <a:chOff x="1376204" y="442904"/>
              <a:chExt cx="2129694" cy="886388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05A47427-6851-496A-89B7-1F50809FD5EF}"/>
                  </a:ext>
                </a:extLst>
              </p:cNvPr>
              <p:cNvSpPr/>
              <p:nvPr/>
            </p:nvSpPr>
            <p:spPr>
              <a:xfrm>
                <a:off x="1435119" y="444256"/>
                <a:ext cx="2033253" cy="885036"/>
              </a:xfrm>
              <a:prstGeom prst="roundRect">
                <a:avLst>
                  <a:gd name="adj" fmla="val 7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721239-71C7-413A-B58F-55AA74DCF932}"/>
                  </a:ext>
                </a:extLst>
              </p:cNvPr>
              <p:cNvSpPr txBox="1"/>
              <p:nvPr/>
            </p:nvSpPr>
            <p:spPr>
              <a:xfrm>
                <a:off x="1376204" y="442904"/>
                <a:ext cx="212969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300" b="0" dirty="0"/>
                  <a:t>Derive  all feasible schedules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4767DBAA-2AA3-40B6-B5FD-62CD4F621C95}"/>
                  </a:ext>
                </a:extLst>
              </p:cNvPr>
              <p:cNvGrpSpPr/>
              <p:nvPr/>
            </p:nvGrpSpPr>
            <p:grpSpPr>
              <a:xfrm>
                <a:off x="1747479" y="969244"/>
                <a:ext cx="1567532" cy="276271"/>
                <a:chOff x="7244294" y="5219392"/>
                <a:chExt cx="1829591" cy="435507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267ECB1-144E-425C-93B8-5183A0301F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6193978-2E34-43FC-9D06-4A4C170BD5B2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A2CEC4D1-1DCA-44B3-AADD-37402473F810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EC47BA8-56E2-4DDD-9E9B-07247EDAD4CC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0D95E75-869A-40A7-80CC-D2AD1225DDD1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34F8638-9E5A-4588-993B-0391F09DF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13CF5EF-5865-4AF0-AD82-23D64494744B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9B1E6E-6163-4FBF-95CE-E01BADC30682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BE596C7-1A84-467F-9003-718DD3F32C39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48CF53F-865C-4D9C-B858-CD0031016B42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9508B96-EE3C-4D71-B27D-1F437F30FF1B}"/>
                </a:ext>
              </a:extLst>
            </p:cNvPr>
            <p:cNvSpPr txBox="1"/>
            <p:nvPr/>
          </p:nvSpPr>
          <p:spPr>
            <a:xfrm>
              <a:off x="2251077" y="3860636"/>
              <a:ext cx="1749581" cy="359298"/>
            </a:xfrm>
            <a:prstGeom prst="roundRect">
              <a:avLst>
                <a:gd name="adj" fmla="val 25246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300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IN" sz="1400" dirty="0"/>
                <a:t>Detector Threshold</a:t>
              </a:r>
            </a:p>
          </p:txBody>
        </p: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00DF2DD-A192-4751-83C9-C663FC29CD6B}"/>
                </a:ext>
              </a:extLst>
            </p:cNvPr>
            <p:cNvSpPr/>
            <p:nvPr/>
          </p:nvSpPr>
          <p:spPr>
            <a:xfrm rot="5400000">
              <a:off x="6693597" y="2439642"/>
              <a:ext cx="198841" cy="18520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01E44695-005B-483B-AF8F-3F09429FC00F}"/>
                </a:ext>
              </a:extLst>
            </p:cNvPr>
            <p:cNvSpPr/>
            <p:nvPr/>
          </p:nvSpPr>
          <p:spPr>
            <a:xfrm>
              <a:off x="7704244" y="2600047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E767D7B-FE36-43E6-BD0A-A4B639436064}"/>
                </a:ext>
              </a:extLst>
            </p:cNvPr>
            <p:cNvGrpSpPr/>
            <p:nvPr/>
          </p:nvGrpSpPr>
          <p:grpSpPr>
            <a:xfrm>
              <a:off x="4572089" y="4284368"/>
              <a:ext cx="885020" cy="335874"/>
              <a:chOff x="1159448" y="657834"/>
              <a:chExt cx="885020" cy="335874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E5436BAD-2F9E-44D0-AD90-B87DA639AE75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8341137-1272-430D-A5A5-74537888D62C}"/>
                  </a:ext>
                </a:extLst>
              </p:cNvPr>
              <p:cNvSpPr txBox="1"/>
              <p:nvPr/>
            </p:nvSpPr>
            <p:spPr>
              <a:xfrm>
                <a:off x="1159448" y="657834"/>
                <a:ext cx="8850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No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CD5E4A3-550E-4496-B83C-290F004B862D}"/>
                </a:ext>
              </a:extLst>
            </p:cNvPr>
            <p:cNvGrpSpPr/>
            <p:nvPr/>
          </p:nvGrpSpPr>
          <p:grpSpPr>
            <a:xfrm>
              <a:off x="5803542" y="4401729"/>
              <a:ext cx="2950980" cy="541244"/>
              <a:chOff x="-69852" y="427519"/>
              <a:chExt cx="2950980" cy="541244"/>
            </a:xfrm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AC8B2FDF-93B4-462D-AA27-CE5D0B0F60A5}"/>
                  </a:ext>
                </a:extLst>
              </p:cNvPr>
              <p:cNvSpPr/>
              <p:nvPr/>
            </p:nvSpPr>
            <p:spPr>
              <a:xfrm>
                <a:off x="3603" y="427519"/>
                <a:ext cx="2824940" cy="541244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BED763F-1658-4DB3-A89C-1B7B0DA423FC}"/>
                  </a:ext>
                </a:extLst>
              </p:cNvPr>
              <p:cNvSpPr txBox="1"/>
              <p:nvPr/>
            </p:nvSpPr>
            <p:spPr>
              <a:xfrm>
                <a:off x="-69852" y="434758"/>
                <a:ext cx="29509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400" b="0" dirty="0"/>
                  <a:t>Select and execute schedules under critical attack probability of the task</a:t>
                </a:r>
              </a:p>
            </p:txBody>
          </p:sp>
        </p:grp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D04A52D5-F4E6-4035-A972-B1EA77142F3F}"/>
                </a:ext>
              </a:extLst>
            </p:cNvPr>
            <p:cNvSpPr/>
            <p:nvPr/>
          </p:nvSpPr>
          <p:spPr>
            <a:xfrm>
              <a:off x="4252287" y="3543764"/>
              <a:ext cx="6519630" cy="1561641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D6696BD2-5F97-448B-AE59-0A1243D04E2A}"/>
                </a:ext>
              </a:extLst>
            </p:cNvPr>
            <p:cNvSpPr/>
            <p:nvPr/>
          </p:nvSpPr>
          <p:spPr>
            <a:xfrm>
              <a:off x="4037418" y="2907639"/>
              <a:ext cx="379380" cy="17520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3F55C2D8-5D44-4F01-8BDB-315DA1BF32F9}"/>
                </a:ext>
              </a:extLst>
            </p:cNvPr>
            <p:cNvSpPr/>
            <p:nvPr/>
          </p:nvSpPr>
          <p:spPr>
            <a:xfrm>
              <a:off x="4045947" y="3869013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5" name="Arrow: Right 84">
              <a:extLst>
                <a:ext uri="{FF2B5EF4-FFF2-40B4-BE49-F238E27FC236}">
                  <a16:creationId xmlns:a16="http://schemas.microsoft.com/office/drawing/2014/main" id="{09B81835-2C75-423B-9BAE-68D83A7E4056}"/>
                </a:ext>
              </a:extLst>
            </p:cNvPr>
            <p:cNvSpPr/>
            <p:nvPr/>
          </p:nvSpPr>
          <p:spPr>
            <a:xfrm rot="5400000">
              <a:off x="8411006" y="3364740"/>
              <a:ext cx="258022" cy="329022"/>
            </a:xfrm>
            <a:prstGeom prst="rightArrow">
              <a:avLst>
                <a:gd name="adj1" fmla="val 50000"/>
                <a:gd name="adj2" fmla="val 53982"/>
              </a:avLst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B517B9E6-8592-4961-8C11-31A316C3328F}"/>
                </a:ext>
              </a:extLst>
            </p:cNvPr>
            <p:cNvSpPr/>
            <p:nvPr/>
          </p:nvSpPr>
          <p:spPr>
            <a:xfrm>
              <a:off x="8737467" y="4170771"/>
              <a:ext cx="329022" cy="191585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39157191-89F6-499F-9CE8-E4D3C8802C17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 flipV="1">
              <a:off x="5193982" y="4694858"/>
              <a:ext cx="609560" cy="51936"/>
            </a:xfrm>
            <a:prstGeom prst="bentConnector3">
              <a:avLst/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DEF0A971-0784-4B66-AB54-65D3203F48F8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5284076" y="3985669"/>
              <a:ext cx="664750" cy="491375"/>
            </a:xfrm>
            <a:prstGeom prst="bentConnector3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17554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8CF7C21-6852-4920-88E9-937251782D73}"/>
              </a:ext>
            </a:extLst>
          </p:cNvPr>
          <p:cNvSpPr/>
          <p:nvPr/>
        </p:nvSpPr>
        <p:spPr>
          <a:xfrm>
            <a:off x="1665459" y="331897"/>
            <a:ext cx="5565917" cy="2274495"/>
          </a:xfrm>
          <a:prstGeom prst="roundRect">
            <a:avLst>
              <a:gd name="adj" fmla="val 55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868C80-0AC3-4A0A-94D7-D003EAD4E990}"/>
              </a:ext>
            </a:extLst>
          </p:cNvPr>
          <p:cNvSpPr/>
          <p:nvPr/>
        </p:nvSpPr>
        <p:spPr>
          <a:xfrm>
            <a:off x="1665458" y="2678153"/>
            <a:ext cx="5565911" cy="2394888"/>
          </a:xfrm>
          <a:prstGeom prst="roundRect">
            <a:avLst>
              <a:gd name="adj" fmla="val 47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25B5BA-E9B3-428D-AB29-E38585C565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55440" y="755375"/>
              <a:ext cx="3046046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227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Task ID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WCET 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Array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[N]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1336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3, 6, 7, 8, 12, . . .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1336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[1, 6, 12, 17, 19, 22,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2227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5, 9, 11, 13, 14  . . . . 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25B5BA-E9B3-428D-AB29-E38585C565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216092"/>
                  </p:ext>
                </p:extLst>
              </p:nvPr>
            </p:nvGraphicFramePr>
            <p:xfrm>
              <a:off x="4055440" y="755375"/>
              <a:ext cx="3046046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Task ID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WCET 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831" t="-1333" r="-1017" b="-1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7" t="-165217" r="-446739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301" t="-165217" r="-263717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3, 6, 7, 8, 12, . . .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03835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7" t="-271111" r="-446739" b="-1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301" t="-271111" r="-263717" b="-1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[1, 6, 12, 17, 19, 22, . .]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5216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7" t="-371111" r="-446739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301" t="-371111" r="-263717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5, 9, 11, 13, 14  . . . . 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943C739-227E-4C4A-BE9F-2E9F7955DE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92757" y="5842000"/>
              <a:ext cx="3585926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1154">
                      <a:extLst>
                        <a:ext uri="{9D8B030D-6E8A-4147-A177-3AD203B41FA5}">
                          <a16:colId xmlns:a16="http://schemas.microsoft.com/office/drawing/2014/main" val="4077319343"/>
                        </a:ext>
                      </a:extLst>
                    </a:gridCol>
                    <a:gridCol w="688063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246709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12646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943C739-227E-4C4A-BE9F-2E9F7955DE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333777"/>
                  </p:ext>
                </p:extLst>
              </p:nvPr>
            </p:nvGraphicFramePr>
            <p:xfrm>
              <a:off x="4892757" y="5842000"/>
              <a:ext cx="3585926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1154">
                      <a:extLst>
                        <a:ext uri="{9D8B030D-6E8A-4147-A177-3AD203B41FA5}">
                          <a16:colId xmlns:a16="http://schemas.microsoft.com/office/drawing/2014/main" val="4077319343"/>
                        </a:ext>
                      </a:extLst>
                    </a:gridCol>
                    <a:gridCol w="688063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  <a:gridCol w="2246709">
                      <a:extLst>
                        <a:ext uri="{9D8B030D-6E8A-4147-A177-3AD203B41FA5}">
                          <a16:colId xmlns:a16="http://schemas.microsoft.com/office/drawing/2014/main" val="39806132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35" t="-1639" r="-45233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5575" t="-1639" r="-3283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49314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8B2D0C-F5FF-4F2B-9BA9-6D141A62089D}"/>
              </a:ext>
            </a:extLst>
          </p:cNvPr>
          <p:cNvCxnSpPr>
            <a:cxnSpLocks/>
          </p:cNvCxnSpPr>
          <p:nvPr/>
        </p:nvCxnSpPr>
        <p:spPr>
          <a:xfrm flipH="1">
            <a:off x="3411294" y="3755153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03CCBA3-FEB1-4FFD-957F-0260F1388E0E}"/>
              </a:ext>
            </a:extLst>
          </p:cNvPr>
          <p:cNvSpPr/>
          <p:nvPr/>
        </p:nvSpPr>
        <p:spPr>
          <a:xfrm>
            <a:off x="2776147" y="4652092"/>
            <a:ext cx="42332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Increasing schedule vulnerability index 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506840-D009-40EE-8E49-17812434D637}"/>
              </a:ext>
            </a:extLst>
          </p:cNvPr>
          <p:cNvCxnSpPr>
            <a:cxnSpLocks/>
          </p:cNvCxnSpPr>
          <p:nvPr/>
        </p:nvCxnSpPr>
        <p:spPr>
          <a:xfrm flipH="1">
            <a:off x="7098526" y="1937984"/>
            <a:ext cx="1" cy="48924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503FD-CA06-4F30-A55F-D70BCC05A216}"/>
              </a:ext>
            </a:extLst>
          </p:cNvPr>
          <p:cNvSpPr/>
          <p:nvPr/>
        </p:nvSpPr>
        <p:spPr>
          <a:xfrm>
            <a:off x="4987921" y="306234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656DD-23D5-487E-94C3-F8C0EA976B86}"/>
              </a:ext>
            </a:extLst>
          </p:cNvPr>
          <p:cNvSpPr/>
          <p:nvPr/>
        </p:nvSpPr>
        <p:spPr>
          <a:xfrm>
            <a:off x="2095570" y="3826258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D740D8-512B-4815-9A56-72152A4E627C}"/>
              </a:ext>
            </a:extLst>
          </p:cNvPr>
          <p:cNvSpPr/>
          <p:nvPr/>
        </p:nvSpPr>
        <p:spPr>
          <a:xfrm>
            <a:off x="4374226" y="6333505"/>
            <a:ext cx="2332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[0, 5, 3,  .  .  .  .  .  .  .  .  ]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8AEEC54-0EA8-48ED-BA06-BEA811646D41}"/>
              </a:ext>
            </a:extLst>
          </p:cNvPr>
          <p:cNvGraphicFramePr>
            <a:graphicFrameLocks noGrp="1"/>
          </p:cNvGraphicFramePr>
          <p:nvPr/>
        </p:nvGraphicFramePr>
        <p:xfrm>
          <a:off x="7883082" y="2952011"/>
          <a:ext cx="1697728" cy="356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5510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88475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633743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  <a:tr h="19788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87815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464003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94560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366667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97611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73561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167864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163212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5189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66DFFF1-A8AB-4A33-969A-11DBB37787CE}"/>
              </a:ext>
            </a:extLst>
          </p:cNvPr>
          <p:cNvSpPr txBox="1"/>
          <p:nvPr/>
        </p:nvSpPr>
        <p:spPr>
          <a:xfrm>
            <a:off x="4833274" y="391143"/>
            <a:ext cx="1459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Look Up Table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E2E11-69DD-439A-8687-88752C00489B}"/>
              </a:ext>
            </a:extLst>
          </p:cNvPr>
          <p:cNvSpPr/>
          <p:nvPr/>
        </p:nvSpPr>
        <p:spPr>
          <a:xfrm>
            <a:off x="4633824" y="1898680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05B4B8F-FFCD-4D92-AD8B-64C775C358AC}"/>
              </a:ext>
            </a:extLst>
          </p:cNvPr>
          <p:cNvGraphicFramePr>
            <a:graphicFrameLocks noGrp="1"/>
          </p:cNvGraphicFramePr>
          <p:nvPr/>
        </p:nvGraphicFramePr>
        <p:xfrm>
          <a:off x="1884494" y="3132772"/>
          <a:ext cx="152998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527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329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1124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8D94769-83DB-4722-95F1-2809EA584092}"/>
              </a:ext>
            </a:extLst>
          </p:cNvPr>
          <p:cNvGraphicFramePr>
            <a:graphicFrameLocks noGrp="1"/>
          </p:cNvGraphicFramePr>
          <p:nvPr/>
        </p:nvGraphicFramePr>
        <p:xfrm>
          <a:off x="1884982" y="4230052"/>
          <a:ext cx="1529491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160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0942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75CFE3-7B06-47A4-8143-750E70AFB49F}"/>
              </a:ext>
            </a:extLst>
          </p:cNvPr>
          <p:cNvCxnSpPr>
            <a:cxnSpLocks/>
          </p:cNvCxnSpPr>
          <p:nvPr/>
        </p:nvCxnSpPr>
        <p:spPr>
          <a:xfrm flipH="1">
            <a:off x="1884005" y="3829712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0B4CCDB-6900-47C4-8354-EE90013EDECC}"/>
              </a:ext>
            </a:extLst>
          </p:cNvPr>
          <p:cNvSpPr txBox="1"/>
          <p:nvPr/>
        </p:nvSpPr>
        <p:spPr>
          <a:xfrm>
            <a:off x="2058652" y="2791814"/>
            <a:ext cx="1253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Schedule S[0]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D49EBF-3FF3-4EF5-BD30-78094C3338A1}"/>
              </a:ext>
            </a:extLst>
          </p:cNvPr>
          <p:cNvCxnSpPr>
            <a:cxnSpLocks/>
          </p:cNvCxnSpPr>
          <p:nvPr/>
        </p:nvCxnSpPr>
        <p:spPr>
          <a:xfrm flipH="1">
            <a:off x="4987921" y="3753504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D23A2AA-51F0-4211-B44C-22D6803747D5}"/>
              </a:ext>
            </a:extLst>
          </p:cNvPr>
          <p:cNvGraphicFramePr>
            <a:graphicFrameLocks noGrp="1"/>
          </p:cNvGraphicFramePr>
          <p:nvPr/>
        </p:nvGraphicFramePr>
        <p:xfrm>
          <a:off x="3461121" y="3131123"/>
          <a:ext cx="152998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527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329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1124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7AB90E1-EB1E-4C2B-99B1-E59D9BB4AC5D}"/>
              </a:ext>
            </a:extLst>
          </p:cNvPr>
          <p:cNvGraphicFramePr>
            <a:graphicFrameLocks noGrp="1"/>
          </p:cNvGraphicFramePr>
          <p:nvPr/>
        </p:nvGraphicFramePr>
        <p:xfrm>
          <a:off x="3461609" y="4228403"/>
          <a:ext cx="1529491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160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0942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D4F1FB-486B-49B8-957E-5BEF8FAA8C75}"/>
              </a:ext>
            </a:extLst>
          </p:cNvPr>
          <p:cNvCxnSpPr>
            <a:cxnSpLocks/>
          </p:cNvCxnSpPr>
          <p:nvPr/>
        </p:nvCxnSpPr>
        <p:spPr>
          <a:xfrm flipH="1">
            <a:off x="3460632" y="3828063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2548E4F-A59D-48FA-901C-FCE5F03EB35C}"/>
              </a:ext>
            </a:extLst>
          </p:cNvPr>
          <p:cNvSpPr txBox="1"/>
          <p:nvPr/>
        </p:nvSpPr>
        <p:spPr>
          <a:xfrm>
            <a:off x="3626931" y="2788319"/>
            <a:ext cx="1253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Schedule S[1]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B6F3E3-CD50-46ED-BAAE-E2340910CD67}"/>
              </a:ext>
            </a:extLst>
          </p:cNvPr>
          <p:cNvCxnSpPr>
            <a:cxnSpLocks/>
          </p:cNvCxnSpPr>
          <p:nvPr/>
        </p:nvCxnSpPr>
        <p:spPr>
          <a:xfrm flipH="1">
            <a:off x="6954147" y="3754340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9FE866C-E762-4FBC-8651-24BD3642E43A}"/>
              </a:ext>
            </a:extLst>
          </p:cNvPr>
          <p:cNvGraphicFramePr>
            <a:graphicFrameLocks noGrp="1"/>
          </p:cNvGraphicFramePr>
          <p:nvPr/>
        </p:nvGraphicFramePr>
        <p:xfrm>
          <a:off x="5427347" y="3131959"/>
          <a:ext cx="1529980" cy="822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527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329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1124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68456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05308"/>
                  </a:ext>
                </a:extLst>
              </a:tr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00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5199246-F38B-488A-80FB-A75E9CFB877E}"/>
              </a:ext>
            </a:extLst>
          </p:cNvPr>
          <p:cNvGraphicFramePr>
            <a:graphicFrameLocks noGrp="1"/>
          </p:cNvGraphicFramePr>
          <p:nvPr/>
        </p:nvGraphicFramePr>
        <p:xfrm>
          <a:off x="5427835" y="4229239"/>
          <a:ext cx="1529491" cy="274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8389">
                  <a:extLst>
                    <a:ext uri="{9D8B030D-6E8A-4147-A177-3AD203B41FA5}">
                      <a16:colId xmlns:a16="http://schemas.microsoft.com/office/drawing/2014/main" val="3581830938"/>
                    </a:ext>
                  </a:extLst>
                </a:gridCol>
                <a:gridCol w="530160">
                  <a:extLst>
                    <a:ext uri="{9D8B030D-6E8A-4147-A177-3AD203B41FA5}">
                      <a16:colId xmlns:a16="http://schemas.microsoft.com/office/drawing/2014/main" val="1727831520"/>
                    </a:ext>
                  </a:extLst>
                </a:gridCol>
                <a:gridCol w="570942">
                  <a:extLst>
                    <a:ext uri="{9D8B030D-6E8A-4147-A177-3AD203B41FA5}">
                      <a16:colId xmlns:a16="http://schemas.microsoft.com/office/drawing/2014/main" val="3444012273"/>
                    </a:ext>
                  </a:extLst>
                </a:gridCol>
              </a:tblGrid>
              <a:tr h="203750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4764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987E2D0-5886-41A4-9A7C-25628E47903B}"/>
              </a:ext>
            </a:extLst>
          </p:cNvPr>
          <p:cNvCxnSpPr>
            <a:cxnSpLocks/>
          </p:cNvCxnSpPr>
          <p:nvPr/>
        </p:nvCxnSpPr>
        <p:spPr>
          <a:xfrm flipH="1">
            <a:off x="5426858" y="3828899"/>
            <a:ext cx="1" cy="48924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1868675-E7D2-4429-97E2-735FC457C94C}"/>
              </a:ext>
            </a:extLst>
          </p:cNvPr>
          <p:cNvSpPr txBox="1"/>
          <p:nvPr/>
        </p:nvSpPr>
        <p:spPr>
          <a:xfrm>
            <a:off x="5410400" y="2793771"/>
            <a:ext cx="166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Schedule S[N-1]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8EA4D3-AB6A-47E6-882B-CABFC2C6767A}"/>
              </a:ext>
            </a:extLst>
          </p:cNvPr>
          <p:cNvSpPr/>
          <p:nvPr/>
        </p:nvSpPr>
        <p:spPr>
          <a:xfrm>
            <a:off x="4999885" y="33300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594829-0336-4F6C-869F-20A52478B3BC}"/>
              </a:ext>
            </a:extLst>
          </p:cNvPr>
          <p:cNvSpPr/>
          <p:nvPr/>
        </p:nvSpPr>
        <p:spPr>
          <a:xfrm>
            <a:off x="5007913" y="364708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10E317-D463-4553-8B76-96F77BC38D88}"/>
              </a:ext>
            </a:extLst>
          </p:cNvPr>
          <p:cNvSpPr/>
          <p:nvPr/>
        </p:nvSpPr>
        <p:spPr>
          <a:xfrm>
            <a:off x="4986692" y="416588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.…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B5DA6E-D852-405D-9541-9953B7B0EE93}"/>
              </a:ext>
            </a:extLst>
          </p:cNvPr>
          <p:cNvSpPr/>
          <p:nvPr/>
        </p:nvSpPr>
        <p:spPr>
          <a:xfrm>
            <a:off x="3645128" y="3826258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576413-66FD-4E15-B9D1-A9A1084C3CE9}"/>
              </a:ext>
            </a:extLst>
          </p:cNvPr>
          <p:cNvSpPr/>
          <p:nvPr/>
        </p:nvSpPr>
        <p:spPr>
          <a:xfrm>
            <a:off x="5639441" y="3845284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1A6443-C0FA-4917-84D7-993E112E5D9F}"/>
              </a:ext>
            </a:extLst>
          </p:cNvPr>
          <p:cNvCxnSpPr>
            <a:cxnSpLocks/>
          </p:cNvCxnSpPr>
          <p:nvPr/>
        </p:nvCxnSpPr>
        <p:spPr>
          <a:xfrm>
            <a:off x="2011701" y="4626806"/>
            <a:ext cx="481588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03F32AA3-384E-4ADE-94B2-A617C54210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52481" y="2252848"/>
              <a:ext cx="3046046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227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2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6, 15, 17, 30, 43  . . . . 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03F32AA3-384E-4ADE-94B2-A617C54210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7356774"/>
                  </p:ext>
                </p:extLst>
              </p:nvPr>
            </p:nvGraphicFramePr>
            <p:xfrm>
              <a:off x="4052481" y="2252848"/>
              <a:ext cx="3046046" cy="2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2589">
                      <a:extLst>
                        <a:ext uri="{9D8B030D-6E8A-4147-A177-3AD203B41FA5}">
                          <a16:colId xmlns:a16="http://schemas.microsoft.com/office/drawing/2014/main" val="3592315170"/>
                        </a:ext>
                      </a:extLst>
                    </a:gridCol>
                    <a:gridCol w="684515">
                      <a:extLst>
                        <a:ext uri="{9D8B030D-6E8A-4147-A177-3AD203B41FA5}">
                          <a16:colId xmlns:a16="http://schemas.microsoft.com/office/drawing/2014/main" val="3121431348"/>
                        </a:ext>
                      </a:extLst>
                    </a:gridCol>
                    <a:gridCol w="1798942">
                      <a:extLst>
                        <a:ext uri="{9D8B030D-6E8A-4147-A177-3AD203B41FA5}">
                          <a16:colId xmlns:a16="http://schemas.microsoft.com/office/drawing/2014/main" val="332632063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75" r="-440860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3929" r="-266071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[0, 6, 15, 17, 30, 43  . . . . 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6793578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84E7E7A-5053-488E-8BE9-79582CBC0CF8}"/>
              </a:ext>
            </a:extLst>
          </p:cNvPr>
          <p:cNvCxnSpPr>
            <a:cxnSpLocks/>
          </p:cNvCxnSpPr>
          <p:nvPr/>
        </p:nvCxnSpPr>
        <p:spPr>
          <a:xfrm flipH="1">
            <a:off x="4056014" y="1887145"/>
            <a:ext cx="1" cy="48924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Table 54">
                <a:extLst>
                  <a:ext uri="{FF2B5EF4-FFF2-40B4-BE49-F238E27FC236}">
                    <a16:creationId xmlns:a16="http://schemas.microsoft.com/office/drawing/2014/main" id="{0AE3429F-E7F0-4325-BEA0-410E4B28B7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25316" y="485964"/>
              <a:ext cx="1772162" cy="10977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6081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886081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81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Array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258251"/>
                      </a:ext>
                    </a:extLst>
                  </a:tr>
                  <a:tr h="1961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Index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IN" sz="12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IN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IN" sz="12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197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S[0]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S[1]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435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Table 54">
                <a:extLst>
                  <a:ext uri="{FF2B5EF4-FFF2-40B4-BE49-F238E27FC236}">
                    <a16:creationId xmlns:a16="http://schemas.microsoft.com/office/drawing/2014/main" id="{0AE3429F-E7F0-4325-BEA0-410E4B28B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55694"/>
                  </p:ext>
                </p:extLst>
              </p:nvPr>
            </p:nvGraphicFramePr>
            <p:xfrm>
              <a:off x="2125316" y="485964"/>
              <a:ext cx="1772162" cy="10977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6081">
                      <a:extLst>
                        <a:ext uri="{9D8B030D-6E8A-4147-A177-3AD203B41FA5}">
                          <a16:colId xmlns:a16="http://schemas.microsoft.com/office/drawing/2014/main" val="3514931863"/>
                        </a:ext>
                      </a:extLst>
                    </a:gridCol>
                    <a:gridCol w="886081">
                      <a:extLst>
                        <a:ext uri="{9D8B030D-6E8A-4147-A177-3AD203B41FA5}">
                          <a16:colId xmlns:a16="http://schemas.microsoft.com/office/drawing/2014/main" val="2441393797"/>
                        </a:ext>
                      </a:extLst>
                    </a:gridCol>
                  </a:tblGrid>
                  <a:tr h="27481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Array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25825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85" t="-100000" r="-101370" b="-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Schedule 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197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S[0]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9407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S[1]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435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ED8EEEB2-C90D-4588-A0A6-7FB719C906D9}"/>
              </a:ext>
            </a:extLst>
          </p:cNvPr>
          <p:cNvSpPr/>
          <p:nvPr/>
        </p:nvSpPr>
        <p:spPr>
          <a:xfrm>
            <a:off x="2126744" y="1443666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BAAC458-356E-4A23-81A3-8876B9D3BA7C}"/>
              </a:ext>
            </a:extLst>
          </p:cNvPr>
          <p:cNvGraphicFramePr>
            <a:graphicFrameLocks noGrp="1"/>
          </p:cNvGraphicFramePr>
          <p:nvPr/>
        </p:nvGraphicFramePr>
        <p:xfrm>
          <a:off x="2127672" y="2222367"/>
          <a:ext cx="1766388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194">
                  <a:extLst>
                    <a:ext uri="{9D8B030D-6E8A-4147-A177-3AD203B41FA5}">
                      <a16:colId xmlns:a16="http://schemas.microsoft.com/office/drawing/2014/main" val="3514931863"/>
                    </a:ext>
                  </a:extLst>
                </a:gridCol>
                <a:gridCol w="883194">
                  <a:extLst>
                    <a:ext uri="{9D8B030D-6E8A-4147-A177-3AD203B41FA5}">
                      <a16:colId xmlns:a16="http://schemas.microsoft.com/office/drawing/2014/main" val="2441393797"/>
                    </a:ext>
                  </a:extLst>
                </a:gridCol>
              </a:tblGrid>
              <a:tr h="14639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0940775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6D8F89A3-8FA3-404C-BC29-21B8591157CE}"/>
              </a:ext>
            </a:extLst>
          </p:cNvPr>
          <p:cNvGraphicFramePr>
            <a:graphicFrameLocks noGrp="1"/>
          </p:cNvGraphicFramePr>
          <p:nvPr/>
        </p:nvGraphicFramePr>
        <p:xfrm>
          <a:off x="2126569" y="1802339"/>
          <a:ext cx="17626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310">
                  <a:extLst>
                    <a:ext uri="{9D8B030D-6E8A-4147-A177-3AD203B41FA5}">
                      <a16:colId xmlns:a16="http://schemas.microsoft.com/office/drawing/2014/main" val="3514931863"/>
                    </a:ext>
                  </a:extLst>
                </a:gridCol>
                <a:gridCol w="881310">
                  <a:extLst>
                    <a:ext uri="{9D8B030D-6E8A-4147-A177-3AD203B41FA5}">
                      <a16:colId xmlns:a16="http://schemas.microsoft.com/office/drawing/2014/main" val="2441393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S[K]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940775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B8ED3BED-CF88-4E0F-BBEA-46DF26F6FB31}"/>
              </a:ext>
            </a:extLst>
          </p:cNvPr>
          <p:cNvSpPr/>
          <p:nvPr/>
        </p:nvSpPr>
        <p:spPr>
          <a:xfrm>
            <a:off x="2144613" y="1918532"/>
            <a:ext cx="1772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   .    .    .    .    .    .  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59BB9F-A199-47EA-A18D-581E72C1F22F}"/>
              </a:ext>
            </a:extLst>
          </p:cNvPr>
          <p:cNvCxnSpPr>
            <a:cxnSpLocks/>
          </p:cNvCxnSpPr>
          <p:nvPr/>
        </p:nvCxnSpPr>
        <p:spPr>
          <a:xfrm flipH="1">
            <a:off x="2123303" y="1576889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3F1201-958F-40E0-9AD8-4FFBB3EE51C0}"/>
              </a:ext>
            </a:extLst>
          </p:cNvPr>
          <p:cNvCxnSpPr>
            <a:cxnSpLocks/>
          </p:cNvCxnSpPr>
          <p:nvPr/>
        </p:nvCxnSpPr>
        <p:spPr>
          <a:xfrm flipH="1">
            <a:off x="3894037" y="1508391"/>
            <a:ext cx="1" cy="755700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933BCE3A-DF13-481F-A1DC-422F48C5F66F}"/>
              </a:ext>
            </a:extLst>
          </p:cNvPr>
          <p:cNvCxnSpPr>
            <a:cxnSpLocks/>
            <a:endCxn id="24" idx="1"/>
          </p:cNvCxnSpPr>
          <p:nvPr/>
        </p:nvCxnSpPr>
        <p:spPr>
          <a:xfrm rot="5400000">
            <a:off x="1163438" y="2034783"/>
            <a:ext cx="1806135" cy="15705"/>
          </a:xfrm>
          <a:prstGeom prst="bentConnector4">
            <a:avLst>
              <a:gd name="adj1" fmla="val 305"/>
              <a:gd name="adj2" fmla="val 1555587"/>
            </a:avLst>
          </a:prstGeom>
          <a:ln w="28575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93AE183C-F8FF-4A38-92ED-24E134E52ECE}"/>
              </a:ext>
            </a:extLst>
          </p:cNvPr>
          <p:cNvCxnSpPr>
            <a:cxnSpLocks/>
          </p:cNvCxnSpPr>
          <p:nvPr/>
        </p:nvCxnSpPr>
        <p:spPr>
          <a:xfrm rot="10800000">
            <a:off x="2103271" y="1409205"/>
            <a:ext cx="1541859" cy="1456299"/>
          </a:xfrm>
          <a:prstGeom prst="bentConnector3">
            <a:avLst>
              <a:gd name="adj1" fmla="val 110065"/>
            </a:avLst>
          </a:prstGeom>
          <a:ln w="28575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75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AA201E5-3801-4796-B26B-85C7FF428BAA}"/>
              </a:ext>
            </a:extLst>
          </p:cNvPr>
          <p:cNvGrpSpPr/>
          <p:nvPr/>
        </p:nvGrpSpPr>
        <p:grpSpPr>
          <a:xfrm>
            <a:off x="1855699" y="973020"/>
            <a:ext cx="6902355" cy="3121706"/>
            <a:chOff x="1855699" y="973020"/>
            <a:chExt cx="6902355" cy="31217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B7AC76A-2231-453F-A429-9CDF3C66F890}"/>
                </a:ext>
              </a:extLst>
            </p:cNvPr>
            <p:cNvGrpSpPr/>
            <p:nvPr/>
          </p:nvGrpSpPr>
          <p:grpSpPr>
            <a:xfrm>
              <a:off x="1855699" y="2263991"/>
              <a:ext cx="6351780" cy="542941"/>
              <a:chOff x="1426918" y="3110329"/>
              <a:chExt cx="3420938" cy="639424"/>
            </a:xfrm>
          </p:grpSpPr>
          <p:sp>
            <p:nvSpPr>
              <p:cNvPr id="109" name="Left-Right Arrow 3">
                <a:extLst>
                  <a:ext uri="{FF2B5EF4-FFF2-40B4-BE49-F238E27FC236}">
                    <a16:creationId xmlns:a16="http://schemas.microsoft.com/office/drawing/2014/main" id="{E3CEEB4F-546C-4636-9750-BDF9C3906757}"/>
                  </a:ext>
                </a:extLst>
              </p:cNvPr>
              <p:cNvSpPr/>
              <p:nvPr/>
            </p:nvSpPr>
            <p:spPr>
              <a:xfrm>
                <a:off x="1426918" y="3110329"/>
                <a:ext cx="3420938" cy="639424"/>
              </a:xfrm>
              <a:prstGeom prst="leftRightArrow">
                <a:avLst>
                  <a:gd name="adj1" fmla="val 50000"/>
                  <a:gd name="adj2" fmla="val 5304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99A7B038-B007-43EF-A49A-80BB7CEFFD6B}"/>
                  </a:ext>
                </a:extLst>
              </p:cNvPr>
              <p:cNvGrpSpPr/>
              <p:nvPr/>
            </p:nvGrpSpPr>
            <p:grpSpPr>
              <a:xfrm>
                <a:off x="1627938" y="3334857"/>
                <a:ext cx="2303100" cy="191132"/>
                <a:chOff x="2054599" y="3339121"/>
                <a:chExt cx="2303100" cy="191132"/>
              </a:xfrm>
            </p:grpSpPr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746295AC-4159-4366-85DE-2D8CACC32A30}"/>
                    </a:ext>
                  </a:extLst>
                </p:cNvPr>
                <p:cNvSpPr/>
                <p:nvPr/>
              </p:nvSpPr>
              <p:spPr>
                <a:xfrm>
                  <a:off x="2054599" y="3349857"/>
                  <a:ext cx="210244" cy="17734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01B8CE11-50EE-48B9-8D54-D85BA002619C}"/>
                    </a:ext>
                  </a:extLst>
                </p:cNvPr>
                <p:cNvSpPr/>
                <p:nvPr/>
              </p:nvSpPr>
              <p:spPr>
                <a:xfrm>
                  <a:off x="2340343" y="3339121"/>
                  <a:ext cx="223086" cy="17492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B9CA9988-2481-431A-970C-D1839F775B85}"/>
                    </a:ext>
                  </a:extLst>
                </p:cNvPr>
                <p:cNvSpPr/>
                <p:nvPr/>
              </p:nvSpPr>
              <p:spPr>
                <a:xfrm>
                  <a:off x="3072889" y="3361978"/>
                  <a:ext cx="189887" cy="16402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C006942D-8356-4885-9050-ADDD80A5AD13}"/>
                    </a:ext>
                  </a:extLst>
                </p:cNvPr>
                <p:cNvSpPr/>
                <p:nvPr/>
              </p:nvSpPr>
              <p:spPr>
                <a:xfrm>
                  <a:off x="4170809" y="3353955"/>
                  <a:ext cx="186890" cy="175777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B53FACE7-4705-4292-9441-7C32E99A0FE4}"/>
                    </a:ext>
                  </a:extLst>
                </p:cNvPr>
                <p:cNvSpPr/>
                <p:nvPr/>
              </p:nvSpPr>
              <p:spPr>
                <a:xfrm>
                  <a:off x="2866943" y="3358661"/>
                  <a:ext cx="138369" cy="170522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23E490A4-3C64-4AEE-BA09-EF772C8E955A}"/>
                    </a:ext>
                  </a:extLst>
                </p:cNvPr>
                <p:cNvSpPr/>
                <p:nvPr/>
              </p:nvSpPr>
              <p:spPr>
                <a:xfrm>
                  <a:off x="2619901" y="3354089"/>
                  <a:ext cx="182236" cy="1761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 sz="10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A922D4E-9CDF-43F3-B5FD-DC89F1331D9D}"/>
                </a:ext>
              </a:extLst>
            </p:cNvPr>
            <p:cNvSpPr txBox="1"/>
            <p:nvPr/>
          </p:nvSpPr>
          <p:spPr>
            <a:xfrm>
              <a:off x="4430682" y="2391433"/>
              <a:ext cx="2126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Communication Channel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6A5616CC-78F0-4CA4-9431-E4190E5E0EEC}"/>
                </a:ext>
              </a:extLst>
            </p:cNvPr>
            <p:cNvGrpSpPr/>
            <p:nvPr/>
          </p:nvGrpSpPr>
          <p:grpSpPr>
            <a:xfrm>
              <a:off x="2739892" y="973020"/>
              <a:ext cx="1669489" cy="1139970"/>
              <a:chOff x="2529871" y="304034"/>
              <a:chExt cx="1669489" cy="1139970"/>
            </a:xfrm>
          </p:grpSpPr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CCC2A6FA-3E9C-4571-9F4B-1307EBA1F39C}"/>
                  </a:ext>
                </a:extLst>
              </p:cNvPr>
              <p:cNvGrpSpPr/>
              <p:nvPr/>
            </p:nvGrpSpPr>
            <p:grpSpPr>
              <a:xfrm>
                <a:off x="2814447" y="328961"/>
                <a:ext cx="1384913" cy="767444"/>
                <a:chOff x="2465461" y="672748"/>
                <a:chExt cx="1384913" cy="767444"/>
              </a:xfrm>
            </p:grpSpPr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4A4B58FC-A5D6-4060-A141-B15FBA75891E}"/>
                    </a:ext>
                  </a:extLst>
                </p:cNvPr>
                <p:cNvSpPr/>
                <p:nvPr/>
              </p:nvSpPr>
              <p:spPr>
                <a:xfrm>
                  <a:off x="2533473" y="672748"/>
                  <a:ext cx="1237721" cy="767444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99F912DF-3FE9-4070-A730-CAC470022D67}"/>
                    </a:ext>
                  </a:extLst>
                </p:cNvPr>
                <p:cNvSpPr txBox="1"/>
                <p:nvPr/>
              </p:nvSpPr>
              <p:spPr>
                <a:xfrm>
                  <a:off x="2465461" y="700097"/>
                  <a:ext cx="13849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/>
                    <a:t>Physical Plant</a:t>
                  </a:r>
                </a:p>
              </p:txBody>
            </p:sp>
          </p:grpSp>
          <p:sp>
            <p:nvSpPr>
              <p:cNvPr id="192" name="Rectangle: Rounded Corners 191">
                <a:extLst>
                  <a:ext uri="{FF2B5EF4-FFF2-40B4-BE49-F238E27FC236}">
                    <a16:creationId xmlns:a16="http://schemas.microsoft.com/office/drawing/2014/main" id="{F2D42FC1-0C66-4E92-A424-ABE1316A76F5}"/>
                  </a:ext>
                </a:extLst>
              </p:cNvPr>
              <p:cNvSpPr/>
              <p:nvPr/>
            </p:nvSpPr>
            <p:spPr>
              <a:xfrm rot="16200000">
                <a:off x="2269750" y="564155"/>
                <a:ext cx="860253" cy="34001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</a:rPr>
                  <a:t>Sensor</a:t>
                </a:r>
              </a:p>
            </p:txBody>
          </p:sp>
          <p:sp>
            <p:nvSpPr>
              <p:cNvPr id="193" name="Rectangle: Rounded Corners 192">
                <a:extLst>
                  <a:ext uri="{FF2B5EF4-FFF2-40B4-BE49-F238E27FC236}">
                    <a16:creationId xmlns:a16="http://schemas.microsoft.com/office/drawing/2014/main" id="{C81489AA-D765-4B15-A0B5-9BB92A8EEB5C}"/>
                  </a:ext>
                </a:extLst>
              </p:cNvPr>
              <p:cNvSpPr/>
              <p:nvPr/>
            </p:nvSpPr>
            <p:spPr>
              <a:xfrm>
                <a:off x="2983281" y="1103992"/>
                <a:ext cx="1014420" cy="340012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</a:rPr>
                  <a:t>Actuator</a:t>
                </a:r>
              </a:p>
            </p:txBody>
          </p:sp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5014F342-4BEC-4BB3-851C-BE2A1B5811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093" b="32092"/>
              <a:stretch/>
            </p:blipFill>
            <p:spPr>
              <a:xfrm>
                <a:off x="2955841" y="618606"/>
                <a:ext cx="1144458" cy="409885"/>
              </a:xfrm>
              <a:prstGeom prst="rect">
                <a:avLst/>
              </a:prstGeom>
            </p:spPr>
          </p:pic>
        </p:grp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4237E87F-0C7E-4469-A1FB-7894675FE1E7}"/>
                </a:ext>
              </a:extLst>
            </p:cNvPr>
            <p:cNvCxnSpPr>
              <a:cxnSpLocks/>
              <a:stCxn id="121" idx="0"/>
            </p:cNvCxnSpPr>
            <p:nvPr/>
          </p:nvCxnSpPr>
          <p:spPr>
            <a:xfrm flipV="1">
              <a:off x="3865706" y="2104644"/>
              <a:ext cx="0" cy="3665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: Elbow 200">
              <a:extLst>
                <a:ext uri="{FF2B5EF4-FFF2-40B4-BE49-F238E27FC236}">
                  <a16:creationId xmlns:a16="http://schemas.microsoft.com/office/drawing/2014/main" id="{702EC079-CDC6-4811-9CE8-8F6C242AD3FA}"/>
                </a:ext>
              </a:extLst>
            </p:cNvPr>
            <p:cNvCxnSpPr>
              <a:stCxn id="192" idx="0"/>
            </p:cNvCxnSpPr>
            <p:nvPr/>
          </p:nvCxnSpPr>
          <p:spPr>
            <a:xfrm rot="10800000" flipV="1">
              <a:off x="2431078" y="1403146"/>
              <a:ext cx="308815" cy="106139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99B22213-7653-444A-99DA-0C7954559898}"/>
                </a:ext>
              </a:extLst>
            </p:cNvPr>
            <p:cNvSpPr/>
            <p:nvPr/>
          </p:nvSpPr>
          <p:spPr>
            <a:xfrm>
              <a:off x="2186918" y="2731355"/>
              <a:ext cx="4213882" cy="1363371"/>
            </a:xfrm>
            <a:prstGeom prst="roundRect">
              <a:avLst>
                <a:gd name="adj" fmla="val 5123"/>
              </a:avLst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62F2FA3-AF9F-48FE-BE36-1B98C3156504}"/>
                </a:ext>
              </a:extLst>
            </p:cNvPr>
            <p:cNvGrpSpPr/>
            <p:nvPr/>
          </p:nvGrpSpPr>
          <p:grpSpPr>
            <a:xfrm>
              <a:off x="4437514" y="1025296"/>
              <a:ext cx="1384913" cy="968446"/>
              <a:chOff x="5978523" y="524088"/>
              <a:chExt cx="1384913" cy="968446"/>
            </a:xfrm>
          </p:grpSpPr>
          <p:sp>
            <p:nvSpPr>
              <p:cNvPr id="226" name="Rectangle: Rounded Corners 225">
                <a:extLst>
                  <a:ext uri="{FF2B5EF4-FFF2-40B4-BE49-F238E27FC236}">
                    <a16:creationId xmlns:a16="http://schemas.microsoft.com/office/drawing/2014/main" id="{B93860DB-0B98-4A12-899F-F1BF24D341EB}"/>
                  </a:ext>
                </a:extLst>
              </p:cNvPr>
              <p:cNvSpPr/>
              <p:nvPr/>
            </p:nvSpPr>
            <p:spPr>
              <a:xfrm>
                <a:off x="5978523" y="524088"/>
                <a:ext cx="1384913" cy="968445"/>
              </a:xfrm>
              <a:prstGeom prst="roundRect">
                <a:avLst>
                  <a:gd name="adj" fmla="val 71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D6A68B65-0879-4085-B51F-609EC3438A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1537" y="1280652"/>
                <a:ext cx="1078923" cy="19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TextBox 69">
                <a:extLst>
                  <a:ext uri="{FF2B5EF4-FFF2-40B4-BE49-F238E27FC236}">
                    <a16:creationId xmlns:a16="http://schemas.microsoft.com/office/drawing/2014/main" id="{6A4D6D00-B103-4575-83F5-8E9C0884C61D}"/>
                  </a:ext>
                </a:extLst>
              </p:cNvPr>
              <p:cNvSpPr txBox="1"/>
              <p:nvPr/>
            </p:nvSpPr>
            <p:spPr>
              <a:xfrm>
                <a:off x="6552810" y="709930"/>
                <a:ext cx="755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000" b="1" dirty="0"/>
                  <a:t>Residue Statistics</a:t>
                </a:r>
                <a:endParaRPr lang="en-IN" sz="1000" b="1" dirty="0"/>
              </a:p>
            </p:txBody>
          </p: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1F617A4A-C127-435F-B54D-B65CC053EC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22304" y="731030"/>
                <a:ext cx="1223610" cy="3805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ADBD9BC4-C4D7-42AB-A9A2-E033DFEE9246}"/>
                  </a:ext>
                </a:extLst>
              </p:cNvPr>
              <p:cNvSpPr/>
              <p:nvPr/>
            </p:nvSpPr>
            <p:spPr>
              <a:xfrm>
                <a:off x="6036395" y="823774"/>
                <a:ext cx="1223610" cy="385929"/>
              </a:xfrm>
              <a:custGeom>
                <a:avLst/>
                <a:gdLst>
                  <a:gd name="connsiteX0" fmla="*/ 0 w 7529885"/>
                  <a:gd name="connsiteY0" fmla="*/ 357808 h 357808"/>
                  <a:gd name="connsiteX1" fmla="*/ 405516 w 7529885"/>
                  <a:gd name="connsiteY1" fmla="*/ 341906 h 357808"/>
                  <a:gd name="connsiteX2" fmla="*/ 453224 w 7529885"/>
                  <a:gd name="connsiteY2" fmla="*/ 326003 h 357808"/>
                  <a:gd name="connsiteX3" fmla="*/ 477078 w 7529885"/>
                  <a:gd name="connsiteY3" fmla="*/ 278295 h 357808"/>
                  <a:gd name="connsiteX4" fmla="*/ 500932 w 7529885"/>
                  <a:gd name="connsiteY4" fmla="*/ 262393 h 357808"/>
                  <a:gd name="connsiteX5" fmla="*/ 532737 w 7529885"/>
                  <a:gd name="connsiteY5" fmla="*/ 230587 h 357808"/>
                  <a:gd name="connsiteX6" fmla="*/ 548640 w 7529885"/>
                  <a:gd name="connsiteY6" fmla="*/ 206734 h 357808"/>
                  <a:gd name="connsiteX7" fmla="*/ 596348 w 7529885"/>
                  <a:gd name="connsiteY7" fmla="*/ 174928 h 357808"/>
                  <a:gd name="connsiteX8" fmla="*/ 683812 w 7529885"/>
                  <a:gd name="connsiteY8" fmla="*/ 182880 h 357808"/>
                  <a:gd name="connsiteX9" fmla="*/ 731520 w 7529885"/>
                  <a:gd name="connsiteY9" fmla="*/ 214685 h 357808"/>
                  <a:gd name="connsiteX10" fmla="*/ 779228 w 7529885"/>
                  <a:gd name="connsiteY10" fmla="*/ 230587 h 357808"/>
                  <a:gd name="connsiteX11" fmla="*/ 842838 w 7529885"/>
                  <a:gd name="connsiteY11" fmla="*/ 222636 h 357808"/>
                  <a:gd name="connsiteX12" fmla="*/ 874643 w 7529885"/>
                  <a:gd name="connsiteY12" fmla="*/ 214685 h 357808"/>
                  <a:gd name="connsiteX13" fmla="*/ 898497 w 7529885"/>
                  <a:gd name="connsiteY13" fmla="*/ 206734 h 357808"/>
                  <a:gd name="connsiteX14" fmla="*/ 1208598 w 7529885"/>
                  <a:gd name="connsiteY14" fmla="*/ 198782 h 357808"/>
                  <a:gd name="connsiteX15" fmla="*/ 1256306 w 7529885"/>
                  <a:gd name="connsiteY15" fmla="*/ 182880 h 357808"/>
                  <a:gd name="connsiteX16" fmla="*/ 1280160 w 7529885"/>
                  <a:gd name="connsiteY16" fmla="*/ 174928 h 357808"/>
                  <a:gd name="connsiteX17" fmla="*/ 1343770 w 7529885"/>
                  <a:gd name="connsiteY17" fmla="*/ 166977 h 357808"/>
                  <a:gd name="connsiteX18" fmla="*/ 1478942 w 7529885"/>
                  <a:gd name="connsiteY18" fmla="*/ 174928 h 357808"/>
                  <a:gd name="connsiteX19" fmla="*/ 1558455 w 7529885"/>
                  <a:gd name="connsiteY19" fmla="*/ 182880 h 357808"/>
                  <a:gd name="connsiteX20" fmla="*/ 1773141 w 7529885"/>
                  <a:gd name="connsiteY20" fmla="*/ 174928 h 357808"/>
                  <a:gd name="connsiteX21" fmla="*/ 1804946 w 7529885"/>
                  <a:gd name="connsiteY21" fmla="*/ 166977 h 357808"/>
                  <a:gd name="connsiteX22" fmla="*/ 1812897 w 7529885"/>
                  <a:gd name="connsiteY22" fmla="*/ 143123 h 357808"/>
                  <a:gd name="connsiteX23" fmla="*/ 1836751 w 7529885"/>
                  <a:gd name="connsiteY23" fmla="*/ 135172 h 357808"/>
                  <a:gd name="connsiteX24" fmla="*/ 1932167 w 7529885"/>
                  <a:gd name="connsiteY24" fmla="*/ 55659 h 357808"/>
                  <a:gd name="connsiteX25" fmla="*/ 1956021 w 7529885"/>
                  <a:gd name="connsiteY25" fmla="*/ 47707 h 357808"/>
                  <a:gd name="connsiteX26" fmla="*/ 2003728 w 7529885"/>
                  <a:gd name="connsiteY26" fmla="*/ 15902 h 357808"/>
                  <a:gd name="connsiteX27" fmla="*/ 2051436 w 7529885"/>
                  <a:gd name="connsiteY27" fmla="*/ 0 h 357808"/>
                  <a:gd name="connsiteX28" fmla="*/ 2122998 w 7529885"/>
                  <a:gd name="connsiteY28" fmla="*/ 15902 h 357808"/>
                  <a:gd name="connsiteX29" fmla="*/ 2170706 w 7529885"/>
                  <a:gd name="connsiteY29" fmla="*/ 39756 h 357808"/>
                  <a:gd name="connsiteX30" fmla="*/ 2250219 w 7529885"/>
                  <a:gd name="connsiteY30" fmla="*/ 31805 h 357808"/>
                  <a:gd name="connsiteX31" fmla="*/ 2274073 w 7529885"/>
                  <a:gd name="connsiteY31" fmla="*/ 15902 h 357808"/>
                  <a:gd name="connsiteX32" fmla="*/ 2297927 w 7529885"/>
                  <a:gd name="connsiteY32" fmla="*/ 7951 h 357808"/>
                  <a:gd name="connsiteX33" fmla="*/ 2353586 w 7529885"/>
                  <a:gd name="connsiteY33" fmla="*/ 15902 h 357808"/>
                  <a:gd name="connsiteX34" fmla="*/ 2401294 w 7529885"/>
                  <a:gd name="connsiteY34" fmla="*/ 47707 h 357808"/>
                  <a:gd name="connsiteX35" fmla="*/ 2504661 w 7529885"/>
                  <a:gd name="connsiteY35" fmla="*/ 55659 h 357808"/>
                  <a:gd name="connsiteX36" fmla="*/ 2528514 w 7529885"/>
                  <a:gd name="connsiteY36" fmla="*/ 63610 h 357808"/>
                  <a:gd name="connsiteX37" fmla="*/ 2608028 w 7529885"/>
                  <a:gd name="connsiteY37" fmla="*/ 79513 h 357808"/>
                  <a:gd name="connsiteX38" fmla="*/ 2679589 w 7529885"/>
                  <a:gd name="connsiteY38" fmla="*/ 119269 h 357808"/>
                  <a:gd name="connsiteX39" fmla="*/ 2751151 w 7529885"/>
                  <a:gd name="connsiteY39" fmla="*/ 119269 h 357808"/>
                  <a:gd name="connsiteX40" fmla="*/ 2767054 w 7529885"/>
                  <a:gd name="connsiteY40" fmla="*/ 166977 h 357808"/>
                  <a:gd name="connsiteX41" fmla="*/ 2775005 w 7529885"/>
                  <a:gd name="connsiteY41" fmla="*/ 190831 h 357808"/>
                  <a:gd name="connsiteX42" fmla="*/ 2822713 w 7529885"/>
                  <a:gd name="connsiteY42" fmla="*/ 206734 h 357808"/>
                  <a:gd name="connsiteX43" fmla="*/ 2870421 w 7529885"/>
                  <a:gd name="connsiteY43" fmla="*/ 238539 h 357808"/>
                  <a:gd name="connsiteX44" fmla="*/ 2918128 w 7529885"/>
                  <a:gd name="connsiteY44" fmla="*/ 254441 h 357808"/>
                  <a:gd name="connsiteX45" fmla="*/ 3077154 w 7529885"/>
                  <a:gd name="connsiteY45" fmla="*/ 246490 h 357808"/>
                  <a:gd name="connsiteX46" fmla="*/ 3108960 w 7529885"/>
                  <a:gd name="connsiteY46" fmla="*/ 238539 h 357808"/>
                  <a:gd name="connsiteX47" fmla="*/ 3753015 w 7529885"/>
                  <a:gd name="connsiteY47" fmla="*/ 246490 h 357808"/>
                  <a:gd name="connsiteX48" fmla="*/ 3824577 w 7529885"/>
                  <a:gd name="connsiteY48" fmla="*/ 270344 h 357808"/>
                  <a:gd name="connsiteX49" fmla="*/ 3848431 w 7529885"/>
                  <a:gd name="connsiteY49" fmla="*/ 278295 h 357808"/>
                  <a:gd name="connsiteX50" fmla="*/ 3872285 w 7529885"/>
                  <a:gd name="connsiteY50" fmla="*/ 294198 h 357808"/>
                  <a:gd name="connsiteX51" fmla="*/ 4071068 w 7529885"/>
                  <a:gd name="connsiteY51" fmla="*/ 294198 h 357808"/>
                  <a:gd name="connsiteX52" fmla="*/ 4381168 w 7529885"/>
                  <a:gd name="connsiteY52" fmla="*/ 286247 h 357808"/>
                  <a:gd name="connsiteX53" fmla="*/ 5398935 w 7529885"/>
                  <a:gd name="connsiteY53" fmla="*/ 278295 h 357808"/>
                  <a:gd name="connsiteX54" fmla="*/ 5820354 w 7529885"/>
                  <a:gd name="connsiteY54" fmla="*/ 278295 h 357808"/>
                  <a:gd name="connsiteX55" fmla="*/ 5876014 w 7529885"/>
                  <a:gd name="connsiteY55" fmla="*/ 262393 h 357808"/>
                  <a:gd name="connsiteX56" fmla="*/ 6297433 w 7529885"/>
                  <a:gd name="connsiteY56" fmla="*/ 270344 h 357808"/>
                  <a:gd name="connsiteX57" fmla="*/ 6321287 w 7529885"/>
                  <a:gd name="connsiteY57" fmla="*/ 278295 h 357808"/>
                  <a:gd name="connsiteX58" fmla="*/ 6384897 w 7529885"/>
                  <a:gd name="connsiteY58" fmla="*/ 286247 h 357808"/>
                  <a:gd name="connsiteX59" fmla="*/ 6440556 w 7529885"/>
                  <a:gd name="connsiteY59" fmla="*/ 302149 h 357808"/>
                  <a:gd name="connsiteX60" fmla="*/ 6615485 w 7529885"/>
                  <a:gd name="connsiteY60" fmla="*/ 294198 h 357808"/>
                  <a:gd name="connsiteX61" fmla="*/ 6663193 w 7529885"/>
                  <a:gd name="connsiteY61" fmla="*/ 278295 h 357808"/>
                  <a:gd name="connsiteX62" fmla="*/ 6734754 w 7529885"/>
                  <a:gd name="connsiteY62" fmla="*/ 262393 h 357808"/>
                  <a:gd name="connsiteX63" fmla="*/ 6917634 w 7529885"/>
                  <a:gd name="connsiteY63" fmla="*/ 246490 h 357808"/>
                  <a:gd name="connsiteX64" fmla="*/ 7195930 w 7529885"/>
                  <a:gd name="connsiteY64" fmla="*/ 246490 h 357808"/>
                  <a:gd name="connsiteX65" fmla="*/ 7227735 w 7529885"/>
                  <a:gd name="connsiteY65" fmla="*/ 254441 h 357808"/>
                  <a:gd name="connsiteX66" fmla="*/ 7283394 w 7529885"/>
                  <a:gd name="connsiteY66" fmla="*/ 262393 h 357808"/>
                  <a:gd name="connsiteX67" fmla="*/ 7339054 w 7529885"/>
                  <a:gd name="connsiteY67" fmla="*/ 278295 h 357808"/>
                  <a:gd name="connsiteX68" fmla="*/ 7529885 w 7529885"/>
                  <a:gd name="connsiteY68" fmla="*/ 286247 h 357808"/>
                  <a:gd name="connsiteX0" fmla="*/ 0 w 7529885"/>
                  <a:gd name="connsiteY0" fmla="*/ 357808 h 357808"/>
                  <a:gd name="connsiteX1" fmla="*/ 405516 w 7529885"/>
                  <a:gd name="connsiteY1" fmla="*/ 341906 h 357808"/>
                  <a:gd name="connsiteX2" fmla="*/ 453224 w 7529885"/>
                  <a:gd name="connsiteY2" fmla="*/ 326003 h 357808"/>
                  <a:gd name="connsiteX3" fmla="*/ 477078 w 7529885"/>
                  <a:gd name="connsiteY3" fmla="*/ 278295 h 357808"/>
                  <a:gd name="connsiteX4" fmla="*/ 500932 w 7529885"/>
                  <a:gd name="connsiteY4" fmla="*/ 262393 h 357808"/>
                  <a:gd name="connsiteX5" fmla="*/ 532737 w 7529885"/>
                  <a:gd name="connsiteY5" fmla="*/ 230587 h 357808"/>
                  <a:gd name="connsiteX6" fmla="*/ 548640 w 7529885"/>
                  <a:gd name="connsiteY6" fmla="*/ 206734 h 357808"/>
                  <a:gd name="connsiteX7" fmla="*/ 596348 w 7529885"/>
                  <a:gd name="connsiteY7" fmla="*/ 174928 h 357808"/>
                  <a:gd name="connsiteX8" fmla="*/ 683812 w 7529885"/>
                  <a:gd name="connsiteY8" fmla="*/ 182880 h 357808"/>
                  <a:gd name="connsiteX9" fmla="*/ 731520 w 7529885"/>
                  <a:gd name="connsiteY9" fmla="*/ 214685 h 357808"/>
                  <a:gd name="connsiteX10" fmla="*/ 779228 w 7529885"/>
                  <a:gd name="connsiteY10" fmla="*/ 230587 h 357808"/>
                  <a:gd name="connsiteX11" fmla="*/ 842838 w 7529885"/>
                  <a:gd name="connsiteY11" fmla="*/ 222636 h 357808"/>
                  <a:gd name="connsiteX12" fmla="*/ 874643 w 7529885"/>
                  <a:gd name="connsiteY12" fmla="*/ 214685 h 357808"/>
                  <a:gd name="connsiteX13" fmla="*/ 898497 w 7529885"/>
                  <a:gd name="connsiteY13" fmla="*/ 206734 h 357808"/>
                  <a:gd name="connsiteX14" fmla="*/ 1208598 w 7529885"/>
                  <a:gd name="connsiteY14" fmla="*/ 198782 h 357808"/>
                  <a:gd name="connsiteX15" fmla="*/ 1256306 w 7529885"/>
                  <a:gd name="connsiteY15" fmla="*/ 182880 h 357808"/>
                  <a:gd name="connsiteX16" fmla="*/ 1280160 w 7529885"/>
                  <a:gd name="connsiteY16" fmla="*/ 174928 h 357808"/>
                  <a:gd name="connsiteX17" fmla="*/ 1343770 w 7529885"/>
                  <a:gd name="connsiteY17" fmla="*/ 166977 h 357808"/>
                  <a:gd name="connsiteX18" fmla="*/ 1478942 w 7529885"/>
                  <a:gd name="connsiteY18" fmla="*/ 174928 h 357808"/>
                  <a:gd name="connsiteX19" fmla="*/ 1558455 w 7529885"/>
                  <a:gd name="connsiteY19" fmla="*/ 182880 h 357808"/>
                  <a:gd name="connsiteX20" fmla="*/ 1773141 w 7529885"/>
                  <a:gd name="connsiteY20" fmla="*/ 174928 h 357808"/>
                  <a:gd name="connsiteX21" fmla="*/ 1804946 w 7529885"/>
                  <a:gd name="connsiteY21" fmla="*/ 166977 h 357808"/>
                  <a:gd name="connsiteX22" fmla="*/ 1812897 w 7529885"/>
                  <a:gd name="connsiteY22" fmla="*/ 143123 h 357808"/>
                  <a:gd name="connsiteX23" fmla="*/ 1836751 w 7529885"/>
                  <a:gd name="connsiteY23" fmla="*/ 135172 h 357808"/>
                  <a:gd name="connsiteX24" fmla="*/ 1932167 w 7529885"/>
                  <a:gd name="connsiteY24" fmla="*/ 55659 h 357808"/>
                  <a:gd name="connsiteX25" fmla="*/ 1956021 w 7529885"/>
                  <a:gd name="connsiteY25" fmla="*/ 47707 h 357808"/>
                  <a:gd name="connsiteX26" fmla="*/ 2003728 w 7529885"/>
                  <a:gd name="connsiteY26" fmla="*/ 15902 h 357808"/>
                  <a:gd name="connsiteX27" fmla="*/ 2051436 w 7529885"/>
                  <a:gd name="connsiteY27" fmla="*/ 0 h 357808"/>
                  <a:gd name="connsiteX28" fmla="*/ 2122998 w 7529885"/>
                  <a:gd name="connsiteY28" fmla="*/ 15902 h 357808"/>
                  <a:gd name="connsiteX29" fmla="*/ 2170706 w 7529885"/>
                  <a:gd name="connsiteY29" fmla="*/ 39756 h 357808"/>
                  <a:gd name="connsiteX30" fmla="*/ 2250219 w 7529885"/>
                  <a:gd name="connsiteY30" fmla="*/ 31805 h 357808"/>
                  <a:gd name="connsiteX31" fmla="*/ 2274073 w 7529885"/>
                  <a:gd name="connsiteY31" fmla="*/ 15902 h 357808"/>
                  <a:gd name="connsiteX32" fmla="*/ 2297927 w 7529885"/>
                  <a:gd name="connsiteY32" fmla="*/ 7951 h 357808"/>
                  <a:gd name="connsiteX33" fmla="*/ 2353586 w 7529885"/>
                  <a:gd name="connsiteY33" fmla="*/ 15902 h 357808"/>
                  <a:gd name="connsiteX34" fmla="*/ 2401294 w 7529885"/>
                  <a:gd name="connsiteY34" fmla="*/ 47707 h 357808"/>
                  <a:gd name="connsiteX35" fmla="*/ 2504661 w 7529885"/>
                  <a:gd name="connsiteY35" fmla="*/ 55659 h 357808"/>
                  <a:gd name="connsiteX36" fmla="*/ 2528514 w 7529885"/>
                  <a:gd name="connsiteY36" fmla="*/ 63610 h 357808"/>
                  <a:gd name="connsiteX37" fmla="*/ 2608028 w 7529885"/>
                  <a:gd name="connsiteY37" fmla="*/ 79513 h 357808"/>
                  <a:gd name="connsiteX38" fmla="*/ 2679589 w 7529885"/>
                  <a:gd name="connsiteY38" fmla="*/ 119269 h 357808"/>
                  <a:gd name="connsiteX39" fmla="*/ 2709302 w 7529885"/>
                  <a:gd name="connsiteY39" fmla="*/ 156128 h 357808"/>
                  <a:gd name="connsiteX40" fmla="*/ 2767054 w 7529885"/>
                  <a:gd name="connsiteY40" fmla="*/ 166977 h 357808"/>
                  <a:gd name="connsiteX41" fmla="*/ 2775005 w 7529885"/>
                  <a:gd name="connsiteY41" fmla="*/ 190831 h 357808"/>
                  <a:gd name="connsiteX42" fmla="*/ 2822713 w 7529885"/>
                  <a:gd name="connsiteY42" fmla="*/ 206734 h 357808"/>
                  <a:gd name="connsiteX43" fmla="*/ 2870421 w 7529885"/>
                  <a:gd name="connsiteY43" fmla="*/ 238539 h 357808"/>
                  <a:gd name="connsiteX44" fmla="*/ 2918128 w 7529885"/>
                  <a:gd name="connsiteY44" fmla="*/ 254441 h 357808"/>
                  <a:gd name="connsiteX45" fmla="*/ 3077154 w 7529885"/>
                  <a:gd name="connsiteY45" fmla="*/ 246490 h 357808"/>
                  <a:gd name="connsiteX46" fmla="*/ 3108960 w 7529885"/>
                  <a:gd name="connsiteY46" fmla="*/ 238539 h 357808"/>
                  <a:gd name="connsiteX47" fmla="*/ 3753015 w 7529885"/>
                  <a:gd name="connsiteY47" fmla="*/ 246490 h 357808"/>
                  <a:gd name="connsiteX48" fmla="*/ 3824577 w 7529885"/>
                  <a:gd name="connsiteY48" fmla="*/ 270344 h 357808"/>
                  <a:gd name="connsiteX49" fmla="*/ 3848431 w 7529885"/>
                  <a:gd name="connsiteY49" fmla="*/ 278295 h 357808"/>
                  <a:gd name="connsiteX50" fmla="*/ 3872285 w 7529885"/>
                  <a:gd name="connsiteY50" fmla="*/ 294198 h 357808"/>
                  <a:gd name="connsiteX51" fmla="*/ 4071068 w 7529885"/>
                  <a:gd name="connsiteY51" fmla="*/ 294198 h 357808"/>
                  <a:gd name="connsiteX52" fmla="*/ 4381168 w 7529885"/>
                  <a:gd name="connsiteY52" fmla="*/ 286247 h 357808"/>
                  <a:gd name="connsiteX53" fmla="*/ 5398935 w 7529885"/>
                  <a:gd name="connsiteY53" fmla="*/ 278295 h 357808"/>
                  <a:gd name="connsiteX54" fmla="*/ 5820354 w 7529885"/>
                  <a:gd name="connsiteY54" fmla="*/ 278295 h 357808"/>
                  <a:gd name="connsiteX55" fmla="*/ 5876014 w 7529885"/>
                  <a:gd name="connsiteY55" fmla="*/ 262393 h 357808"/>
                  <a:gd name="connsiteX56" fmla="*/ 6297433 w 7529885"/>
                  <a:gd name="connsiteY56" fmla="*/ 270344 h 357808"/>
                  <a:gd name="connsiteX57" fmla="*/ 6321287 w 7529885"/>
                  <a:gd name="connsiteY57" fmla="*/ 278295 h 357808"/>
                  <a:gd name="connsiteX58" fmla="*/ 6384897 w 7529885"/>
                  <a:gd name="connsiteY58" fmla="*/ 286247 h 357808"/>
                  <a:gd name="connsiteX59" fmla="*/ 6440556 w 7529885"/>
                  <a:gd name="connsiteY59" fmla="*/ 302149 h 357808"/>
                  <a:gd name="connsiteX60" fmla="*/ 6615485 w 7529885"/>
                  <a:gd name="connsiteY60" fmla="*/ 294198 h 357808"/>
                  <a:gd name="connsiteX61" fmla="*/ 6663193 w 7529885"/>
                  <a:gd name="connsiteY61" fmla="*/ 278295 h 357808"/>
                  <a:gd name="connsiteX62" fmla="*/ 6734754 w 7529885"/>
                  <a:gd name="connsiteY62" fmla="*/ 262393 h 357808"/>
                  <a:gd name="connsiteX63" fmla="*/ 6917634 w 7529885"/>
                  <a:gd name="connsiteY63" fmla="*/ 246490 h 357808"/>
                  <a:gd name="connsiteX64" fmla="*/ 7195930 w 7529885"/>
                  <a:gd name="connsiteY64" fmla="*/ 246490 h 357808"/>
                  <a:gd name="connsiteX65" fmla="*/ 7227735 w 7529885"/>
                  <a:gd name="connsiteY65" fmla="*/ 254441 h 357808"/>
                  <a:gd name="connsiteX66" fmla="*/ 7283394 w 7529885"/>
                  <a:gd name="connsiteY66" fmla="*/ 262393 h 357808"/>
                  <a:gd name="connsiteX67" fmla="*/ 7339054 w 7529885"/>
                  <a:gd name="connsiteY67" fmla="*/ 278295 h 357808"/>
                  <a:gd name="connsiteX68" fmla="*/ 7529885 w 7529885"/>
                  <a:gd name="connsiteY68" fmla="*/ 286247 h 357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7529885" h="357808">
                    <a:moveTo>
                      <a:pt x="0" y="357808"/>
                    </a:moveTo>
                    <a:cubicBezTo>
                      <a:pt x="169956" y="323818"/>
                      <a:pt x="-69582" y="369316"/>
                      <a:pt x="405516" y="341906"/>
                    </a:cubicBezTo>
                    <a:cubicBezTo>
                      <a:pt x="422251" y="340941"/>
                      <a:pt x="453224" y="326003"/>
                      <a:pt x="453224" y="326003"/>
                    </a:cubicBezTo>
                    <a:cubicBezTo>
                      <a:pt x="459691" y="306601"/>
                      <a:pt x="461663" y="293709"/>
                      <a:pt x="477078" y="278295"/>
                    </a:cubicBezTo>
                    <a:cubicBezTo>
                      <a:pt x="483835" y="271538"/>
                      <a:pt x="492981" y="267694"/>
                      <a:pt x="500932" y="262393"/>
                    </a:cubicBezTo>
                    <a:cubicBezTo>
                      <a:pt x="518279" y="210350"/>
                      <a:pt x="494186" y="261427"/>
                      <a:pt x="532737" y="230587"/>
                    </a:cubicBezTo>
                    <a:cubicBezTo>
                      <a:pt x="540199" y="224617"/>
                      <a:pt x="542522" y="214075"/>
                      <a:pt x="548640" y="206734"/>
                    </a:cubicBezTo>
                    <a:cubicBezTo>
                      <a:pt x="571549" y="179244"/>
                      <a:pt x="566948" y="184729"/>
                      <a:pt x="596348" y="174928"/>
                    </a:cubicBezTo>
                    <a:cubicBezTo>
                      <a:pt x="625503" y="177579"/>
                      <a:pt x="655727" y="174620"/>
                      <a:pt x="683812" y="182880"/>
                    </a:cubicBezTo>
                    <a:cubicBezTo>
                      <a:pt x="702148" y="188273"/>
                      <a:pt x="713388" y="208641"/>
                      <a:pt x="731520" y="214685"/>
                    </a:cubicBezTo>
                    <a:lnTo>
                      <a:pt x="779228" y="230587"/>
                    </a:lnTo>
                    <a:cubicBezTo>
                      <a:pt x="800431" y="227937"/>
                      <a:pt x="821760" y="226149"/>
                      <a:pt x="842838" y="222636"/>
                    </a:cubicBezTo>
                    <a:cubicBezTo>
                      <a:pt x="853617" y="220840"/>
                      <a:pt x="864136" y="217687"/>
                      <a:pt x="874643" y="214685"/>
                    </a:cubicBezTo>
                    <a:cubicBezTo>
                      <a:pt x="882702" y="212383"/>
                      <a:pt x="890125" y="207133"/>
                      <a:pt x="898497" y="206734"/>
                    </a:cubicBezTo>
                    <a:cubicBezTo>
                      <a:pt x="1001781" y="201816"/>
                      <a:pt x="1105231" y="201433"/>
                      <a:pt x="1208598" y="198782"/>
                    </a:cubicBezTo>
                    <a:lnTo>
                      <a:pt x="1256306" y="182880"/>
                    </a:lnTo>
                    <a:cubicBezTo>
                      <a:pt x="1264257" y="180230"/>
                      <a:pt x="1271843" y="175968"/>
                      <a:pt x="1280160" y="174928"/>
                    </a:cubicBezTo>
                    <a:lnTo>
                      <a:pt x="1343770" y="166977"/>
                    </a:lnTo>
                    <a:lnTo>
                      <a:pt x="1478942" y="174928"/>
                    </a:lnTo>
                    <a:cubicBezTo>
                      <a:pt x="1505506" y="176896"/>
                      <a:pt x="1531818" y="182880"/>
                      <a:pt x="1558455" y="182880"/>
                    </a:cubicBezTo>
                    <a:cubicBezTo>
                      <a:pt x="1630066" y="182880"/>
                      <a:pt x="1701579" y="177579"/>
                      <a:pt x="1773141" y="174928"/>
                    </a:cubicBezTo>
                    <a:cubicBezTo>
                      <a:pt x="1783743" y="172278"/>
                      <a:pt x="1796413" y="173804"/>
                      <a:pt x="1804946" y="166977"/>
                    </a:cubicBezTo>
                    <a:cubicBezTo>
                      <a:pt x="1811491" y="161741"/>
                      <a:pt x="1806970" y="149050"/>
                      <a:pt x="1812897" y="143123"/>
                    </a:cubicBezTo>
                    <a:cubicBezTo>
                      <a:pt x="1818824" y="137196"/>
                      <a:pt x="1828800" y="137822"/>
                      <a:pt x="1836751" y="135172"/>
                    </a:cubicBezTo>
                    <a:cubicBezTo>
                      <a:pt x="1858897" y="113026"/>
                      <a:pt x="1898955" y="66731"/>
                      <a:pt x="1932167" y="55659"/>
                    </a:cubicBezTo>
                    <a:cubicBezTo>
                      <a:pt x="1940118" y="53008"/>
                      <a:pt x="1948694" y="51777"/>
                      <a:pt x="1956021" y="47707"/>
                    </a:cubicBezTo>
                    <a:cubicBezTo>
                      <a:pt x="1972728" y="38425"/>
                      <a:pt x="1985596" y="21946"/>
                      <a:pt x="2003728" y="15902"/>
                    </a:cubicBezTo>
                    <a:lnTo>
                      <a:pt x="2051436" y="0"/>
                    </a:lnTo>
                    <a:cubicBezTo>
                      <a:pt x="2069757" y="3053"/>
                      <a:pt x="2103425" y="6115"/>
                      <a:pt x="2122998" y="15902"/>
                    </a:cubicBezTo>
                    <a:cubicBezTo>
                      <a:pt x="2184653" y="46730"/>
                      <a:pt x="2110749" y="19771"/>
                      <a:pt x="2170706" y="39756"/>
                    </a:cubicBezTo>
                    <a:cubicBezTo>
                      <a:pt x="2197210" y="37106"/>
                      <a:pt x="2224265" y="37794"/>
                      <a:pt x="2250219" y="31805"/>
                    </a:cubicBezTo>
                    <a:cubicBezTo>
                      <a:pt x="2259531" y="29656"/>
                      <a:pt x="2265526" y="20176"/>
                      <a:pt x="2274073" y="15902"/>
                    </a:cubicBezTo>
                    <a:cubicBezTo>
                      <a:pt x="2281570" y="12154"/>
                      <a:pt x="2289976" y="10601"/>
                      <a:pt x="2297927" y="7951"/>
                    </a:cubicBezTo>
                    <a:cubicBezTo>
                      <a:pt x="2316480" y="10601"/>
                      <a:pt x="2336185" y="8942"/>
                      <a:pt x="2353586" y="15902"/>
                    </a:cubicBezTo>
                    <a:cubicBezTo>
                      <a:pt x="2413258" y="39771"/>
                      <a:pt x="2344492" y="40607"/>
                      <a:pt x="2401294" y="47707"/>
                    </a:cubicBezTo>
                    <a:cubicBezTo>
                      <a:pt x="2435585" y="51993"/>
                      <a:pt x="2470205" y="53008"/>
                      <a:pt x="2504661" y="55659"/>
                    </a:cubicBezTo>
                    <a:cubicBezTo>
                      <a:pt x="2512612" y="58309"/>
                      <a:pt x="2520296" y="61966"/>
                      <a:pt x="2528514" y="63610"/>
                    </a:cubicBezTo>
                    <a:cubicBezTo>
                      <a:pt x="2544572" y="66821"/>
                      <a:pt x="2587815" y="68284"/>
                      <a:pt x="2608028" y="79513"/>
                    </a:cubicBezTo>
                    <a:cubicBezTo>
                      <a:pt x="2690045" y="125079"/>
                      <a:pt x="2625616" y="101279"/>
                      <a:pt x="2679589" y="119269"/>
                    </a:cubicBezTo>
                    <a:cubicBezTo>
                      <a:pt x="2736363" y="100345"/>
                      <a:pt x="2671500" y="130928"/>
                      <a:pt x="2709302" y="156128"/>
                    </a:cubicBezTo>
                    <a:cubicBezTo>
                      <a:pt x="2728553" y="159744"/>
                      <a:pt x="2756104" y="161193"/>
                      <a:pt x="2767054" y="166977"/>
                    </a:cubicBezTo>
                    <a:cubicBezTo>
                      <a:pt x="2778005" y="172761"/>
                      <a:pt x="2767054" y="188181"/>
                      <a:pt x="2775005" y="190831"/>
                    </a:cubicBezTo>
                    <a:lnTo>
                      <a:pt x="2822713" y="206734"/>
                    </a:lnTo>
                    <a:cubicBezTo>
                      <a:pt x="2846173" y="241924"/>
                      <a:pt x="2827633" y="225703"/>
                      <a:pt x="2870421" y="238539"/>
                    </a:cubicBezTo>
                    <a:cubicBezTo>
                      <a:pt x="2886477" y="243356"/>
                      <a:pt x="2918128" y="254441"/>
                      <a:pt x="2918128" y="254441"/>
                    </a:cubicBezTo>
                    <a:cubicBezTo>
                      <a:pt x="2971137" y="251791"/>
                      <a:pt x="3024262" y="250897"/>
                      <a:pt x="3077154" y="246490"/>
                    </a:cubicBezTo>
                    <a:cubicBezTo>
                      <a:pt x="3088045" y="245582"/>
                      <a:pt x="3098032" y="238539"/>
                      <a:pt x="3108960" y="238539"/>
                    </a:cubicBezTo>
                    <a:cubicBezTo>
                      <a:pt x="3323661" y="238539"/>
                      <a:pt x="3538330" y="243840"/>
                      <a:pt x="3753015" y="246490"/>
                    </a:cubicBezTo>
                    <a:lnTo>
                      <a:pt x="3824577" y="270344"/>
                    </a:lnTo>
                    <a:lnTo>
                      <a:pt x="3848431" y="278295"/>
                    </a:lnTo>
                    <a:cubicBezTo>
                      <a:pt x="3856382" y="283596"/>
                      <a:pt x="3863501" y="290434"/>
                      <a:pt x="3872285" y="294198"/>
                    </a:cubicBezTo>
                    <a:cubicBezTo>
                      <a:pt x="3926031" y="317232"/>
                      <a:pt x="4056945" y="294669"/>
                      <a:pt x="4071068" y="294198"/>
                    </a:cubicBezTo>
                    <a:lnTo>
                      <a:pt x="4381168" y="286247"/>
                    </a:lnTo>
                    <a:cubicBezTo>
                      <a:pt x="4699182" y="180233"/>
                      <a:pt x="5179306" y="276480"/>
                      <a:pt x="5398935" y="278295"/>
                    </a:cubicBezTo>
                    <a:cubicBezTo>
                      <a:pt x="5547354" y="327772"/>
                      <a:pt x="5433080" y="292639"/>
                      <a:pt x="5820354" y="278295"/>
                    </a:cubicBezTo>
                    <a:cubicBezTo>
                      <a:pt x="5831587" y="277879"/>
                      <a:pt x="5863807" y="266462"/>
                      <a:pt x="5876014" y="262393"/>
                    </a:cubicBezTo>
                    <a:lnTo>
                      <a:pt x="6297433" y="270344"/>
                    </a:lnTo>
                    <a:cubicBezTo>
                      <a:pt x="6305809" y="270643"/>
                      <a:pt x="6313041" y="276796"/>
                      <a:pt x="6321287" y="278295"/>
                    </a:cubicBezTo>
                    <a:cubicBezTo>
                      <a:pt x="6342311" y="282118"/>
                      <a:pt x="6363819" y="282734"/>
                      <a:pt x="6384897" y="286247"/>
                    </a:cubicBezTo>
                    <a:cubicBezTo>
                      <a:pt x="6404866" y="289575"/>
                      <a:pt x="6421649" y="295847"/>
                      <a:pt x="6440556" y="302149"/>
                    </a:cubicBezTo>
                    <a:cubicBezTo>
                      <a:pt x="6498866" y="299499"/>
                      <a:pt x="6557447" y="300416"/>
                      <a:pt x="6615485" y="294198"/>
                    </a:cubicBezTo>
                    <a:cubicBezTo>
                      <a:pt x="6632153" y="292412"/>
                      <a:pt x="6646931" y="282360"/>
                      <a:pt x="6663193" y="278295"/>
                    </a:cubicBezTo>
                    <a:cubicBezTo>
                      <a:pt x="6697230" y="269786"/>
                      <a:pt x="6697736" y="269124"/>
                      <a:pt x="6734754" y="262393"/>
                    </a:cubicBezTo>
                    <a:cubicBezTo>
                      <a:pt x="6815629" y="247688"/>
                      <a:pt x="6798155" y="253518"/>
                      <a:pt x="6917634" y="246490"/>
                    </a:cubicBezTo>
                    <a:cubicBezTo>
                      <a:pt x="7038861" y="229173"/>
                      <a:pt x="6986047" y="233373"/>
                      <a:pt x="7195930" y="246490"/>
                    </a:cubicBezTo>
                    <a:cubicBezTo>
                      <a:pt x="7206837" y="247172"/>
                      <a:pt x="7216983" y="252486"/>
                      <a:pt x="7227735" y="254441"/>
                    </a:cubicBezTo>
                    <a:cubicBezTo>
                      <a:pt x="7246174" y="257794"/>
                      <a:pt x="7264841" y="259742"/>
                      <a:pt x="7283394" y="262393"/>
                    </a:cubicBezTo>
                    <a:cubicBezTo>
                      <a:pt x="7297062" y="266949"/>
                      <a:pt x="7325916" y="277244"/>
                      <a:pt x="7339054" y="278295"/>
                    </a:cubicBezTo>
                    <a:cubicBezTo>
                      <a:pt x="7443180" y="286625"/>
                      <a:pt x="7460411" y="286247"/>
                      <a:pt x="7529885" y="28624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TextBox 101">
                    <a:extLst>
                      <a:ext uri="{FF2B5EF4-FFF2-40B4-BE49-F238E27FC236}">
                        <a16:creationId xmlns:a16="http://schemas.microsoft.com/office/drawing/2014/main" id="{FDCA14B0-1DC7-47AE-9D6E-703086D7D126}"/>
                      </a:ext>
                    </a:extLst>
                  </p:cNvPr>
                  <p:cNvSpPr txBox="1"/>
                  <p:nvPr/>
                </p:nvSpPr>
                <p:spPr>
                  <a:xfrm>
                    <a:off x="5997888" y="1261702"/>
                    <a:ext cx="1237721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9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9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IN" sz="9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IN" sz="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𝑻𝒉</m:t>
                        </m:r>
                      </m:oMath>
                    </a14:m>
                    <a:r>
                      <a:rPr lang="en-GB" sz="900" b="1" dirty="0">
                        <a:solidFill>
                          <a:srgbClr val="FF0000"/>
                        </a:solidFill>
                      </a:rPr>
                      <a:t> =&gt; Attack?</a:t>
                    </a:r>
                    <a:endParaRPr lang="en-IN" sz="9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4" name="TextBox 101">
                    <a:extLst>
                      <a:ext uri="{FF2B5EF4-FFF2-40B4-BE49-F238E27FC236}">
                        <a16:creationId xmlns:a16="http://schemas.microsoft.com/office/drawing/2014/main" id="{FDCA14B0-1DC7-47AE-9D6E-703086D7D1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97888" y="1261702"/>
                    <a:ext cx="1237721" cy="2308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15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0" name="TextBox 69">
                <a:extLst>
                  <a:ext uri="{FF2B5EF4-FFF2-40B4-BE49-F238E27FC236}">
                    <a16:creationId xmlns:a16="http://schemas.microsoft.com/office/drawing/2014/main" id="{D4CD99F1-3597-4CAF-A323-5DDBC1D0611E}"/>
                  </a:ext>
                </a:extLst>
              </p:cNvPr>
              <p:cNvSpPr txBox="1"/>
              <p:nvPr/>
            </p:nvSpPr>
            <p:spPr>
              <a:xfrm>
                <a:off x="6106218" y="524089"/>
                <a:ext cx="75519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000" b="1" dirty="0">
                    <a:solidFill>
                      <a:srgbClr val="FF0000"/>
                    </a:solidFill>
                  </a:rPr>
                  <a:t>Threshold</a:t>
                </a:r>
                <a:endParaRPr lang="en-IN" sz="10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BD64C3DF-FC13-414E-AA3E-D9E1AC945DCE}"/>
                </a:ext>
              </a:extLst>
            </p:cNvPr>
            <p:cNvSpPr/>
            <p:nvPr/>
          </p:nvSpPr>
          <p:spPr>
            <a:xfrm>
              <a:off x="2305011" y="3482238"/>
              <a:ext cx="261513" cy="43012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3C9D3B7D-D2F0-4E19-A8D0-B1F2E4F1CFC6}"/>
                </a:ext>
              </a:extLst>
            </p:cNvPr>
            <p:cNvSpPr/>
            <p:nvPr/>
          </p:nvSpPr>
          <p:spPr>
            <a:xfrm>
              <a:off x="2972091" y="3486185"/>
              <a:ext cx="306463" cy="41661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603491AF-FAAD-4493-94FE-08A2029DDA38}"/>
                </a:ext>
              </a:extLst>
            </p:cNvPr>
            <p:cNvSpPr/>
            <p:nvPr/>
          </p:nvSpPr>
          <p:spPr>
            <a:xfrm>
              <a:off x="2566524" y="3481876"/>
              <a:ext cx="405568" cy="427164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71C8DC16-9EE0-41E6-BE1E-869E60BAE6A9}"/>
                </a:ext>
              </a:extLst>
            </p:cNvPr>
            <p:cNvSpPr txBox="1"/>
            <p:nvPr/>
          </p:nvSpPr>
          <p:spPr>
            <a:xfrm>
              <a:off x="4633833" y="2702157"/>
              <a:ext cx="12556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Controller Unit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A72904F-CD2B-4C2D-98DF-8763479A404A}"/>
                </a:ext>
              </a:extLst>
            </p:cNvPr>
            <p:cNvGrpSpPr/>
            <p:nvPr/>
          </p:nvGrpSpPr>
          <p:grpSpPr>
            <a:xfrm>
              <a:off x="2237138" y="2953283"/>
              <a:ext cx="4044215" cy="294713"/>
              <a:chOff x="2128808" y="5103362"/>
              <a:chExt cx="4044215" cy="156751"/>
            </a:xfrm>
          </p:grpSpPr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7B989A79-4B42-4297-A462-56CE54158CF0}"/>
                  </a:ext>
                </a:extLst>
              </p:cNvPr>
              <p:cNvSpPr/>
              <p:nvPr/>
            </p:nvSpPr>
            <p:spPr>
              <a:xfrm rot="16200000">
                <a:off x="4074750" y="3159464"/>
                <a:ext cx="152332" cy="4044215"/>
              </a:xfrm>
              <a:prstGeom prst="roundRect">
                <a:avLst>
                  <a:gd name="adj" fmla="val 12346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753C1BD1-A141-4269-8014-3FD66937EA0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41330" y="5182547"/>
                <a:ext cx="1523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0A45CB8-9C6A-4417-B74B-3BEE63D36F0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78230" y="5182547"/>
                <a:ext cx="1523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F7FE268-2000-4DCE-81EA-01709B08E9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96239" y="5183947"/>
                <a:ext cx="1523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B2A0852-2637-4160-9A91-1EC30A050DB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540471" y="5183732"/>
                <a:ext cx="1523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065C3FA9-6238-4421-BAFA-98BEF633D12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812219" y="5179528"/>
                <a:ext cx="1523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6CD14657-40AC-4029-8FBA-21610D4B9D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134124" y="5180882"/>
                <a:ext cx="1523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C58F5F2-4D19-4ADF-8671-41D99A38D68E}"/>
                </a:ext>
              </a:extLst>
            </p:cNvPr>
            <p:cNvCxnSpPr>
              <a:cxnSpLocks/>
              <a:stCxn id="111" idx="2"/>
            </p:cNvCxnSpPr>
            <p:nvPr/>
          </p:nvCxnSpPr>
          <p:spPr>
            <a:xfrm>
              <a:off x="2424124" y="2614337"/>
              <a:ext cx="4247" cy="330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CE18370-EAB8-45EC-8AA3-7B6533E60267}"/>
                </a:ext>
              </a:extLst>
            </p:cNvPr>
            <p:cNvCxnSpPr>
              <a:cxnSpLocks/>
              <a:endCxn id="233" idx="0"/>
            </p:cNvCxnSpPr>
            <p:nvPr/>
          </p:nvCxnSpPr>
          <p:spPr>
            <a:xfrm flipH="1">
              <a:off x="2435768" y="3243538"/>
              <a:ext cx="806" cy="238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81C0E0F-D3F0-4B19-B81A-955EC6C6F3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2467" y="3104721"/>
              <a:ext cx="286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: Elbow 173">
              <a:extLst>
                <a:ext uri="{FF2B5EF4-FFF2-40B4-BE49-F238E27FC236}">
                  <a16:creationId xmlns:a16="http://schemas.microsoft.com/office/drawing/2014/main" id="{E6AA7A5A-3F6D-4D7E-A602-E387CB6E17D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483466" y="3271933"/>
              <a:ext cx="239585" cy="1777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: Elbow 184">
              <a:extLst>
                <a:ext uri="{FF2B5EF4-FFF2-40B4-BE49-F238E27FC236}">
                  <a16:creationId xmlns:a16="http://schemas.microsoft.com/office/drawing/2014/main" id="{0C02EEEE-28FB-4082-8AEA-37EBA8C4E9C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96115" y="3261966"/>
              <a:ext cx="242689" cy="21354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BBEFC015-341D-4FCB-94B6-34B3AF33DE52}"/>
                </a:ext>
              </a:extLst>
            </p:cNvPr>
            <p:cNvSpPr/>
            <p:nvPr/>
          </p:nvSpPr>
          <p:spPr>
            <a:xfrm>
              <a:off x="3475258" y="3494092"/>
              <a:ext cx="259903" cy="416610"/>
            </a:xfrm>
            <a:prstGeom prst="rect">
              <a:avLst/>
            </a:prstGeom>
            <a:pattFill prst="shingle">
              <a:fgClr>
                <a:srgbClr val="FF0000"/>
              </a:fgClr>
              <a:bgClr>
                <a:schemeClr val="bg1"/>
              </a:bgClr>
            </a:patt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pic>
          <p:nvPicPr>
            <p:cNvPr id="190" name="Grafik 44" descr="Teufelsgesicht mit einfarbiger Füllung">
              <a:extLst>
                <a:ext uri="{FF2B5EF4-FFF2-40B4-BE49-F238E27FC236}">
                  <a16:creationId xmlns:a16="http://schemas.microsoft.com/office/drawing/2014/main" id="{82CED946-E6F9-4E92-BEE8-4EBF32B14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76000" y="3487358"/>
              <a:ext cx="156663" cy="139342"/>
            </a:xfrm>
            <a:prstGeom prst="rect">
              <a:avLst/>
            </a:prstGeom>
          </p:spPr>
        </p:pic>
        <p:cxnSp>
          <p:nvCxnSpPr>
            <p:cNvPr id="199" name="Connector: Elbow 198">
              <a:extLst>
                <a:ext uri="{FF2B5EF4-FFF2-40B4-BE49-F238E27FC236}">
                  <a16:creationId xmlns:a16="http://schemas.microsoft.com/office/drawing/2014/main" id="{8E2D2D47-3A4A-4BA3-A89D-4C6D4D1FE8D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093225" y="3281417"/>
              <a:ext cx="239585" cy="1777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: Elbow 199">
              <a:extLst>
                <a:ext uri="{FF2B5EF4-FFF2-40B4-BE49-F238E27FC236}">
                  <a16:creationId xmlns:a16="http://schemas.microsoft.com/office/drawing/2014/main" id="{A6F758B3-A4F7-46A6-9300-0A76FA82D4E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360931" y="3262243"/>
              <a:ext cx="244426" cy="211123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DC12664C-AB26-49B4-A1BF-E9BA5E026155}"/>
                </a:ext>
              </a:extLst>
            </p:cNvPr>
            <p:cNvSpPr/>
            <p:nvPr/>
          </p:nvSpPr>
          <p:spPr>
            <a:xfrm>
              <a:off x="3290830" y="3494092"/>
              <a:ext cx="177747" cy="413980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5382A3CC-2903-413C-A115-A58DC8CB4305}"/>
                </a:ext>
              </a:extLst>
            </p:cNvPr>
            <p:cNvSpPr/>
            <p:nvPr/>
          </p:nvSpPr>
          <p:spPr>
            <a:xfrm>
              <a:off x="3748978" y="3495425"/>
              <a:ext cx="234015" cy="402255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15" name="Connector: Elbow 214">
              <a:extLst>
                <a:ext uri="{FF2B5EF4-FFF2-40B4-BE49-F238E27FC236}">
                  <a16:creationId xmlns:a16="http://schemas.microsoft.com/office/drawing/2014/main" id="{7FA1E361-86E7-4DA4-A64C-F8A158FFB37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765208" y="3311091"/>
              <a:ext cx="250585" cy="985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: Elbow 220">
              <a:extLst>
                <a:ext uri="{FF2B5EF4-FFF2-40B4-BE49-F238E27FC236}">
                  <a16:creationId xmlns:a16="http://schemas.microsoft.com/office/drawing/2014/main" id="{6A9B31DD-6884-4895-89B1-6D303C58740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88882" y="3306188"/>
              <a:ext cx="238229" cy="12550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8A07A42-3987-4D3E-A4E1-24A1E8099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0304" y="2610609"/>
              <a:ext cx="0" cy="3505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3F372821-2C8D-485A-BEF0-E94A28290F9B}"/>
                </a:ext>
              </a:extLst>
            </p:cNvPr>
            <p:cNvSpPr/>
            <p:nvPr/>
          </p:nvSpPr>
          <p:spPr>
            <a:xfrm>
              <a:off x="4321040" y="3480961"/>
              <a:ext cx="261513" cy="43012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0D772074-A7C5-4D9F-A6E8-A3CCF85FC2E0}"/>
                </a:ext>
              </a:extLst>
            </p:cNvPr>
            <p:cNvSpPr/>
            <p:nvPr/>
          </p:nvSpPr>
          <p:spPr>
            <a:xfrm>
              <a:off x="4988120" y="3484908"/>
              <a:ext cx="306463" cy="41661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1C275A45-6885-4457-936C-FF1AD56CF389}"/>
                </a:ext>
              </a:extLst>
            </p:cNvPr>
            <p:cNvSpPr/>
            <p:nvPr/>
          </p:nvSpPr>
          <p:spPr>
            <a:xfrm>
              <a:off x="4582553" y="3480599"/>
              <a:ext cx="405568" cy="427164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4929E775-037B-49C7-8A07-A9FE2B808F3C}"/>
                </a:ext>
              </a:extLst>
            </p:cNvPr>
            <p:cNvCxnSpPr>
              <a:cxnSpLocks/>
              <a:endCxn id="321" idx="0"/>
            </p:cNvCxnSpPr>
            <p:nvPr/>
          </p:nvCxnSpPr>
          <p:spPr>
            <a:xfrm flipH="1">
              <a:off x="4451797" y="3242261"/>
              <a:ext cx="806" cy="238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: Elbow 326">
              <a:extLst>
                <a:ext uri="{FF2B5EF4-FFF2-40B4-BE49-F238E27FC236}">
                  <a16:creationId xmlns:a16="http://schemas.microsoft.com/office/drawing/2014/main" id="{D8AB1587-833A-45C5-ADD5-F11A8C4678B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499495" y="3270656"/>
              <a:ext cx="239585" cy="1777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Connector: Elbow 327">
              <a:extLst>
                <a:ext uri="{FF2B5EF4-FFF2-40B4-BE49-F238E27FC236}">
                  <a16:creationId xmlns:a16="http://schemas.microsoft.com/office/drawing/2014/main" id="{730A8F7C-8D66-4C97-98DF-76A63FAA84E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812144" y="3260689"/>
              <a:ext cx="242689" cy="21354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21569E40-2565-4ECA-AE67-3C584905A025}"/>
                </a:ext>
              </a:extLst>
            </p:cNvPr>
            <p:cNvSpPr/>
            <p:nvPr/>
          </p:nvSpPr>
          <p:spPr>
            <a:xfrm>
              <a:off x="5491287" y="3492815"/>
              <a:ext cx="259903" cy="416610"/>
            </a:xfrm>
            <a:prstGeom prst="rect">
              <a:avLst/>
            </a:prstGeom>
            <a:pattFill prst="shingle">
              <a:fgClr>
                <a:srgbClr val="FF0000"/>
              </a:fgClr>
              <a:bgClr>
                <a:schemeClr val="bg1"/>
              </a:bgClr>
            </a:patt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pic>
          <p:nvPicPr>
            <p:cNvPr id="330" name="Grafik 44" descr="Teufelsgesicht mit einfarbiger Füllung">
              <a:extLst>
                <a:ext uri="{FF2B5EF4-FFF2-40B4-BE49-F238E27FC236}">
                  <a16:creationId xmlns:a16="http://schemas.microsoft.com/office/drawing/2014/main" id="{52CC97BB-FEBE-44DD-BDAB-CA37F8813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92029" y="3486081"/>
              <a:ext cx="156663" cy="139342"/>
            </a:xfrm>
            <a:prstGeom prst="rect">
              <a:avLst/>
            </a:prstGeom>
          </p:spPr>
        </p:pic>
        <p:cxnSp>
          <p:nvCxnSpPr>
            <p:cNvPr id="331" name="Connector: Elbow 330">
              <a:extLst>
                <a:ext uri="{FF2B5EF4-FFF2-40B4-BE49-F238E27FC236}">
                  <a16:creationId xmlns:a16="http://schemas.microsoft.com/office/drawing/2014/main" id="{49006EC7-BDD8-47A3-9ACF-503DCCBF546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109254" y="3280140"/>
              <a:ext cx="239585" cy="1777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Connector: Elbow 331">
              <a:extLst>
                <a:ext uri="{FF2B5EF4-FFF2-40B4-BE49-F238E27FC236}">
                  <a16:creationId xmlns:a16="http://schemas.microsoft.com/office/drawing/2014/main" id="{37E7C288-97E9-40AD-A109-7C0E1BBDBD1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376960" y="3260966"/>
              <a:ext cx="244426" cy="211123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4DA0AD5A-B33D-4C48-93D3-A1BD0309DDC1}"/>
                </a:ext>
              </a:extLst>
            </p:cNvPr>
            <p:cNvSpPr/>
            <p:nvPr/>
          </p:nvSpPr>
          <p:spPr>
            <a:xfrm>
              <a:off x="5306859" y="3492815"/>
              <a:ext cx="177747" cy="413980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6E19E041-38A1-49BA-B397-F859B6483C38}"/>
                </a:ext>
              </a:extLst>
            </p:cNvPr>
            <p:cNvSpPr/>
            <p:nvPr/>
          </p:nvSpPr>
          <p:spPr>
            <a:xfrm>
              <a:off x="5765007" y="3494148"/>
              <a:ext cx="234015" cy="402255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35" name="Connector: Elbow 334">
              <a:extLst>
                <a:ext uri="{FF2B5EF4-FFF2-40B4-BE49-F238E27FC236}">
                  <a16:creationId xmlns:a16="http://schemas.microsoft.com/office/drawing/2014/main" id="{9E4E1957-C4E6-4E04-A868-61C0D5855AC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781237" y="3309814"/>
              <a:ext cx="250585" cy="985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Connector: Elbow 335">
              <a:extLst>
                <a:ext uri="{FF2B5EF4-FFF2-40B4-BE49-F238E27FC236}">
                  <a16:creationId xmlns:a16="http://schemas.microsoft.com/office/drawing/2014/main" id="{96F66BC2-6E0D-4CF8-8A5F-AF8DCF5D337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04911" y="3304911"/>
              <a:ext cx="238229" cy="12550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FECA00C3-3E95-4752-AF1B-8B6DE4F8C7B5}"/>
                </a:ext>
              </a:extLst>
            </p:cNvPr>
            <p:cNvSpPr/>
            <p:nvPr/>
          </p:nvSpPr>
          <p:spPr>
            <a:xfrm>
              <a:off x="4000034" y="3486081"/>
              <a:ext cx="306463" cy="425308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F93F850C-0A99-482C-A3F5-D0BCD79BE7C0}"/>
                </a:ext>
              </a:extLst>
            </p:cNvPr>
            <p:cNvSpPr/>
            <p:nvPr/>
          </p:nvSpPr>
          <p:spPr>
            <a:xfrm>
              <a:off x="6017691" y="3488815"/>
              <a:ext cx="206288" cy="413980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C924533D-6A6B-4E06-9389-95F6679BCF29}"/>
                </a:ext>
              </a:extLst>
            </p:cNvPr>
            <p:cNvCxnSpPr>
              <a:cxnSpLocks/>
            </p:cNvCxnSpPr>
            <p:nvPr/>
          </p:nvCxnSpPr>
          <p:spPr>
            <a:xfrm>
              <a:off x="4394933" y="2614337"/>
              <a:ext cx="4247" cy="330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F095EC77-341D-4F64-8F3C-E5660532D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9044" y="3912366"/>
              <a:ext cx="4070522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72EF70B-CC67-44D9-BB5F-633AE781DA83}"/>
                </a:ext>
              </a:extLst>
            </p:cNvPr>
            <p:cNvGrpSpPr/>
            <p:nvPr/>
          </p:nvGrpSpPr>
          <p:grpSpPr>
            <a:xfrm>
              <a:off x="6610011" y="1059832"/>
              <a:ext cx="1381914" cy="1186916"/>
              <a:chOff x="4798307" y="4385681"/>
              <a:chExt cx="1381914" cy="1186916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BFBB7918-53C1-479D-80F7-F3B7845C425D}"/>
                  </a:ext>
                </a:extLst>
              </p:cNvPr>
              <p:cNvGrpSpPr/>
              <p:nvPr/>
            </p:nvGrpSpPr>
            <p:grpSpPr>
              <a:xfrm>
                <a:off x="4798307" y="4462626"/>
                <a:ext cx="308884" cy="1076377"/>
                <a:chOff x="4478874" y="4157180"/>
                <a:chExt cx="308884" cy="1076377"/>
              </a:xfrm>
            </p:grpSpPr>
            <p:sp>
              <p:nvSpPr>
                <p:cNvPr id="341" name="Rectangle 340">
                  <a:extLst>
                    <a:ext uri="{FF2B5EF4-FFF2-40B4-BE49-F238E27FC236}">
                      <a16:creationId xmlns:a16="http://schemas.microsoft.com/office/drawing/2014/main" id="{6B045241-A099-41CF-91F8-CD8BF2C048E5}"/>
                    </a:ext>
                  </a:extLst>
                </p:cNvPr>
                <p:cNvSpPr/>
                <p:nvPr/>
              </p:nvSpPr>
              <p:spPr>
                <a:xfrm>
                  <a:off x="4481295" y="4395849"/>
                  <a:ext cx="306463" cy="190878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  <p:sp>
              <p:nvSpPr>
                <p:cNvPr id="342" name="Rectangle 341">
                  <a:extLst>
                    <a:ext uri="{FF2B5EF4-FFF2-40B4-BE49-F238E27FC236}">
                      <a16:creationId xmlns:a16="http://schemas.microsoft.com/office/drawing/2014/main" id="{52701B95-726A-4C8D-9B22-1F5742D54B42}"/>
                    </a:ext>
                  </a:extLst>
                </p:cNvPr>
                <p:cNvSpPr/>
                <p:nvPr/>
              </p:nvSpPr>
              <p:spPr>
                <a:xfrm>
                  <a:off x="4481294" y="4706727"/>
                  <a:ext cx="306463" cy="144685"/>
                </a:xfrm>
                <a:prstGeom prst="rect">
                  <a:avLst/>
                </a:prstGeom>
                <a:pattFill prst="wdUpDiag">
                  <a:fgClr>
                    <a:schemeClr val="accent6">
                      <a:lumMod val="7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ADE154D8-8B64-4DE4-9285-E8A9A30A818B}"/>
                    </a:ext>
                  </a:extLst>
                </p:cNvPr>
                <p:cNvSpPr/>
                <p:nvPr/>
              </p:nvSpPr>
              <p:spPr>
                <a:xfrm>
                  <a:off x="4479682" y="4898521"/>
                  <a:ext cx="306463" cy="144685"/>
                </a:xfrm>
                <a:prstGeom prst="rect">
                  <a:avLst/>
                </a:prstGeom>
                <a:pattFill prst="shingle">
                  <a:fgClr>
                    <a:srgbClr val="FF0000"/>
                  </a:fgClr>
                  <a:bgClr>
                    <a:schemeClr val="bg1"/>
                  </a:bgClr>
                </a:patt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  <p:sp>
              <p:nvSpPr>
                <p:cNvPr id="344" name="Rectangle 343">
                  <a:extLst>
                    <a:ext uri="{FF2B5EF4-FFF2-40B4-BE49-F238E27FC236}">
                      <a16:creationId xmlns:a16="http://schemas.microsoft.com/office/drawing/2014/main" id="{B3C04259-0234-4FFE-9839-32FB1233D8D2}"/>
                    </a:ext>
                  </a:extLst>
                </p:cNvPr>
                <p:cNvSpPr/>
                <p:nvPr/>
              </p:nvSpPr>
              <p:spPr>
                <a:xfrm>
                  <a:off x="4479682" y="5088872"/>
                  <a:ext cx="306463" cy="144685"/>
                </a:xfrm>
                <a:prstGeom prst="rect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45" name="Rectangle 344">
                  <a:extLst>
                    <a:ext uri="{FF2B5EF4-FFF2-40B4-BE49-F238E27FC236}">
                      <a16:creationId xmlns:a16="http://schemas.microsoft.com/office/drawing/2014/main" id="{BE247AD7-17BB-456B-BDB1-896B716BDBE3}"/>
                    </a:ext>
                  </a:extLst>
                </p:cNvPr>
                <p:cNvSpPr/>
                <p:nvPr/>
              </p:nvSpPr>
              <p:spPr>
                <a:xfrm>
                  <a:off x="4478874" y="4157180"/>
                  <a:ext cx="306463" cy="142486"/>
                </a:xfrm>
                <a:prstGeom prst="rect">
                  <a:avLst/>
                </a:prstGeom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6" name="TextBox 345">
                    <a:extLst>
                      <a:ext uri="{FF2B5EF4-FFF2-40B4-BE49-F238E27FC236}">
                        <a16:creationId xmlns:a16="http://schemas.microsoft.com/office/drawing/2014/main" id="{03F7AF3F-BE8C-4715-BA95-D71DF20C212D}"/>
                      </a:ext>
                    </a:extLst>
                  </p:cNvPr>
                  <p:cNvSpPr txBox="1"/>
                  <p:nvPr/>
                </p:nvSpPr>
                <p:spPr>
                  <a:xfrm>
                    <a:off x="5119514" y="4385681"/>
                    <a:ext cx="68768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100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a14:m>
                    <a:r>
                      <a: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task</a:t>
                    </a:r>
                  </a:p>
                </p:txBody>
              </p:sp>
            </mc:Choice>
            <mc:Fallback xmlns="">
              <p:sp>
                <p:nvSpPr>
                  <p:cNvPr id="346" name="TextBox 345">
                    <a:extLst>
                      <a:ext uri="{FF2B5EF4-FFF2-40B4-BE49-F238E27FC236}">
                        <a16:creationId xmlns:a16="http://schemas.microsoft.com/office/drawing/2014/main" id="{03F7AF3F-BE8C-4715-BA95-D71DF20C2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9514" y="4385681"/>
                    <a:ext cx="687680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48445F29-DF04-429E-A727-A34E1516C53B}"/>
                  </a:ext>
                </a:extLst>
              </p:cNvPr>
              <p:cNvSpPr txBox="1"/>
              <p:nvPr/>
            </p:nvSpPr>
            <p:spPr>
              <a:xfrm>
                <a:off x="5103870" y="4582177"/>
                <a:ext cx="1074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Control and Detector task</a:t>
                </a:r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042DEB8D-C94A-4E9C-8984-A754ACC9EF33}"/>
                  </a:ext>
                </a:extLst>
              </p:cNvPr>
              <p:cNvSpPr txBox="1"/>
              <p:nvPr/>
            </p:nvSpPr>
            <p:spPr>
              <a:xfrm>
                <a:off x="5105389" y="4939282"/>
                <a:ext cx="10748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Other tasks</a:t>
                </a:r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C7CAE334-202A-4FAC-A976-A5874C353A01}"/>
                  </a:ext>
                </a:extLst>
              </p:cNvPr>
              <p:cNvSpPr txBox="1"/>
              <p:nvPr/>
            </p:nvSpPr>
            <p:spPr>
              <a:xfrm>
                <a:off x="5080840" y="5131716"/>
                <a:ext cx="10748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Attacker task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1" name="TextBox 350">
                    <a:extLst>
                      <a:ext uri="{FF2B5EF4-FFF2-40B4-BE49-F238E27FC236}">
                        <a16:creationId xmlns:a16="http://schemas.microsoft.com/office/drawing/2014/main" id="{6A4C1956-3738-4EE9-8A9E-0E76EB584D0D}"/>
                      </a:ext>
                    </a:extLst>
                  </p:cNvPr>
                  <p:cNvSpPr txBox="1"/>
                  <p:nvPr/>
                </p:nvSpPr>
                <p:spPr>
                  <a:xfrm>
                    <a:off x="5129970" y="5326376"/>
                    <a:ext cx="68768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100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a14:m>
                    <a:r>
                      <a: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task</a:t>
                    </a:r>
                  </a:p>
                </p:txBody>
              </p:sp>
            </mc:Choice>
            <mc:Fallback xmlns="">
              <p:sp>
                <p:nvSpPr>
                  <p:cNvPr id="351" name="TextBox 350">
                    <a:extLst>
                      <a:ext uri="{FF2B5EF4-FFF2-40B4-BE49-F238E27FC236}">
                        <a16:creationId xmlns:a16="http://schemas.microsoft.com/office/drawing/2014/main" id="{6A4C1956-3738-4EE9-8A9E-0E76EB584D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9970" y="5326376"/>
                    <a:ext cx="687680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9E5BC09F-50B8-4074-865B-89101DC8F736}"/>
                </a:ext>
              </a:extLst>
            </p:cNvPr>
            <p:cNvSpPr txBox="1"/>
            <p:nvPr/>
          </p:nvSpPr>
          <p:spPr>
            <a:xfrm>
              <a:off x="6631814" y="2359600"/>
              <a:ext cx="2126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latin typeface="Cambria" panose="02040503050406030204" pitchFamily="18" charset="0"/>
                  <a:ea typeface="Cambria" panose="02040503050406030204" pitchFamily="18" charset="0"/>
                </a:rPr>
                <a:t>.  .  .  .  .  .  .  .</a:t>
              </a:r>
            </a:p>
          </p:txBody>
        </p: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8E1AD36F-C86B-47F8-9973-3BEBB01DA2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04424" y="3109901"/>
              <a:ext cx="286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3ED0A604-8692-43FF-98FF-4F5963F62B8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626801" y="3096476"/>
              <a:ext cx="286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27C7337-7E11-4E19-B961-5CF0ACC4062E}"/>
                </a:ext>
              </a:extLst>
            </p:cNvPr>
            <p:cNvGrpSpPr/>
            <p:nvPr/>
          </p:nvGrpSpPr>
          <p:grpSpPr>
            <a:xfrm>
              <a:off x="6442590" y="2709117"/>
              <a:ext cx="1582694" cy="287489"/>
              <a:chOff x="6982755" y="3129482"/>
              <a:chExt cx="1704253" cy="205456"/>
            </a:xfrm>
          </p:grpSpPr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ACF9E648-825B-4191-9E11-77C79DCEEBF4}"/>
                  </a:ext>
                </a:extLst>
              </p:cNvPr>
              <p:cNvSpPr/>
              <p:nvPr/>
            </p:nvSpPr>
            <p:spPr>
              <a:xfrm>
                <a:off x="7192962" y="3135973"/>
                <a:ext cx="390368" cy="7268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6374C7AC-B150-44FA-AB5C-06CE7C180198}"/>
                  </a:ext>
                </a:extLst>
              </p:cNvPr>
              <p:cNvSpPr/>
              <p:nvPr/>
            </p:nvSpPr>
            <p:spPr>
              <a:xfrm>
                <a:off x="7983148" y="3129482"/>
                <a:ext cx="390368" cy="7268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40A43854-9758-4D6C-BA7F-293EF62854F3}"/>
                  </a:ext>
                </a:extLst>
              </p:cNvPr>
              <p:cNvSpPr txBox="1"/>
              <p:nvPr/>
            </p:nvSpPr>
            <p:spPr>
              <a:xfrm>
                <a:off x="6982755" y="3180970"/>
                <a:ext cx="822676" cy="153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Sensor </a:t>
                </a:r>
                <a:r>
                  <a:rPr lang="en-IN" sz="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Msg</a:t>
                </a:r>
                <a:endParaRPr lang="en-IN" sz="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1C78B89E-BB3B-4CFC-8EA9-FB58A4BF52AE}"/>
                  </a:ext>
                </a:extLst>
              </p:cNvPr>
              <p:cNvSpPr txBox="1"/>
              <p:nvPr/>
            </p:nvSpPr>
            <p:spPr>
              <a:xfrm>
                <a:off x="7738030" y="3177599"/>
                <a:ext cx="948978" cy="153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Actuator  </a:t>
                </a:r>
                <a:r>
                  <a:rPr lang="en-IN" sz="8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Msg</a:t>
                </a:r>
                <a:endParaRPr lang="en-IN" sz="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CBB3693C-B385-4822-8BFD-7E97908C8909}"/>
                </a:ext>
              </a:extLst>
            </p:cNvPr>
            <p:cNvGrpSpPr/>
            <p:nvPr/>
          </p:nvGrpSpPr>
          <p:grpSpPr>
            <a:xfrm>
              <a:off x="6471277" y="2933577"/>
              <a:ext cx="1671516" cy="923008"/>
              <a:chOff x="4003448" y="4735664"/>
              <a:chExt cx="1671516" cy="923008"/>
            </a:xfrm>
          </p:grpSpPr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2505FE3C-8FCF-4516-85E3-51AAF61D6B4F}"/>
                  </a:ext>
                </a:extLst>
              </p:cNvPr>
              <p:cNvSpPr/>
              <p:nvPr/>
            </p:nvSpPr>
            <p:spPr>
              <a:xfrm>
                <a:off x="4003448" y="4776394"/>
                <a:ext cx="1632741" cy="882277"/>
              </a:xfrm>
              <a:prstGeom prst="roundRect">
                <a:avLst>
                  <a:gd name="adj" fmla="val 5103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50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5885846-5E45-4826-BFA5-2E12305A16B6}"/>
                  </a:ext>
                </a:extLst>
              </p:cNvPr>
              <p:cNvSpPr txBox="1"/>
              <p:nvPr/>
            </p:nvSpPr>
            <p:spPr>
              <a:xfrm>
                <a:off x="4828918" y="4735664"/>
                <a:ext cx="8460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Control Task</a:t>
                </a: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BFB6418B-B282-4AE8-B6ED-F93F37265A8A}"/>
                  </a:ext>
                </a:extLst>
              </p:cNvPr>
              <p:cNvGrpSpPr/>
              <p:nvPr/>
            </p:nvGrpSpPr>
            <p:grpSpPr>
              <a:xfrm>
                <a:off x="4028715" y="4906382"/>
                <a:ext cx="1620538" cy="752290"/>
                <a:chOff x="4028715" y="4906382"/>
                <a:chExt cx="1620538" cy="752290"/>
              </a:xfrm>
            </p:grpSpPr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BA62051C-7E3F-4983-9CF6-A416FF8EA345}"/>
                    </a:ext>
                  </a:extLst>
                </p:cNvPr>
                <p:cNvGrpSpPr/>
                <p:nvPr/>
              </p:nvGrpSpPr>
              <p:grpSpPr>
                <a:xfrm>
                  <a:off x="4921232" y="4974398"/>
                  <a:ext cx="714957" cy="246221"/>
                  <a:chOff x="1445621" y="1291609"/>
                  <a:chExt cx="855479" cy="300074"/>
                </a:xfrm>
              </p:grpSpPr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D0B95936-F1B1-4E43-B0DC-A193C6CAF805}"/>
                      </a:ext>
                    </a:extLst>
                  </p:cNvPr>
                  <p:cNvSpPr/>
                  <p:nvPr/>
                </p:nvSpPr>
                <p:spPr>
                  <a:xfrm>
                    <a:off x="1502629" y="1346511"/>
                    <a:ext cx="741463" cy="237010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950" dirty="0"/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41398B2C-98CB-458F-92EB-EE5C4CE40744}"/>
                      </a:ext>
                    </a:extLst>
                  </p:cNvPr>
                  <p:cNvSpPr txBox="1"/>
                  <p:nvPr/>
                </p:nvSpPr>
                <p:spPr>
                  <a:xfrm>
                    <a:off x="1445621" y="1291609"/>
                    <a:ext cx="855479" cy="30007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95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Controller</a:t>
                    </a:r>
                  </a:p>
                </p:txBody>
              </p:sp>
            </p:grp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41256AE7-F441-42A4-89A3-5298E05F080C}"/>
                    </a:ext>
                  </a:extLst>
                </p:cNvPr>
                <p:cNvSpPr/>
                <p:nvPr/>
              </p:nvSpPr>
              <p:spPr>
                <a:xfrm>
                  <a:off x="4970512" y="5454121"/>
                  <a:ext cx="631097" cy="15861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950"/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4D0009F7-508D-4C2F-B6C0-96F99D754AED}"/>
                    </a:ext>
                  </a:extLst>
                </p:cNvPr>
                <p:cNvSpPr txBox="1"/>
                <p:nvPr/>
              </p:nvSpPr>
              <p:spPr>
                <a:xfrm>
                  <a:off x="4952592" y="5412451"/>
                  <a:ext cx="6966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Estimator</a:t>
                  </a: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89FD3C51-8572-4853-B02A-67064AD89B84}"/>
                    </a:ext>
                  </a:extLst>
                </p:cNvPr>
                <p:cNvSpPr/>
                <p:nvPr/>
              </p:nvSpPr>
              <p:spPr>
                <a:xfrm>
                  <a:off x="4028715" y="5437997"/>
                  <a:ext cx="758563" cy="1747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950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7575C5C-7E63-4199-B9A5-419FB5E03C9B}"/>
                    </a:ext>
                  </a:extLst>
                </p:cNvPr>
                <p:cNvSpPr txBox="1"/>
                <p:nvPr/>
              </p:nvSpPr>
              <p:spPr>
                <a:xfrm>
                  <a:off x="4097470" y="5402913"/>
                  <a:ext cx="65334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Detector</a:t>
                  </a: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A2654D34-9B6C-422B-8938-89F391601B49}"/>
                    </a:ext>
                  </a:extLst>
                </p:cNvPr>
                <p:cNvGrpSpPr/>
                <p:nvPr/>
              </p:nvGrpSpPr>
              <p:grpSpPr>
                <a:xfrm>
                  <a:off x="4426588" y="4906382"/>
                  <a:ext cx="494624" cy="317177"/>
                  <a:chOff x="1712903" y="1226536"/>
                  <a:chExt cx="591840" cy="386550"/>
                </a:xfrm>
              </p:grpSpPr>
              <p:sp>
                <p:nvSpPr>
                  <p:cNvPr id="144" name="Diamond 143">
                    <a:extLst>
                      <a:ext uri="{FF2B5EF4-FFF2-40B4-BE49-F238E27FC236}">
                        <a16:creationId xmlns:a16="http://schemas.microsoft.com/office/drawing/2014/main" id="{AFF753D6-B6AF-4A61-B5C1-DCCB8BB9C950}"/>
                      </a:ext>
                    </a:extLst>
                  </p:cNvPr>
                  <p:cNvSpPr/>
                  <p:nvPr/>
                </p:nvSpPr>
                <p:spPr>
                  <a:xfrm>
                    <a:off x="1759299" y="1226536"/>
                    <a:ext cx="372494" cy="386550"/>
                  </a:xfrm>
                  <a:prstGeom prst="diamond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950" dirty="0"/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8812CBAB-A5E3-44B0-AA6F-AA7581BA6D67}"/>
                      </a:ext>
                    </a:extLst>
                  </p:cNvPr>
                  <p:cNvSpPr txBox="1"/>
                  <p:nvPr/>
                </p:nvSpPr>
                <p:spPr>
                  <a:xfrm>
                    <a:off x="1712903" y="1265172"/>
                    <a:ext cx="591840" cy="3000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950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&gt;Th</a:t>
                    </a:r>
                  </a:p>
                </p:txBody>
              </p:sp>
            </p:grp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F62CE2A5-B254-4DE3-8542-6D2E7C1F77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4304" y="5213921"/>
                  <a:ext cx="0" cy="2240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F23DF511-4A28-49CD-959C-CD54035D1E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10440" y="5213922"/>
                  <a:ext cx="0" cy="2401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889625D0-A20F-45DE-80B4-5B6C220BB37A}"/>
                    </a:ext>
                  </a:extLst>
                </p:cNvPr>
                <p:cNvCxnSpPr>
                  <a:cxnSpLocks/>
                  <a:stCxn id="134" idx="1"/>
                </p:cNvCxnSpPr>
                <p:nvPr/>
              </p:nvCxnSpPr>
              <p:spPr>
                <a:xfrm flipH="1">
                  <a:off x="4783067" y="5533431"/>
                  <a:ext cx="187445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81753280-358A-400D-AC11-AF589A3BB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63898" y="5064533"/>
                  <a:ext cx="196308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B898355E-7250-499C-8BF3-E2B146D845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4838" r="92576" b="51403"/>
                <a:stretch/>
              </p:blipFill>
              <p:spPr>
                <a:xfrm>
                  <a:off x="4028715" y="4959222"/>
                  <a:ext cx="197026" cy="203944"/>
                </a:xfrm>
                <a:prstGeom prst="rect">
                  <a:avLst/>
                </a:prstGeom>
              </p:spPr>
            </p:pic>
            <p:cxnSp>
              <p:nvCxnSpPr>
                <p:cNvPr id="359" name="Straight Arrow Connector 358">
                  <a:extLst>
                    <a:ext uri="{FF2B5EF4-FFF2-40B4-BE49-F238E27FC236}">
                      <a16:creationId xmlns:a16="http://schemas.microsoft.com/office/drawing/2014/main" id="{04AA32C0-35EC-4ECA-90B5-051E8BF533B7}"/>
                    </a:ext>
                  </a:extLst>
                </p:cNvPr>
                <p:cNvCxnSpPr>
                  <a:cxnSpLocks/>
                  <a:endCxn id="144" idx="2"/>
                </p:cNvCxnSpPr>
                <p:nvPr/>
              </p:nvCxnSpPr>
              <p:spPr>
                <a:xfrm flipH="1" flipV="1">
                  <a:off x="4621017" y="5223559"/>
                  <a:ext cx="4652" cy="20394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63" name="Connector: Elbow 362">
              <a:extLst>
                <a:ext uri="{FF2B5EF4-FFF2-40B4-BE49-F238E27FC236}">
                  <a16:creationId xmlns:a16="http://schemas.microsoft.com/office/drawing/2014/main" id="{51E79DD2-B642-478F-8F12-126F37BEAB4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995311" y="2654987"/>
              <a:ext cx="341452" cy="26443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AE90FAFE-5CA1-4B52-849A-720B996CA64E}"/>
                </a:ext>
              </a:extLst>
            </p:cNvPr>
            <p:cNvSpPr txBox="1"/>
            <p:nvPr/>
          </p:nvSpPr>
          <p:spPr>
            <a:xfrm>
              <a:off x="2378524" y="2711507"/>
              <a:ext cx="11046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latin typeface="Cambria" panose="02040503050406030204" pitchFamily="18" charset="0"/>
                  <a:ea typeface="Cambria" panose="02040503050406030204" pitchFamily="18" charset="0"/>
                </a:rPr>
                <a:t>I/O Buffer</a:t>
              </a:r>
            </a:p>
          </p:txBody>
        </p:sp>
        <p:cxnSp>
          <p:nvCxnSpPr>
            <p:cNvPr id="373" name="Connector: Elbow 372">
              <a:extLst>
                <a:ext uri="{FF2B5EF4-FFF2-40B4-BE49-F238E27FC236}">
                  <a16:creationId xmlns:a16="http://schemas.microsoft.com/office/drawing/2014/main" id="{995FD624-E40D-4A68-8123-F80609D0D468}"/>
                </a:ext>
              </a:extLst>
            </p:cNvPr>
            <p:cNvCxnSpPr>
              <a:cxnSpLocks/>
              <a:stCxn id="322" idx="2"/>
              <a:endCxn id="130" idx="2"/>
            </p:cNvCxnSpPr>
            <p:nvPr/>
          </p:nvCxnSpPr>
          <p:spPr>
            <a:xfrm rot="5400000" flipH="1" flipV="1">
              <a:off x="6192033" y="2805903"/>
              <a:ext cx="44934" cy="2146296"/>
            </a:xfrm>
            <a:prstGeom prst="bentConnector3">
              <a:avLst>
                <a:gd name="adj1" fmla="val -274841"/>
              </a:avLst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7" name="Connector: Elbow 376">
              <a:extLst>
                <a:ext uri="{FF2B5EF4-FFF2-40B4-BE49-F238E27FC236}">
                  <a16:creationId xmlns:a16="http://schemas.microsoft.com/office/drawing/2014/main" id="{311246C6-952A-4140-AB01-805366474623}"/>
                </a:ext>
              </a:extLst>
            </p:cNvPr>
            <p:cNvCxnSpPr>
              <a:cxnSpLocks/>
              <a:stCxn id="192" idx="1"/>
              <a:endCxn id="114" idx="0"/>
            </p:cNvCxnSpPr>
            <p:nvPr/>
          </p:nvCxnSpPr>
          <p:spPr>
            <a:xfrm rot="16200000" flipH="1">
              <a:off x="3282522" y="1460649"/>
              <a:ext cx="640774" cy="1386023"/>
            </a:xfrm>
            <a:prstGeom prst="bentConnector3">
              <a:avLst>
                <a:gd name="adj1" fmla="val 68887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6E574C31-ECF1-409D-94F1-2B36AEF6A863}"/>
                </a:ext>
              </a:extLst>
            </p:cNvPr>
            <p:cNvGrpSpPr/>
            <p:nvPr/>
          </p:nvGrpSpPr>
          <p:grpSpPr>
            <a:xfrm>
              <a:off x="4207722" y="1942984"/>
              <a:ext cx="2130418" cy="520772"/>
              <a:chOff x="4207722" y="1942984"/>
              <a:chExt cx="2130418" cy="520772"/>
            </a:xfrm>
          </p:grpSpPr>
          <p:cxnSp>
            <p:nvCxnSpPr>
              <p:cNvPr id="402" name="Connector: Elbow 401">
                <a:extLst>
                  <a:ext uri="{FF2B5EF4-FFF2-40B4-BE49-F238E27FC236}">
                    <a16:creationId xmlns:a16="http://schemas.microsoft.com/office/drawing/2014/main" id="{661F0F9B-DCEE-493F-BEAB-7FF3FFA9197F}"/>
                  </a:ext>
                </a:extLst>
              </p:cNvPr>
              <p:cNvCxnSpPr>
                <a:cxnSpLocks/>
                <a:stCxn id="193" idx="3"/>
              </p:cNvCxnSpPr>
              <p:nvPr/>
            </p:nvCxnSpPr>
            <p:spPr>
              <a:xfrm>
                <a:off x="4207722" y="1942984"/>
                <a:ext cx="330389" cy="299260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16832F9A-0B7A-4D42-893E-0FC4102AE4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1002" y="2241824"/>
                <a:ext cx="1857138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Arrow Connector 409">
                <a:extLst>
                  <a:ext uri="{FF2B5EF4-FFF2-40B4-BE49-F238E27FC236}">
                    <a16:creationId xmlns:a16="http://schemas.microsoft.com/office/drawing/2014/main" id="{08925319-272B-403C-B05B-1C0B60C97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1687" y="2242244"/>
                <a:ext cx="0" cy="22151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1497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24C214-D2D1-4B1B-8072-00E8D28171ED}"/>
              </a:ext>
            </a:extLst>
          </p:cNvPr>
          <p:cNvGraphicFramePr>
            <a:graphicFrameLocks noGrp="1"/>
          </p:cNvGraphicFramePr>
          <p:nvPr/>
        </p:nvGraphicFramePr>
        <p:xfrm>
          <a:off x="8305279" y="2423021"/>
          <a:ext cx="3687668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1917">
                  <a:extLst>
                    <a:ext uri="{9D8B030D-6E8A-4147-A177-3AD203B41FA5}">
                      <a16:colId xmlns:a16="http://schemas.microsoft.com/office/drawing/2014/main" val="4193960511"/>
                    </a:ext>
                  </a:extLst>
                </a:gridCol>
                <a:gridCol w="921917">
                  <a:extLst>
                    <a:ext uri="{9D8B030D-6E8A-4147-A177-3AD203B41FA5}">
                      <a16:colId xmlns:a16="http://schemas.microsoft.com/office/drawing/2014/main" val="308890527"/>
                    </a:ext>
                  </a:extLst>
                </a:gridCol>
                <a:gridCol w="921917">
                  <a:extLst>
                    <a:ext uri="{9D8B030D-6E8A-4147-A177-3AD203B41FA5}">
                      <a16:colId xmlns:a16="http://schemas.microsoft.com/office/drawing/2014/main" val="199860963"/>
                    </a:ext>
                  </a:extLst>
                </a:gridCol>
                <a:gridCol w="921917">
                  <a:extLst>
                    <a:ext uri="{9D8B030D-6E8A-4147-A177-3AD203B41FA5}">
                      <a16:colId xmlns:a16="http://schemas.microsoft.com/office/drawing/2014/main" val="4080709972"/>
                    </a:ext>
                  </a:extLst>
                </a:gridCol>
              </a:tblGrid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69198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57104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37616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910728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59033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34686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780477"/>
                  </a:ext>
                </a:extLst>
              </a:tr>
              <a:tr h="26318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16326"/>
                  </a:ext>
                </a:extLst>
              </a:tr>
            </a:tbl>
          </a:graphicData>
        </a:graphic>
      </p:graphicFrame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CFA124A3-4739-419C-A09B-B1F18DC86D46}"/>
              </a:ext>
            </a:extLst>
          </p:cNvPr>
          <p:cNvSpPr/>
          <p:nvPr/>
        </p:nvSpPr>
        <p:spPr>
          <a:xfrm>
            <a:off x="1351370" y="1403708"/>
            <a:ext cx="5421664" cy="4608306"/>
          </a:xfrm>
          <a:prstGeom prst="roundRect">
            <a:avLst>
              <a:gd name="adj" fmla="val 350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8F5ABD-4E94-4AC4-A926-3AE4D2053038}"/>
              </a:ext>
            </a:extLst>
          </p:cNvPr>
          <p:cNvSpPr/>
          <p:nvPr/>
        </p:nvSpPr>
        <p:spPr>
          <a:xfrm>
            <a:off x="1780945" y="2078053"/>
            <a:ext cx="910252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DFC5E2-7A55-4D0F-9621-A021CD4125D8}"/>
              </a:ext>
            </a:extLst>
          </p:cNvPr>
          <p:cNvSpPr/>
          <p:nvPr/>
        </p:nvSpPr>
        <p:spPr>
          <a:xfrm>
            <a:off x="1780945" y="2995306"/>
            <a:ext cx="910252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45551A-2F05-42C4-B99A-96177BF94749}"/>
              </a:ext>
            </a:extLst>
          </p:cNvPr>
          <p:cNvSpPr/>
          <p:nvPr/>
        </p:nvSpPr>
        <p:spPr>
          <a:xfrm>
            <a:off x="3625294" y="2540173"/>
            <a:ext cx="941881" cy="31244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B7646A-1E59-4008-BBEF-8FCF6A77BA7E}"/>
              </a:ext>
            </a:extLst>
          </p:cNvPr>
          <p:cNvSpPr/>
          <p:nvPr/>
        </p:nvSpPr>
        <p:spPr>
          <a:xfrm>
            <a:off x="4558358" y="3454985"/>
            <a:ext cx="910064" cy="2934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6236C-77AB-4A31-99E1-A9831425C1F0}"/>
              </a:ext>
            </a:extLst>
          </p:cNvPr>
          <p:cNvSpPr/>
          <p:nvPr/>
        </p:nvSpPr>
        <p:spPr>
          <a:xfrm>
            <a:off x="4558358" y="3899743"/>
            <a:ext cx="910257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11F36B-7C4F-425F-9DD0-44E5EEE5C2DA}"/>
              </a:ext>
            </a:extLst>
          </p:cNvPr>
          <p:cNvSpPr/>
          <p:nvPr/>
        </p:nvSpPr>
        <p:spPr>
          <a:xfrm>
            <a:off x="2704835" y="4352295"/>
            <a:ext cx="910252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ACFD91-D513-4393-B096-52C06DE69D6E}"/>
              </a:ext>
            </a:extLst>
          </p:cNvPr>
          <p:cNvSpPr/>
          <p:nvPr/>
        </p:nvSpPr>
        <p:spPr>
          <a:xfrm>
            <a:off x="3621142" y="4826960"/>
            <a:ext cx="937028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869441-2FF8-4A00-9CF3-E1BFBD99606D}"/>
              </a:ext>
            </a:extLst>
          </p:cNvPr>
          <p:cNvSpPr/>
          <p:nvPr/>
        </p:nvSpPr>
        <p:spPr>
          <a:xfrm>
            <a:off x="2701043" y="5270690"/>
            <a:ext cx="910252" cy="30824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97990C-63E7-44AC-A83A-611B7041168F}"/>
              </a:ext>
            </a:extLst>
          </p:cNvPr>
          <p:cNvSpPr/>
          <p:nvPr/>
        </p:nvSpPr>
        <p:spPr>
          <a:xfrm>
            <a:off x="2691197" y="2078988"/>
            <a:ext cx="947581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559A2E-877A-467B-92D5-B226504BC6B5}"/>
              </a:ext>
            </a:extLst>
          </p:cNvPr>
          <p:cNvSpPr/>
          <p:nvPr/>
        </p:nvSpPr>
        <p:spPr>
          <a:xfrm>
            <a:off x="2701565" y="3900873"/>
            <a:ext cx="923730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BD85F7-4C3D-4873-A0A3-6BCF0308985B}"/>
              </a:ext>
            </a:extLst>
          </p:cNvPr>
          <p:cNvSpPr/>
          <p:nvPr/>
        </p:nvSpPr>
        <p:spPr>
          <a:xfrm>
            <a:off x="3620626" y="3453467"/>
            <a:ext cx="937734" cy="2982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3F2DCE-871A-4E9D-80B8-8F2C69D40C8C}"/>
              </a:ext>
            </a:extLst>
          </p:cNvPr>
          <p:cNvSpPr/>
          <p:nvPr/>
        </p:nvSpPr>
        <p:spPr>
          <a:xfrm>
            <a:off x="4558358" y="4353261"/>
            <a:ext cx="910974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B60675-0858-49BA-B337-CBE7521B0277}"/>
              </a:ext>
            </a:extLst>
          </p:cNvPr>
          <p:cNvSpPr/>
          <p:nvPr/>
        </p:nvSpPr>
        <p:spPr>
          <a:xfrm>
            <a:off x="2705197" y="4827234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7EE4F7-667F-457A-9B47-F1C39916030C}"/>
              </a:ext>
            </a:extLst>
          </p:cNvPr>
          <p:cNvSpPr/>
          <p:nvPr/>
        </p:nvSpPr>
        <p:spPr>
          <a:xfrm>
            <a:off x="3620435" y="5270689"/>
            <a:ext cx="937733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4FCBE2-F79A-48EA-A9BE-606128112CEB}"/>
              </a:ext>
            </a:extLst>
          </p:cNvPr>
          <p:cNvSpPr/>
          <p:nvPr/>
        </p:nvSpPr>
        <p:spPr>
          <a:xfrm>
            <a:off x="1782492" y="5271751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A2D127-1351-4849-8D5F-06B865207532}"/>
              </a:ext>
            </a:extLst>
          </p:cNvPr>
          <p:cNvSpPr/>
          <p:nvPr/>
        </p:nvSpPr>
        <p:spPr>
          <a:xfrm>
            <a:off x="4558358" y="4826484"/>
            <a:ext cx="910256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EF557C-8F10-44B6-83F4-A1E39FA084CB}"/>
              </a:ext>
            </a:extLst>
          </p:cNvPr>
          <p:cNvSpPr/>
          <p:nvPr/>
        </p:nvSpPr>
        <p:spPr>
          <a:xfrm>
            <a:off x="1785868" y="4351309"/>
            <a:ext cx="932799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A036EA-9876-4AD9-9699-214E5C1CD5CE}"/>
              </a:ext>
            </a:extLst>
          </p:cNvPr>
          <p:cNvCxnSpPr>
            <a:cxnSpLocks/>
          </p:cNvCxnSpPr>
          <p:nvPr/>
        </p:nvCxnSpPr>
        <p:spPr>
          <a:xfrm>
            <a:off x="1766513" y="5581734"/>
            <a:ext cx="4133462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4C3691-45CF-4E42-B52C-71EF1F6F53A0}"/>
              </a:ext>
            </a:extLst>
          </p:cNvPr>
          <p:cNvCxnSpPr>
            <a:cxnSpLocks/>
          </p:cNvCxnSpPr>
          <p:nvPr/>
        </p:nvCxnSpPr>
        <p:spPr>
          <a:xfrm>
            <a:off x="1784056" y="5136975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5EF212-1A2B-4641-BDEC-C36FAF92399C}"/>
              </a:ext>
            </a:extLst>
          </p:cNvPr>
          <p:cNvCxnSpPr>
            <a:cxnSpLocks/>
          </p:cNvCxnSpPr>
          <p:nvPr/>
        </p:nvCxnSpPr>
        <p:spPr>
          <a:xfrm>
            <a:off x="1780946" y="4661113"/>
            <a:ext cx="40888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FF736D-2CC6-4242-BEA0-14ABF481C235}"/>
              </a:ext>
            </a:extLst>
          </p:cNvPr>
          <p:cNvCxnSpPr>
            <a:cxnSpLocks/>
          </p:cNvCxnSpPr>
          <p:nvPr/>
        </p:nvCxnSpPr>
        <p:spPr>
          <a:xfrm>
            <a:off x="1780946" y="4208579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F5F08-66F6-4B57-899D-2B1309FCBEA8}"/>
              </a:ext>
            </a:extLst>
          </p:cNvPr>
          <p:cNvCxnSpPr>
            <a:cxnSpLocks/>
          </p:cNvCxnSpPr>
          <p:nvPr/>
        </p:nvCxnSpPr>
        <p:spPr>
          <a:xfrm>
            <a:off x="1784056" y="3754489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2D5D8C-FAC4-4EB0-B39C-26B0FD25B36B}"/>
              </a:ext>
            </a:extLst>
          </p:cNvPr>
          <p:cNvCxnSpPr>
            <a:cxnSpLocks/>
          </p:cNvCxnSpPr>
          <p:nvPr/>
        </p:nvCxnSpPr>
        <p:spPr>
          <a:xfrm>
            <a:off x="1780946" y="3294350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0FB08-04D6-4678-B7DA-12B3482CFC91}"/>
              </a:ext>
            </a:extLst>
          </p:cNvPr>
          <p:cNvCxnSpPr>
            <a:cxnSpLocks/>
          </p:cNvCxnSpPr>
          <p:nvPr/>
        </p:nvCxnSpPr>
        <p:spPr>
          <a:xfrm>
            <a:off x="1780946" y="2858921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6D7B20-CBF5-48DD-8B0F-83681A2B0FA9}"/>
              </a:ext>
            </a:extLst>
          </p:cNvPr>
          <p:cNvCxnSpPr>
            <a:cxnSpLocks/>
          </p:cNvCxnSpPr>
          <p:nvPr/>
        </p:nvCxnSpPr>
        <p:spPr>
          <a:xfrm>
            <a:off x="1780946" y="2395500"/>
            <a:ext cx="4088885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02EC3B8-2E21-4E91-A7AC-590290A2CE39}"/>
              </a:ext>
            </a:extLst>
          </p:cNvPr>
          <p:cNvSpPr/>
          <p:nvPr/>
        </p:nvSpPr>
        <p:spPr>
          <a:xfrm>
            <a:off x="1785358" y="3453467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56E177-3C60-4301-A16A-CFD5A94BCFDA}"/>
              </a:ext>
            </a:extLst>
          </p:cNvPr>
          <p:cNvSpPr/>
          <p:nvPr/>
        </p:nvSpPr>
        <p:spPr>
          <a:xfrm>
            <a:off x="2683415" y="2990301"/>
            <a:ext cx="937734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05479-F384-4268-B884-E4B8CCAE2D1B}"/>
              </a:ext>
            </a:extLst>
          </p:cNvPr>
          <p:cNvSpPr/>
          <p:nvPr/>
        </p:nvSpPr>
        <p:spPr>
          <a:xfrm>
            <a:off x="4558363" y="2988635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135229-E930-4BA2-972E-F1052A77956A}"/>
              </a:ext>
            </a:extLst>
          </p:cNvPr>
          <p:cNvSpPr/>
          <p:nvPr/>
        </p:nvSpPr>
        <p:spPr>
          <a:xfrm>
            <a:off x="1789233" y="2546085"/>
            <a:ext cx="910252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5BAC8D-743A-4B1A-8642-9398BDCDB430}"/>
              </a:ext>
            </a:extLst>
          </p:cNvPr>
          <p:cNvSpPr/>
          <p:nvPr/>
        </p:nvSpPr>
        <p:spPr>
          <a:xfrm>
            <a:off x="4550063" y="2542433"/>
            <a:ext cx="910252" cy="301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A436EE-FE63-4822-9217-1BFE563D0AF5}"/>
              </a:ext>
            </a:extLst>
          </p:cNvPr>
          <p:cNvSpPr/>
          <p:nvPr/>
        </p:nvSpPr>
        <p:spPr>
          <a:xfrm>
            <a:off x="4549030" y="2078053"/>
            <a:ext cx="910252" cy="312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7F55E8-9909-4F19-8656-1CBBFC3B6D8B}"/>
              </a:ext>
            </a:extLst>
          </p:cNvPr>
          <p:cNvSpPr/>
          <p:nvPr/>
        </p:nvSpPr>
        <p:spPr>
          <a:xfrm>
            <a:off x="2706756" y="2545463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C27A90-DF42-4217-B9F1-EA672F6E8E2A}"/>
              </a:ext>
            </a:extLst>
          </p:cNvPr>
          <p:cNvSpPr/>
          <p:nvPr/>
        </p:nvSpPr>
        <p:spPr>
          <a:xfrm>
            <a:off x="3629442" y="2988277"/>
            <a:ext cx="937734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616F3F-BC9E-4247-95B5-DF8EE79AA7D2}"/>
              </a:ext>
            </a:extLst>
          </p:cNvPr>
          <p:cNvSpPr/>
          <p:nvPr/>
        </p:nvSpPr>
        <p:spPr>
          <a:xfrm>
            <a:off x="2701553" y="3453467"/>
            <a:ext cx="910252" cy="2981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863435-38D4-4A92-8315-CF4EC83CB64C}"/>
              </a:ext>
            </a:extLst>
          </p:cNvPr>
          <p:cNvSpPr/>
          <p:nvPr/>
        </p:nvSpPr>
        <p:spPr>
          <a:xfrm>
            <a:off x="1781981" y="3902216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A7FD38-6DBE-414B-928B-8D92E1A885D8}"/>
              </a:ext>
            </a:extLst>
          </p:cNvPr>
          <p:cNvSpPr/>
          <p:nvPr/>
        </p:nvSpPr>
        <p:spPr>
          <a:xfrm>
            <a:off x="3620625" y="4353268"/>
            <a:ext cx="937733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B0595D-C1BD-4C25-AF9A-BF74DDA7180C}"/>
              </a:ext>
            </a:extLst>
          </p:cNvPr>
          <p:cNvSpPr/>
          <p:nvPr/>
        </p:nvSpPr>
        <p:spPr>
          <a:xfrm>
            <a:off x="1792611" y="4825128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1BE02B-8D83-423C-9EA2-5A9A27A5AB6C}"/>
              </a:ext>
            </a:extLst>
          </p:cNvPr>
          <p:cNvSpPr/>
          <p:nvPr/>
        </p:nvSpPr>
        <p:spPr>
          <a:xfrm>
            <a:off x="4558170" y="5271794"/>
            <a:ext cx="910252" cy="302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6C39C4-36A3-47FF-B44A-16195D413ACD}"/>
                  </a:ext>
                </a:extLst>
              </p:cNvPr>
              <p:cNvSpPr txBox="1"/>
              <p:nvPr/>
            </p:nvSpPr>
            <p:spPr>
              <a:xfrm>
                <a:off x="1269632" y="2034724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6C39C4-36A3-47FF-B44A-16195D413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632" y="2034724"/>
                <a:ext cx="628022" cy="246221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017E59-09CF-48D6-B37C-D17393C42FF7}"/>
                  </a:ext>
                </a:extLst>
              </p:cNvPr>
              <p:cNvSpPr txBox="1"/>
              <p:nvPr/>
            </p:nvSpPr>
            <p:spPr>
              <a:xfrm>
                <a:off x="1263129" y="2534107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017E59-09CF-48D6-B37C-D17393C42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129" y="2534107"/>
                <a:ext cx="628022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9D1A14-962F-412D-91E0-8BABDAEA65FE}"/>
                  </a:ext>
                </a:extLst>
              </p:cNvPr>
              <p:cNvSpPr txBox="1"/>
              <p:nvPr/>
            </p:nvSpPr>
            <p:spPr>
              <a:xfrm>
                <a:off x="1245982" y="3010397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9D1A14-962F-412D-91E0-8BABDAEA6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982" y="3010397"/>
                <a:ext cx="628022" cy="246221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9908E3-DEE9-4F08-8FAB-890005856C2F}"/>
                  </a:ext>
                </a:extLst>
              </p:cNvPr>
              <p:cNvSpPr txBox="1"/>
              <p:nvPr/>
            </p:nvSpPr>
            <p:spPr>
              <a:xfrm>
                <a:off x="1250096" y="3478272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B9908E3-DEE9-4F08-8FAB-890005856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096" y="3478272"/>
                <a:ext cx="628022" cy="246221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CCF91B3-FAB8-427F-861E-184CF86E3632}"/>
                  </a:ext>
                </a:extLst>
              </p:cNvPr>
              <p:cNvSpPr txBox="1"/>
              <p:nvPr/>
            </p:nvSpPr>
            <p:spPr>
              <a:xfrm>
                <a:off x="1269333" y="3905964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CCF91B3-FAB8-427F-861E-184CF86E3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33" y="3905964"/>
                <a:ext cx="628022" cy="246221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5A72FED-04D8-4CF4-BDCA-A5B6E73FB0B0}"/>
                  </a:ext>
                </a:extLst>
              </p:cNvPr>
              <p:cNvSpPr txBox="1"/>
              <p:nvPr/>
            </p:nvSpPr>
            <p:spPr>
              <a:xfrm>
                <a:off x="1245752" y="4367419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5A72FED-04D8-4CF4-BDCA-A5B6E73FB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52" y="4367419"/>
                <a:ext cx="628022" cy="246221"/>
              </a:xfrm>
              <a:prstGeom prst="rect">
                <a:avLst/>
              </a:prstGeom>
              <a:blipFill>
                <a:blip r:embed="rId7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D4FF818-0ADF-437E-A5BE-110AF64261F0}"/>
                  </a:ext>
                </a:extLst>
              </p:cNvPr>
              <p:cNvSpPr txBox="1"/>
              <p:nvPr/>
            </p:nvSpPr>
            <p:spPr>
              <a:xfrm>
                <a:off x="1269588" y="4862842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D4FF818-0ADF-437E-A5BE-110AF6426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588" y="4862842"/>
                <a:ext cx="628022" cy="246221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2D55FAB-7C97-4228-A82A-A14FADC81A7B}"/>
                  </a:ext>
                </a:extLst>
              </p:cNvPr>
              <p:cNvSpPr txBox="1"/>
              <p:nvPr/>
            </p:nvSpPr>
            <p:spPr>
              <a:xfrm>
                <a:off x="1263129" y="5305543"/>
                <a:ext cx="62802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600" b="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2D55FAB-7C97-4228-A82A-A14FADC81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129" y="5305543"/>
                <a:ext cx="628022" cy="246221"/>
              </a:xfrm>
              <a:prstGeom prst="rect">
                <a:avLst/>
              </a:prstGeom>
              <a:blipFill>
                <a:blip r:embed="rId9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EE08BA86-E29E-4441-BFAB-9803334421AE}"/>
              </a:ext>
            </a:extLst>
          </p:cNvPr>
          <p:cNvSpPr txBox="1"/>
          <p:nvPr/>
        </p:nvSpPr>
        <p:spPr>
          <a:xfrm>
            <a:off x="1677898" y="5611904"/>
            <a:ext cx="4294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0             1              2               3             4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33C22EF-E819-441C-8F1B-3687636E6BF1}"/>
              </a:ext>
            </a:extLst>
          </p:cNvPr>
          <p:cNvSpPr/>
          <p:nvPr/>
        </p:nvSpPr>
        <p:spPr>
          <a:xfrm>
            <a:off x="6075285" y="3432157"/>
            <a:ext cx="525323" cy="3020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091CC67-7575-48AB-8FD9-9B0B5DAA8415}"/>
              </a:ext>
            </a:extLst>
          </p:cNvPr>
          <p:cNvSpPr/>
          <p:nvPr/>
        </p:nvSpPr>
        <p:spPr>
          <a:xfrm>
            <a:off x="6067383" y="2709189"/>
            <a:ext cx="525323" cy="30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BDB340A-98FC-4CF2-9371-D20993F5AE68}"/>
                  </a:ext>
                </a:extLst>
              </p:cNvPr>
              <p:cNvSpPr txBox="1"/>
              <p:nvPr/>
            </p:nvSpPr>
            <p:spPr>
              <a:xfrm>
                <a:off x="6015080" y="2252200"/>
                <a:ext cx="628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BDB340A-98FC-4CF2-9371-D20993F5A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080" y="2252200"/>
                <a:ext cx="628022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E37E02-D0BB-45C4-9704-184E8526064B}"/>
                  </a:ext>
                </a:extLst>
              </p:cNvPr>
              <p:cNvSpPr txBox="1"/>
              <p:nvPr/>
            </p:nvSpPr>
            <p:spPr>
              <a:xfrm>
                <a:off x="6039615" y="2993213"/>
                <a:ext cx="628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E37E02-D0BB-45C4-9704-184E85260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615" y="2993213"/>
                <a:ext cx="628022" cy="276999"/>
              </a:xfrm>
              <a:prstGeom prst="rect">
                <a:avLst/>
              </a:prstGeom>
              <a:blipFill>
                <a:blip r:embed="rId11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6352EF-4677-4ADB-9221-F9044A49BCC4}"/>
                  </a:ext>
                </a:extLst>
              </p:cNvPr>
              <p:cNvSpPr txBox="1"/>
              <p:nvPr/>
            </p:nvSpPr>
            <p:spPr>
              <a:xfrm>
                <a:off x="6064538" y="3693531"/>
                <a:ext cx="6280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6352EF-4677-4ADB-9221-F9044A49B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38" y="3693531"/>
                <a:ext cx="628022" cy="276999"/>
              </a:xfrm>
              <a:prstGeom prst="rect">
                <a:avLst/>
              </a:prstGeom>
              <a:blipFill>
                <a:blip r:embed="rId1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F3AE20BE-80E9-420B-BF27-646450187810}"/>
              </a:ext>
            </a:extLst>
          </p:cNvPr>
          <p:cNvSpPr/>
          <p:nvPr/>
        </p:nvSpPr>
        <p:spPr>
          <a:xfrm>
            <a:off x="3634178" y="2076949"/>
            <a:ext cx="910246" cy="30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C5803A-10B2-42BB-81B0-3CCFB6465316}"/>
                  </a:ext>
                </a:extLst>
              </p:cNvPr>
              <p:cNvSpPr txBox="1"/>
              <p:nvPr/>
            </p:nvSpPr>
            <p:spPr>
              <a:xfrm>
                <a:off x="2815627" y="2119603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C5803A-10B2-42BB-81B0-3CCFB646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627" y="2119603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611B21-63D1-409B-B81B-6747D9DC37F6}"/>
                  </a:ext>
                </a:extLst>
              </p:cNvPr>
              <p:cNvSpPr txBox="1"/>
              <p:nvPr/>
            </p:nvSpPr>
            <p:spPr>
              <a:xfrm>
                <a:off x="3744249" y="2124543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F611B21-63D1-409B-B81B-6747D9DC3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49" y="2124543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EE8FC25-C08D-4850-94C1-AE576E62556B}"/>
                  </a:ext>
                </a:extLst>
              </p:cNvPr>
              <p:cNvSpPr txBox="1"/>
              <p:nvPr/>
            </p:nvSpPr>
            <p:spPr>
              <a:xfrm>
                <a:off x="4699285" y="2128652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EE8FC25-C08D-4850-94C1-AE576E625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2128652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F22366D-06A8-4317-BB4B-AB4E6DD03358}"/>
                  </a:ext>
                </a:extLst>
              </p:cNvPr>
              <p:cNvSpPr txBox="1"/>
              <p:nvPr/>
            </p:nvSpPr>
            <p:spPr>
              <a:xfrm>
                <a:off x="1902141" y="2123128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F22366D-06A8-4317-BB4B-AB4E6DD03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141" y="2123128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882CD761-23E4-498C-9BD9-4608FE63CC14}"/>
              </a:ext>
            </a:extLst>
          </p:cNvPr>
          <p:cNvSpPr/>
          <p:nvPr/>
        </p:nvSpPr>
        <p:spPr>
          <a:xfrm>
            <a:off x="6035065" y="1988481"/>
            <a:ext cx="525324" cy="3012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E312AC2-AD20-4600-9322-5922DBCF1619}"/>
                  </a:ext>
                </a:extLst>
              </p:cNvPr>
              <p:cNvSpPr txBox="1"/>
              <p:nvPr/>
            </p:nvSpPr>
            <p:spPr>
              <a:xfrm>
                <a:off x="3744249" y="2598957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E312AC2-AD20-4600-9322-5922DBCF1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49" y="2598957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06D531C-34E8-4234-A224-95E96EB39A30}"/>
                  </a:ext>
                </a:extLst>
              </p:cNvPr>
              <p:cNvSpPr txBox="1"/>
              <p:nvPr/>
            </p:nvSpPr>
            <p:spPr>
              <a:xfrm>
                <a:off x="1917655" y="3012182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06D531C-34E8-4234-A224-95E96EB3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655" y="3012182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3B36CAD-3B8A-4F2E-AF5F-618E53386FA1}"/>
                  </a:ext>
                </a:extLst>
              </p:cNvPr>
              <p:cNvSpPr txBox="1"/>
              <p:nvPr/>
            </p:nvSpPr>
            <p:spPr>
              <a:xfrm>
                <a:off x="4699285" y="3478916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3B36CAD-3B8A-4F2E-AF5F-618E53386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3478916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6DE83A-6CBA-4EC0-93EF-D43D19A7746A}"/>
                  </a:ext>
                </a:extLst>
              </p:cNvPr>
              <p:cNvSpPr txBox="1"/>
              <p:nvPr/>
            </p:nvSpPr>
            <p:spPr>
              <a:xfrm>
                <a:off x="4699285" y="3927497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6DE83A-6CBA-4EC0-93EF-D43D19A7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3927497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EAB841E9-CDB6-403C-8CD4-B341556E5051}"/>
              </a:ext>
            </a:extLst>
          </p:cNvPr>
          <p:cNvSpPr/>
          <p:nvPr/>
        </p:nvSpPr>
        <p:spPr>
          <a:xfrm>
            <a:off x="3627436" y="3899178"/>
            <a:ext cx="923730" cy="30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73C9232-73B5-4081-A965-D4622210B61A}"/>
                  </a:ext>
                </a:extLst>
              </p:cNvPr>
              <p:cNvSpPr txBox="1"/>
              <p:nvPr/>
            </p:nvSpPr>
            <p:spPr>
              <a:xfrm>
                <a:off x="1924382" y="2596043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73C9232-73B5-4081-A965-D4622210B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82" y="2596043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1DBB4AF-254C-4569-9641-99CD1635C3C0}"/>
                  </a:ext>
                </a:extLst>
              </p:cNvPr>
              <p:cNvSpPr txBox="1"/>
              <p:nvPr/>
            </p:nvSpPr>
            <p:spPr>
              <a:xfrm>
                <a:off x="1917655" y="3461203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1DBB4AF-254C-4569-9641-99CD1635C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655" y="3461203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3F4CD7-3F8B-453E-A97E-61FB57675044}"/>
                  </a:ext>
                </a:extLst>
              </p:cNvPr>
              <p:cNvSpPr txBox="1"/>
              <p:nvPr/>
            </p:nvSpPr>
            <p:spPr>
              <a:xfrm>
                <a:off x="1924382" y="4392965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93F4CD7-3F8B-453E-A97E-61FB57675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82" y="4392965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2C4F03-B6F6-4260-AA22-9AB69E56AF6E}"/>
                  </a:ext>
                </a:extLst>
              </p:cNvPr>
              <p:cNvSpPr txBox="1"/>
              <p:nvPr/>
            </p:nvSpPr>
            <p:spPr>
              <a:xfrm>
                <a:off x="1933726" y="5313007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2C4F03-B6F6-4260-AA22-9AB69E56A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726" y="5313007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83246D9-A6B5-46F0-BA4E-06F0392D1882}"/>
                  </a:ext>
                </a:extLst>
              </p:cNvPr>
              <p:cNvSpPr txBox="1"/>
              <p:nvPr/>
            </p:nvSpPr>
            <p:spPr>
              <a:xfrm>
                <a:off x="2826340" y="4385540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83246D9-A6B5-46F0-BA4E-06F0392D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340" y="4385540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CE1DC1A-CC3E-42AD-A173-B2E1705883BC}"/>
                  </a:ext>
                </a:extLst>
              </p:cNvPr>
              <p:cNvSpPr txBox="1"/>
              <p:nvPr/>
            </p:nvSpPr>
            <p:spPr>
              <a:xfrm>
                <a:off x="3727442" y="4856979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CE1DC1A-CC3E-42AD-A173-B2E17058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42" y="4856979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3A7C05A-7BF1-42D3-B446-56C28F371503}"/>
                  </a:ext>
                </a:extLst>
              </p:cNvPr>
              <p:cNvSpPr txBox="1"/>
              <p:nvPr/>
            </p:nvSpPr>
            <p:spPr>
              <a:xfrm>
                <a:off x="2838271" y="5319741"/>
                <a:ext cx="628022" cy="2189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3A7C05A-7BF1-42D3-B446-56C28F371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271" y="5319741"/>
                <a:ext cx="628022" cy="218906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D883511-1F23-400D-B2A3-7DF26070BBF2}"/>
                  </a:ext>
                </a:extLst>
              </p:cNvPr>
              <p:cNvSpPr txBox="1"/>
              <p:nvPr/>
            </p:nvSpPr>
            <p:spPr>
              <a:xfrm>
                <a:off x="2831538" y="3945241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D883511-1F23-400D-B2A3-7DF26070B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538" y="3945241"/>
                <a:ext cx="628022" cy="217432"/>
              </a:xfrm>
              <a:prstGeom prst="rect">
                <a:avLst/>
              </a:prstGeom>
              <a:blipFill>
                <a:blip r:embed="rId1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731AD0B-F610-4ECA-A316-E9C15C882441}"/>
                  </a:ext>
                </a:extLst>
              </p:cNvPr>
              <p:cNvSpPr txBox="1"/>
              <p:nvPr/>
            </p:nvSpPr>
            <p:spPr>
              <a:xfrm>
                <a:off x="2821993" y="4857826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731AD0B-F610-4ECA-A316-E9C15C882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993" y="4857826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E9D7333-B9E8-4703-AC9A-0EBE1B4E3C62}"/>
                  </a:ext>
                </a:extLst>
              </p:cNvPr>
              <p:cNvSpPr txBox="1"/>
              <p:nvPr/>
            </p:nvSpPr>
            <p:spPr>
              <a:xfrm>
                <a:off x="1911093" y="3931385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E9D7333-B9E8-4703-AC9A-0EBE1B4E3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093" y="3931385"/>
                <a:ext cx="628022" cy="217817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07617C1-E079-46BC-9C8A-D6398928210B}"/>
                  </a:ext>
                </a:extLst>
              </p:cNvPr>
              <p:cNvSpPr txBox="1"/>
              <p:nvPr/>
            </p:nvSpPr>
            <p:spPr>
              <a:xfrm>
                <a:off x="1932047" y="4853082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07617C1-E079-46BC-9C8A-D63989282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047" y="4853082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E4B3ACD-4A30-4FB4-A08A-05D41D282970}"/>
                  </a:ext>
                </a:extLst>
              </p:cNvPr>
              <p:cNvSpPr txBox="1"/>
              <p:nvPr/>
            </p:nvSpPr>
            <p:spPr>
              <a:xfrm>
                <a:off x="4699285" y="2601959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E4B3ACD-4A30-4FB4-A08A-05D41D282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2601959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C01115B-74AE-4287-9D49-9268BBD598BF}"/>
                  </a:ext>
                </a:extLst>
              </p:cNvPr>
              <p:cNvSpPr txBox="1"/>
              <p:nvPr/>
            </p:nvSpPr>
            <p:spPr>
              <a:xfrm>
                <a:off x="4690145" y="3030371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C01115B-74AE-4287-9D49-9268BBD59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145" y="3030371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C56226C-9A36-4789-887A-590A43B4A617}"/>
                  </a:ext>
                </a:extLst>
              </p:cNvPr>
              <p:cNvSpPr txBox="1"/>
              <p:nvPr/>
            </p:nvSpPr>
            <p:spPr>
              <a:xfrm>
                <a:off x="4709099" y="4372885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C56226C-9A36-4789-887A-590A43B4A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099" y="4372885"/>
                <a:ext cx="628022" cy="217880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F8B8CD4-38D4-4443-B842-B72399B9D6DE}"/>
                  </a:ext>
                </a:extLst>
              </p:cNvPr>
              <p:cNvSpPr txBox="1"/>
              <p:nvPr/>
            </p:nvSpPr>
            <p:spPr>
              <a:xfrm>
                <a:off x="4699285" y="4877013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F8B8CD4-38D4-4443-B842-B72399B9D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85" y="4877013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305EB10-4ECC-40E0-8085-8C4A355154B7}"/>
                  </a:ext>
                </a:extLst>
              </p:cNvPr>
              <p:cNvSpPr txBox="1"/>
              <p:nvPr/>
            </p:nvSpPr>
            <p:spPr>
              <a:xfrm>
                <a:off x="3715372" y="5331747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305EB10-4ECC-40E0-8085-8C4A3551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372" y="5331747"/>
                <a:ext cx="628022" cy="217880"/>
              </a:xfrm>
              <a:prstGeom prst="rect">
                <a:avLst/>
              </a:prstGeom>
              <a:blipFill>
                <a:blip r:embed="rId2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686DB78-29DC-4FB1-A790-695EE79F7563}"/>
                  </a:ext>
                </a:extLst>
              </p:cNvPr>
              <p:cNvSpPr txBox="1"/>
              <p:nvPr/>
            </p:nvSpPr>
            <p:spPr>
              <a:xfrm>
                <a:off x="2813324" y="2604826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686DB78-29DC-4FB1-A790-695EE79F7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324" y="2604826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8B9BEF6-EF02-4BB3-A66C-308274E050C0}"/>
                  </a:ext>
                </a:extLst>
              </p:cNvPr>
              <p:cNvSpPr txBox="1"/>
              <p:nvPr/>
            </p:nvSpPr>
            <p:spPr>
              <a:xfrm>
                <a:off x="3743056" y="3041726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8B9BEF6-EF02-4BB3-A66C-308274E05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056" y="3041726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44A3A3C-45E1-4D89-B3CA-6A87F7D911FB}"/>
                  </a:ext>
                </a:extLst>
              </p:cNvPr>
              <p:cNvSpPr txBox="1"/>
              <p:nvPr/>
            </p:nvSpPr>
            <p:spPr>
              <a:xfrm>
                <a:off x="2805431" y="3502851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44A3A3C-45E1-4D89-B3CA-6A87F7D91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431" y="3502851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81EB649-14CF-45B6-9FAF-E9DE834E00B7}"/>
                  </a:ext>
                </a:extLst>
              </p:cNvPr>
              <p:cNvSpPr txBox="1"/>
              <p:nvPr/>
            </p:nvSpPr>
            <p:spPr>
              <a:xfrm>
                <a:off x="3765828" y="4368932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81EB649-14CF-45B6-9FAF-E9DE834E0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828" y="4368932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F07D113-1F37-47A1-B37C-13B746E94565}"/>
                  </a:ext>
                </a:extLst>
              </p:cNvPr>
              <p:cNvSpPr txBox="1"/>
              <p:nvPr/>
            </p:nvSpPr>
            <p:spPr>
              <a:xfrm>
                <a:off x="4698876" y="5315846"/>
                <a:ext cx="628022" cy="217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F07D113-1F37-47A1-B37C-13B746E9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876" y="5315846"/>
                <a:ext cx="628022" cy="217817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13B1B20-5F76-4FF8-9254-C2599B8DC5CB}"/>
                  </a:ext>
                </a:extLst>
              </p:cNvPr>
              <p:cNvSpPr txBox="1"/>
              <p:nvPr/>
            </p:nvSpPr>
            <p:spPr>
              <a:xfrm>
                <a:off x="3744462" y="3947857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13B1B20-5F76-4FF8-9254-C2599B8DC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462" y="3947857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539342A-30FB-4BEA-8D8C-D812BC3BD4BC}"/>
                  </a:ext>
                </a:extLst>
              </p:cNvPr>
              <p:cNvSpPr txBox="1"/>
              <p:nvPr/>
            </p:nvSpPr>
            <p:spPr>
              <a:xfrm>
                <a:off x="3736029" y="3477091"/>
                <a:ext cx="628022" cy="217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539342A-30FB-4BEA-8D8C-D812BC3BD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029" y="3477091"/>
                <a:ext cx="628022" cy="217880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07429AB-1041-4B47-B897-2FA6B0E172EF}"/>
                  </a:ext>
                </a:extLst>
              </p:cNvPr>
              <p:cNvSpPr txBox="1"/>
              <p:nvPr/>
            </p:nvSpPr>
            <p:spPr>
              <a:xfrm>
                <a:off x="2813324" y="3037587"/>
                <a:ext cx="628022" cy="217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400" b="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07429AB-1041-4B47-B897-2FA6B0E17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324" y="3037587"/>
                <a:ext cx="628022" cy="2174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0FCFA7A-7534-496D-B805-9E5314AF3D55}"/>
              </a:ext>
            </a:extLst>
          </p:cNvPr>
          <p:cNvCxnSpPr>
            <a:cxnSpLocks/>
          </p:cNvCxnSpPr>
          <p:nvPr/>
        </p:nvCxnSpPr>
        <p:spPr>
          <a:xfrm>
            <a:off x="6365366" y="4162673"/>
            <a:ext cx="0" cy="26037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2A9CA7E-A6A0-45FE-AE1C-37DE7949D0B3}"/>
              </a:ext>
            </a:extLst>
          </p:cNvPr>
          <p:cNvCxnSpPr>
            <a:cxnSpLocks/>
          </p:cNvCxnSpPr>
          <p:nvPr/>
        </p:nvCxnSpPr>
        <p:spPr>
          <a:xfrm>
            <a:off x="1791787" y="1758097"/>
            <a:ext cx="2" cy="25065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D29B300-CA83-4193-82FA-84729E82A418}"/>
                  </a:ext>
                </a:extLst>
              </p:cNvPr>
              <p:cNvSpPr txBox="1"/>
              <p:nvPr/>
            </p:nvSpPr>
            <p:spPr>
              <a:xfrm>
                <a:off x="1466667" y="1501264"/>
                <a:ext cx="814214" cy="2503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0070C0"/>
                    </a:solidFill>
                  </a:rPr>
                  <a:t>,</a:t>
                </a:r>
                <a:r>
                  <a:rPr lang="en-IN" sz="1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0070C0"/>
                    </a:solidFill>
                  </a:rPr>
                  <a:t>,</a:t>
                </a:r>
                <a:r>
                  <a:rPr lang="en-IN" sz="1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IN" sz="1600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D29B300-CA83-4193-82FA-84729E82A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667" y="1501264"/>
                <a:ext cx="814214" cy="250325"/>
              </a:xfrm>
              <a:prstGeom prst="rect">
                <a:avLst/>
              </a:prstGeom>
              <a:blipFill>
                <a:blip r:embed="rId21"/>
                <a:stretch>
                  <a:fillRect l="-6767" t="-21951" r="-752" b="-5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7BEA8617-58B3-4429-B247-73D7525B3456}"/>
                  </a:ext>
                </a:extLst>
              </p:cNvPr>
              <p:cNvSpPr txBox="1"/>
              <p:nvPr/>
            </p:nvSpPr>
            <p:spPr>
              <a:xfrm>
                <a:off x="3511376" y="1735521"/>
                <a:ext cx="628022" cy="2491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600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7BEA8617-58B3-4429-B247-73D7525B3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376" y="1735521"/>
                <a:ext cx="628022" cy="249107"/>
              </a:xfrm>
              <a:prstGeom prst="rect">
                <a:avLst/>
              </a:prstGeom>
              <a:blipFill>
                <a:blip r:embed="rId22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EB8C0D07-382E-48D9-B21B-EF19E479F5BE}"/>
              </a:ext>
            </a:extLst>
          </p:cNvPr>
          <p:cNvSpPr txBox="1"/>
          <p:nvPr/>
        </p:nvSpPr>
        <p:spPr>
          <a:xfrm>
            <a:off x="5913826" y="4423047"/>
            <a:ext cx="947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job </a:t>
            </a:r>
          </a:p>
          <a:p>
            <a:pPr algn="ctr"/>
            <a:r>
              <a:rPr lang="en-IN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arrivals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0719460-6014-4B0E-B1A3-77118899B2D3}"/>
              </a:ext>
            </a:extLst>
          </p:cNvPr>
          <p:cNvCxnSpPr>
            <a:cxnSpLocks/>
          </p:cNvCxnSpPr>
          <p:nvPr/>
        </p:nvCxnSpPr>
        <p:spPr>
          <a:xfrm>
            <a:off x="6387616" y="4929555"/>
            <a:ext cx="0" cy="2603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7D9E712-B936-47A2-90D2-2FF1BDDAD196}"/>
              </a:ext>
            </a:extLst>
          </p:cNvPr>
          <p:cNvSpPr txBox="1"/>
          <p:nvPr/>
        </p:nvSpPr>
        <p:spPr>
          <a:xfrm>
            <a:off x="5904758" y="5210601"/>
            <a:ext cx="947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latin typeface="Cambria" panose="02040503050406030204" pitchFamily="18" charset="0"/>
                <a:ea typeface="Cambria" panose="02040503050406030204" pitchFamily="18" charset="0"/>
              </a:rPr>
              <a:t>deadlines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C4FE365-F468-4B29-BA55-705ACA6FD292}"/>
              </a:ext>
            </a:extLst>
          </p:cNvPr>
          <p:cNvCxnSpPr>
            <a:cxnSpLocks/>
          </p:cNvCxnSpPr>
          <p:nvPr/>
        </p:nvCxnSpPr>
        <p:spPr>
          <a:xfrm>
            <a:off x="3634178" y="1791519"/>
            <a:ext cx="0" cy="24835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FE8A6EAE-81DC-4BE3-ADD6-BEA5814A53CE}"/>
              </a:ext>
            </a:extLst>
          </p:cNvPr>
          <p:cNvCxnSpPr>
            <a:cxnSpLocks/>
          </p:cNvCxnSpPr>
          <p:nvPr/>
        </p:nvCxnSpPr>
        <p:spPr>
          <a:xfrm>
            <a:off x="5459282" y="1748376"/>
            <a:ext cx="0" cy="2603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5FC0E23-D0B0-4B02-8833-0C2053259A69}"/>
              </a:ext>
            </a:extLst>
          </p:cNvPr>
          <p:cNvCxnSpPr>
            <a:cxnSpLocks/>
          </p:cNvCxnSpPr>
          <p:nvPr/>
        </p:nvCxnSpPr>
        <p:spPr>
          <a:xfrm>
            <a:off x="3627435" y="1503570"/>
            <a:ext cx="1" cy="2599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C3269E8-5234-458C-A2AF-FE2E4A77F9AB}"/>
                  </a:ext>
                </a:extLst>
              </p:cNvPr>
              <p:cNvSpPr txBox="1"/>
              <p:nvPr/>
            </p:nvSpPr>
            <p:spPr>
              <a:xfrm>
                <a:off x="5091856" y="1450908"/>
                <a:ext cx="814214" cy="2503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FF0000"/>
                    </a:solidFill>
                  </a:rPr>
                  <a:t>,</a:t>
                </a:r>
                <a:r>
                  <a:rPr lang="en-I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sz="1600" b="0" dirty="0">
                    <a:solidFill>
                      <a:srgbClr val="FF0000"/>
                    </a:solidFill>
                  </a:rPr>
                  <a:t>,</a:t>
                </a:r>
                <a:r>
                  <a:rPr lang="en-I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IN" sz="16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3C3269E8-5234-458C-A2AF-FE2E4A77F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856" y="1450908"/>
                <a:ext cx="814214" cy="250325"/>
              </a:xfrm>
              <a:prstGeom prst="rect">
                <a:avLst/>
              </a:prstGeom>
              <a:blipFill>
                <a:blip r:embed="rId23"/>
                <a:stretch>
                  <a:fillRect l="-5970" t="-21951" r="-746" b="-5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1D2EB3-A76A-45D4-BE1B-970EB3CC9F26}"/>
                  </a:ext>
                </a:extLst>
              </p:cNvPr>
              <p:cNvSpPr/>
              <p:nvPr/>
            </p:nvSpPr>
            <p:spPr>
              <a:xfrm>
                <a:off x="3582866" y="1403708"/>
                <a:ext cx="458587" cy="371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1D2EB3-A76A-45D4-BE1B-970EB3CC9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866" y="1403708"/>
                <a:ext cx="458587" cy="371961"/>
              </a:xfrm>
              <a:prstGeom prst="rect">
                <a:avLst/>
              </a:prstGeom>
              <a:blipFill>
                <a:blip r:embed="rId2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231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67A20290-4C3F-4BCB-A223-4489B1BD64FB}"/>
              </a:ext>
            </a:extLst>
          </p:cNvPr>
          <p:cNvGraphicFramePr>
            <a:graphicFrameLocks noGrp="1"/>
          </p:cNvGraphicFramePr>
          <p:nvPr/>
        </p:nvGraphicFramePr>
        <p:xfrm>
          <a:off x="1613710" y="1945640"/>
          <a:ext cx="81280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1276177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9649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714415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776115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405430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57896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1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8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46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1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9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604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087906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5BE948-03AE-4A5E-9567-A23B665A8883}"/>
              </a:ext>
            </a:extLst>
          </p:cNvPr>
          <p:cNvCxnSpPr>
            <a:cxnSpLocks/>
          </p:cNvCxnSpPr>
          <p:nvPr/>
        </p:nvCxnSpPr>
        <p:spPr>
          <a:xfrm flipV="1">
            <a:off x="2965855" y="2015836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D8B973E-13A7-47FE-B5E0-963797F7F076}"/>
              </a:ext>
            </a:extLst>
          </p:cNvPr>
          <p:cNvCxnSpPr>
            <a:cxnSpLocks/>
          </p:cNvCxnSpPr>
          <p:nvPr/>
        </p:nvCxnSpPr>
        <p:spPr>
          <a:xfrm flipV="1">
            <a:off x="2965855" y="2760339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00FFE0-9428-49C3-8DBC-45FC59606D30}"/>
              </a:ext>
            </a:extLst>
          </p:cNvPr>
          <p:cNvCxnSpPr>
            <a:cxnSpLocks/>
          </p:cNvCxnSpPr>
          <p:nvPr/>
        </p:nvCxnSpPr>
        <p:spPr>
          <a:xfrm flipV="1">
            <a:off x="2965855" y="3498786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EFC0107-CF81-4FAB-924F-20415721E949}"/>
              </a:ext>
            </a:extLst>
          </p:cNvPr>
          <p:cNvSpPr/>
          <p:nvPr/>
        </p:nvSpPr>
        <p:spPr>
          <a:xfrm>
            <a:off x="2965855" y="2309223"/>
            <a:ext cx="1352146" cy="36334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05DFA2-DE99-4DEF-A7AE-E389C9211B10}"/>
              </a:ext>
            </a:extLst>
          </p:cNvPr>
          <p:cNvSpPr/>
          <p:nvPr/>
        </p:nvSpPr>
        <p:spPr>
          <a:xfrm>
            <a:off x="5677710" y="2309619"/>
            <a:ext cx="1352146" cy="36334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6E2887-82BC-4C17-A040-E32184B3EFFA}"/>
              </a:ext>
            </a:extLst>
          </p:cNvPr>
          <p:cNvCxnSpPr>
            <a:cxnSpLocks/>
          </p:cNvCxnSpPr>
          <p:nvPr/>
        </p:nvCxnSpPr>
        <p:spPr>
          <a:xfrm flipV="1">
            <a:off x="5677710" y="2010812"/>
            <a:ext cx="0" cy="6776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366E655-12FB-479C-8CC0-256D3CA9E5D1}"/>
              </a:ext>
            </a:extLst>
          </p:cNvPr>
          <p:cNvSpPr/>
          <p:nvPr/>
        </p:nvSpPr>
        <p:spPr>
          <a:xfrm>
            <a:off x="7029856" y="3794171"/>
            <a:ext cx="1352146" cy="363343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accent2">
                <a:lumMod val="20000"/>
                <a:lumOff val="80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D29884-05DE-4414-95A3-8D8C1ACE5223}"/>
              </a:ext>
            </a:extLst>
          </p:cNvPr>
          <p:cNvSpPr/>
          <p:nvPr/>
        </p:nvSpPr>
        <p:spPr>
          <a:xfrm>
            <a:off x="4325564" y="3063604"/>
            <a:ext cx="1352146" cy="36334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845695E-535D-4190-8A9D-E2D43EA75A59}"/>
              </a:ext>
            </a:extLst>
          </p:cNvPr>
          <p:cNvSpPr/>
          <p:nvPr/>
        </p:nvSpPr>
        <p:spPr>
          <a:xfrm>
            <a:off x="4325218" y="1796683"/>
            <a:ext cx="1360075" cy="2845837"/>
          </a:xfrm>
          <a:prstGeom prst="roundRect">
            <a:avLst>
              <a:gd name="adj" fmla="val 8554"/>
            </a:avLst>
          </a:prstGeom>
          <a:solidFill>
            <a:schemeClr val="bg2">
              <a:alpha val="56000"/>
            </a:schemeClr>
          </a:solidFill>
          <a:ln w="412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3F47FC-60C0-4670-86D3-D53729E494A6}"/>
                  </a:ext>
                </a:extLst>
              </p:cNvPr>
              <p:cNvSpPr txBox="1"/>
              <p:nvPr/>
            </p:nvSpPr>
            <p:spPr>
              <a:xfrm>
                <a:off x="4579215" y="1922937"/>
                <a:ext cx="11658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=1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3F47FC-60C0-4670-86D3-D53729E49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215" y="1922937"/>
                <a:ext cx="1165860" cy="369332"/>
              </a:xfrm>
              <a:prstGeom prst="rect">
                <a:avLst/>
              </a:prstGeom>
              <a:blipFill>
                <a:blip r:embed="rId2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30ED83-D20A-400D-8474-D5A8AEF680C4}"/>
                  </a:ext>
                </a:extLst>
              </p:cNvPr>
              <p:cNvSpPr txBox="1"/>
              <p:nvPr/>
            </p:nvSpPr>
            <p:spPr>
              <a:xfrm>
                <a:off x="1621282" y="2306228"/>
                <a:ext cx="11658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Victim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30ED83-D20A-400D-8474-D5A8AEF68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282" y="2306228"/>
                <a:ext cx="1165860" cy="369332"/>
              </a:xfrm>
              <a:prstGeom prst="rect">
                <a:avLst/>
              </a:prstGeom>
              <a:blipFill>
                <a:blip r:embed="rId3"/>
                <a:stretch>
                  <a:fillRect r="-1047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00C9EC-1439-47D8-924D-2841E1A535C5}"/>
                  </a:ext>
                </a:extLst>
              </p:cNvPr>
              <p:cNvSpPr txBox="1"/>
              <p:nvPr/>
            </p:nvSpPr>
            <p:spPr>
              <a:xfrm>
                <a:off x="1239618" y="3034935"/>
                <a:ext cx="11658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00C9EC-1439-47D8-924D-2841E1A53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618" y="3034935"/>
                <a:ext cx="1165860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53AADB-99DB-4765-A2B5-E1B68055C9D3}"/>
                  </a:ext>
                </a:extLst>
              </p:cNvPr>
              <p:cNvSpPr txBox="1"/>
              <p:nvPr/>
            </p:nvSpPr>
            <p:spPr>
              <a:xfrm>
                <a:off x="1606493" y="3810732"/>
                <a:ext cx="1468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(Attacker)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53AADB-99DB-4765-A2B5-E1B68055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93" y="3810732"/>
                <a:ext cx="1468176" cy="369332"/>
              </a:xfrm>
              <a:prstGeom prst="rect">
                <a:avLst/>
              </a:prstGeom>
              <a:blipFill>
                <a:blip r:embed="rId5"/>
                <a:stretch>
                  <a:fillRect t="-9836" r="-417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AAEBEDF-1AF8-4DC7-AC0C-41E6EFADFC38}"/>
              </a:ext>
            </a:extLst>
          </p:cNvPr>
          <p:cNvSpPr txBox="1"/>
          <p:nvPr/>
        </p:nvSpPr>
        <p:spPr>
          <a:xfrm>
            <a:off x="2868930" y="4600140"/>
            <a:ext cx="6553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0                           1                            2                            3                           4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0DD274-6617-40C6-86FF-48F100965ED9}"/>
              </a:ext>
            </a:extLst>
          </p:cNvPr>
          <p:cNvSpPr/>
          <p:nvPr/>
        </p:nvSpPr>
        <p:spPr>
          <a:xfrm>
            <a:off x="1613710" y="1942268"/>
            <a:ext cx="8128002" cy="25992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CBDCA1-38D3-4EBC-9CE6-DCC2CF52489B}"/>
              </a:ext>
            </a:extLst>
          </p:cNvPr>
          <p:cNvSpPr/>
          <p:nvPr/>
        </p:nvSpPr>
        <p:spPr>
          <a:xfrm>
            <a:off x="7029855" y="1796682"/>
            <a:ext cx="1366927" cy="2845838"/>
          </a:xfrm>
          <a:prstGeom prst="roundRect">
            <a:avLst>
              <a:gd name="adj" fmla="val 8554"/>
            </a:avLst>
          </a:prstGeom>
          <a:solidFill>
            <a:schemeClr val="bg2">
              <a:alpha val="56000"/>
            </a:schemeClr>
          </a:solidFill>
          <a:ln w="412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3EFB02-C77D-4467-9276-21D5C0AAC6FA}"/>
                  </a:ext>
                </a:extLst>
              </p:cNvPr>
              <p:cNvSpPr txBox="1"/>
              <p:nvPr/>
            </p:nvSpPr>
            <p:spPr>
              <a:xfrm>
                <a:off x="7318805" y="1923614"/>
                <a:ext cx="11658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=1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3EFB02-C77D-4467-9276-21D5C0AAC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805" y="1923614"/>
                <a:ext cx="1165860" cy="369332"/>
              </a:xfrm>
              <a:prstGeom prst="rect">
                <a:avLst/>
              </a:prstGeom>
              <a:blipFill>
                <a:blip r:embed="rId6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CDA9C9-7F0E-4CCC-A3BA-A6891FB06CA9}"/>
              </a:ext>
            </a:extLst>
          </p:cNvPr>
          <p:cNvCxnSpPr>
            <a:cxnSpLocks/>
          </p:cNvCxnSpPr>
          <p:nvPr/>
        </p:nvCxnSpPr>
        <p:spPr>
          <a:xfrm>
            <a:off x="2965855" y="2677936"/>
            <a:ext cx="617814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A6BC65-AF86-4ECD-B29E-FA02C8F67831}"/>
              </a:ext>
            </a:extLst>
          </p:cNvPr>
          <p:cNvCxnSpPr>
            <a:cxnSpLocks/>
          </p:cNvCxnSpPr>
          <p:nvPr/>
        </p:nvCxnSpPr>
        <p:spPr>
          <a:xfrm>
            <a:off x="2965855" y="3427467"/>
            <a:ext cx="617814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A12FDC-BB81-4756-82E2-F85BDECBD397}"/>
              </a:ext>
            </a:extLst>
          </p:cNvPr>
          <p:cNvCxnSpPr>
            <a:cxnSpLocks/>
          </p:cNvCxnSpPr>
          <p:nvPr/>
        </p:nvCxnSpPr>
        <p:spPr>
          <a:xfrm>
            <a:off x="2965855" y="4165914"/>
            <a:ext cx="617814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925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AF016EC-A9A7-4509-96F0-12BD16180AF6}"/>
              </a:ext>
            </a:extLst>
          </p:cNvPr>
          <p:cNvGrpSpPr/>
          <p:nvPr/>
        </p:nvGrpSpPr>
        <p:grpSpPr>
          <a:xfrm>
            <a:off x="1245752" y="780585"/>
            <a:ext cx="8088221" cy="5415534"/>
            <a:chOff x="1245752" y="1403708"/>
            <a:chExt cx="5569857" cy="454878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82AB4C1-E641-4E07-A090-CBDA9FD567EC}"/>
                </a:ext>
              </a:extLst>
            </p:cNvPr>
            <p:cNvSpPr/>
            <p:nvPr/>
          </p:nvSpPr>
          <p:spPr>
            <a:xfrm>
              <a:off x="1351370" y="1403708"/>
              <a:ext cx="5379491" cy="4548782"/>
            </a:xfrm>
            <a:prstGeom prst="roundRect">
              <a:avLst>
                <a:gd name="adj" fmla="val 3507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4B090C-9B7A-4FFE-ADB1-2FCF5AC5B86A}"/>
                </a:ext>
              </a:extLst>
            </p:cNvPr>
            <p:cNvSpPr/>
            <p:nvPr/>
          </p:nvSpPr>
          <p:spPr>
            <a:xfrm>
              <a:off x="1780945" y="2078053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91D1EF-9D58-4C51-B62C-9D8EAE666B69}"/>
                </a:ext>
              </a:extLst>
            </p:cNvPr>
            <p:cNvSpPr/>
            <p:nvPr/>
          </p:nvSpPr>
          <p:spPr>
            <a:xfrm>
              <a:off x="1780945" y="2995306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598A92-955E-4A99-BEB6-66845EBF1CF1}"/>
                </a:ext>
              </a:extLst>
            </p:cNvPr>
            <p:cNvSpPr/>
            <p:nvPr/>
          </p:nvSpPr>
          <p:spPr>
            <a:xfrm>
              <a:off x="3625294" y="2540173"/>
              <a:ext cx="941881" cy="31244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11002F-B1A1-4AD1-84DD-0BE0B60545A5}"/>
                </a:ext>
              </a:extLst>
            </p:cNvPr>
            <p:cNvSpPr/>
            <p:nvPr/>
          </p:nvSpPr>
          <p:spPr>
            <a:xfrm>
              <a:off x="4558358" y="3454985"/>
              <a:ext cx="910064" cy="2934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1A0C17-5E93-4350-80BD-FE9C4EDF6FE8}"/>
                </a:ext>
              </a:extLst>
            </p:cNvPr>
            <p:cNvSpPr/>
            <p:nvPr/>
          </p:nvSpPr>
          <p:spPr>
            <a:xfrm>
              <a:off x="4558358" y="3899743"/>
              <a:ext cx="910257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0484E9-6B84-4577-A115-521D29B43C20}"/>
                </a:ext>
              </a:extLst>
            </p:cNvPr>
            <p:cNvSpPr/>
            <p:nvPr/>
          </p:nvSpPr>
          <p:spPr>
            <a:xfrm>
              <a:off x="2704835" y="4352295"/>
              <a:ext cx="910252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F2A37F-D532-4C1A-A682-E5C929809C49}"/>
                </a:ext>
              </a:extLst>
            </p:cNvPr>
            <p:cNvSpPr/>
            <p:nvPr/>
          </p:nvSpPr>
          <p:spPr>
            <a:xfrm>
              <a:off x="3621142" y="4826960"/>
              <a:ext cx="937028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0A94AF-CE8F-4CF0-B2EA-C18C070AAB0B}"/>
                </a:ext>
              </a:extLst>
            </p:cNvPr>
            <p:cNvSpPr/>
            <p:nvPr/>
          </p:nvSpPr>
          <p:spPr>
            <a:xfrm>
              <a:off x="2701043" y="5270690"/>
              <a:ext cx="910252" cy="30824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3B80B1-5984-45F4-928D-DFF67EB1ED55}"/>
                </a:ext>
              </a:extLst>
            </p:cNvPr>
            <p:cNvSpPr/>
            <p:nvPr/>
          </p:nvSpPr>
          <p:spPr>
            <a:xfrm>
              <a:off x="2691197" y="2078988"/>
              <a:ext cx="947581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558EEF-FB8A-4592-9EAB-DC3884F8F60A}"/>
                </a:ext>
              </a:extLst>
            </p:cNvPr>
            <p:cNvSpPr/>
            <p:nvPr/>
          </p:nvSpPr>
          <p:spPr>
            <a:xfrm>
              <a:off x="2701565" y="3900873"/>
              <a:ext cx="923730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799FD4-7F0E-4D97-AADD-D9F5F56E7387}"/>
                </a:ext>
              </a:extLst>
            </p:cNvPr>
            <p:cNvSpPr/>
            <p:nvPr/>
          </p:nvSpPr>
          <p:spPr>
            <a:xfrm>
              <a:off x="3620626" y="3453467"/>
              <a:ext cx="937734" cy="2982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9EF548-318C-4A78-832E-F8B333E98C66}"/>
                </a:ext>
              </a:extLst>
            </p:cNvPr>
            <p:cNvSpPr/>
            <p:nvPr/>
          </p:nvSpPr>
          <p:spPr>
            <a:xfrm>
              <a:off x="4558358" y="4353261"/>
              <a:ext cx="910974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41F8EC0-74E2-4C31-A8F3-19326ABEBE88}"/>
                </a:ext>
              </a:extLst>
            </p:cNvPr>
            <p:cNvSpPr/>
            <p:nvPr/>
          </p:nvSpPr>
          <p:spPr>
            <a:xfrm>
              <a:off x="2705197" y="4827234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E68DEC-A72F-4147-BA45-C7D8F31EBF2A}"/>
                </a:ext>
              </a:extLst>
            </p:cNvPr>
            <p:cNvSpPr/>
            <p:nvPr/>
          </p:nvSpPr>
          <p:spPr>
            <a:xfrm>
              <a:off x="3620435" y="5270689"/>
              <a:ext cx="937733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622CF4-BF7C-406B-B304-97DE6CC5089E}"/>
                </a:ext>
              </a:extLst>
            </p:cNvPr>
            <p:cNvSpPr/>
            <p:nvPr/>
          </p:nvSpPr>
          <p:spPr>
            <a:xfrm>
              <a:off x="1782492" y="5271751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B76CB0-F640-49DC-9B7F-A9CCE8F8289E}"/>
                </a:ext>
              </a:extLst>
            </p:cNvPr>
            <p:cNvSpPr/>
            <p:nvPr/>
          </p:nvSpPr>
          <p:spPr>
            <a:xfrm>
              <a:off x="4558358" y="4826484"/>
              <a:ext cx="910256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E0B83B2-863B-4DE7-8DB1-8ABD56EA476A}"/>
                </a:ext>
              </a:extLst>
            </p:cNvPr>
            <p:cNvSpPr/>
            <p:nvPr/>
          </p:nvSpPr>
          <p:spPr>
            <a:xfrm>
              <a:off x="1785868" y="4351309"/>
              <a:ext cx="932799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C008F38-C2F8-481D-BF0F-7FE1F632C78E}"/>
                </a:ext>
              </a:extLst>
            </p:cNvPr>
            <p:cNvSpPr/>
            <p:nvPr/>
          </p:nvSpPr>
          <p:spPr>
            <a:xfrm>
              <a:off x="1785358" y="3453467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7416DA2-B542-4EF6-9F4B-A505A87E2836}"/>
                </a:ext>
              </a:extLst>
            </p:cNvPr>
            <p:cNvSpPr/>
            <p:nvPr/>
          </p:nvSpPr>
          <p:spPr>
            <a:xfrm>
              <a:off x="2683415" y="2990301"/>
              <a:ext cx="937734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470017-B6A3-4626-B563-FE8C432F8731}"/>
                </a:ext>
              </a:extLst>
            </p:cNvPr>
            <p:cNvSpPr/>
            <p:nvPr/>
          </p:nvSpPr>
          <p:spPr>
            <a:xfrm>
              <a:off x="4558363" y="2988635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77B57D2-8AD6-4936-B3FD-3BA32C894481}"/>
                </a:ext>
              </a:extLst>
            </p:cNvPr>
            <p:cNvSpPr/>
            <p:nvPr/>
          </p:nvSpPr>
          <p:spPr>
            <a:xfrm>
              <a:off x="1789233" y="2546085"/>
              <a:ext cx="910252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568F4AF-01CC-4777-BFB9-64C2922AEEE8}"/>
                </a:ext>
              </a:extLst>
            </p:cNvPr>
            <p:cNvSpPr/>
            <p:nvPr/>
          </p:nvSpPr>
          <p:spPr>
            <a:xfrm>
              <a:off x="4550063" y="2542433"/>
              <a:ext cx="910252" cy="301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7AF104-2458-4428-A707-DA4D660B4F73}"/>
                </a:ext>
              </a:extLst>
            </p:cNvPr>
            <p:cNvSpPr/>
            <p:nvPr/>
          </p:nvSpPr>
          <p:spPr>
            <a:xfrm>
              <a:off x="4549030" y="2078053"/>
              <a:ext cx="910252" cy="3126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8DB8EBF-4224-440E-A3C8-B4529D549BDD}"/>
                </a:ext>
              </a:extLst>
            </p:cNvPr>
            <p:cNvSpPr/>
            <p:nvPr/>
          </p:nvSpPr>
          <p:spPr>
            <a:xfrm>
              <a:off x="2706756" y="2545463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E5950A2-FF66-4D56-8721-00B685AB116B}"/>
                </a:ext>
              </a:extLst>
            </p:cNvPr>
            <p:cNvSpPr/>
            <p:nvPr/>
          </p:nvSpPr>
          <p:spPr>
            <a:xfrm>
              <a:off x="3629442" y="2988277"/>
              <a:ext cx="937734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D331958-C252-4EB2-8CBF-B5901B0D8D3E}"/>
                </a:ext>
              </a:extLst>
            </p:cNvPr>
            <p:cNvSpPr/>
            <p:nvPr/>
          </p:nvSpPr>
          <p:spPr>
            <a:xfrm>
              <a:off x="2701553" y="3453467"/>
              <a:ext cx="910252" cy="2981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C5CFC5-DAD2-4D35-B8A4-42148EF5743B}"/>
                </a:ext>
              </a:extLst>
            </p:cNvPr>
            <p:cNvSpPr/>
            <p:nvPr/>
          </p:nvSpPr>
          <p:spPr>
            <a:xfrm>
              <a:off x="1781981" y="3902216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9A6276A-13B6-4531-9E43-4F8AE67698DD}"/>
                </a:ext>
              </a:extLst>
            </p:cNvPr>
            <p:cNvSpPr/>
            <p:nvPr/>
          </p:nvSpPr>
          <p:spPr>
            <a:xfrm>
              <a:off x="3620625" y="4353268"/>
              <a:ext cx="937733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310D63E-C6A3-4348-A4E3-9B98ADB7AE1F}"/>
                </a:ext>
              </a:extLst>
            </p:cNvPr>
            <p:cNvSpPr/>
            <p:nvPr/>
          </p:nvSpPr>
          <p:spPr>
            <a:xfrm>
              <a:off x="1792611" y="4825128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13B24CE-AB98-41E9-8CA3-03DA8E6234FC}"/>
                </a:ext>
              </a:extLst>
            </p:cNvPr>
            <p:cNvSpPr/>
            <p:nvPr/>
          </p:nvSpPr>
          <p:spPr>
            <a:xfrm>
              <a:off x="4558170" y="5271794"/>
              <a:ext cx="910252" cy="3020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8045B7-ED75-4620-AA84-BCB63F4398AE}"/>
                    </a:ext>
                  </a:extLst>
                </p:cNvPr>
                <p:cNvSpPr txBox="1"/>
                <p:nvPr/>
              </p:nvSpPr>
              <p:spPr>
                <a:xfrm>
                  <a:off x="1269632" y="2034724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8045B7-ED75-4620-AA84-BCB63F439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632" y="2034724"/>
                  <a:ext cx="628022" cy="255440"/>
                </a:xfrm>
                <a:prstGeom prst="rect">
                  <a:avLst/>
                </a:prstGeom>
                <a:blipFill>
                  <a:blip r:embed="rId2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7F83FAA-E774-445F-B7B5-F3066A32941E}"/>
                    </a:ext>
                  </a:extLst>
                </p:cNvPr>
                <p:cNvSpPr txBox="1"/>
                <p:nvPr/>
              </p:nvSpPr>
              <p:spPr>
                <a:xfrm>
                  <a:off x="1263129" y="2534107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7F83FAA-E774-445F-B7B5-F3066A32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129" y="2534107"/>
                  <a:ext cx="628022" cy="255440"/>
                </a:xfrm>
                <a:prstGeom prst="rect">
                  <a:avLst/>
                </a:prstGeom>
                <a:blipFill>
                  <a:blip r:embed="rId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25AB94-15F7-461C-8628-7906C76FFFF1}"/>
                    </a:ext>
                  </a:extLst>
                </p:cNvPr>
                <p:cNvSpPr txBox="1"/>
                <p:nvPr/>
              </p:nvSpPr>
              <p:spPr>
                <a:xfrm>
                  <a:off x="1245982" y="3010397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25AB94-15F7-461C-8628-7906C76FF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982" y="3010397"/>
                  <a:ext cx="628022" cy="255440"/>
                </a:xfrm>
                <a:prstGeom prst="rect">
                  <a:avLst/>
                </a:prstGeom>
                <a:blipFill>
                  <a:blip r:embed="rId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BB8FE3C-4E1C-4AB7-9ECF-7EE1F09D08A6}"/>
                    </a:ext>
                  </a:extLst>
                </p:cNvPr>
                <p:cNvSpPr txBox="1"/>
                <p:nvPr/>
              </p:nvSpPr>
              <p:spPr>
                <a:xfrm>
                  <a:off x="1250096" y="3478272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BB8FE3C-4E1C-4AB7-9ECF-7EE1F09D0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96" y="3478272"/>
                  <a:ext cx="628022" cy="255440"/>
                </a:xfrm>
                <a:prstGeom prst="rect">
                  <a:avLst/>
                </a:prstGeom>
                <a:blipFill>
                  <a:blip r:embed="rId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124BC7D-7719-48EC-BC0D-24F0D0B7BCC4}"/>
                    </a:ext>
                  </a:extLst>
                </p:cNvPr>
                <p:cNvSpPr txBox="1"/>
                <p:nvPr/>
              </p:nvSpPr>
              <p:spPr>
                <a:xfrm>
                  <a:off x="1269333" y="3905964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124BC7D-7719-48EC-BC0D-24F0D0B7B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333" y="3905964"/>
                  <a:ext cx="628022" cy="255440"/>
                </a:xfrm>
                <a:prstGeom prst="rect">
                  <a:avLst/>
                </a:prstGeom>
                <a:blipFill>
                  <a:blip r:embed="rId6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E744BE7-39F8-4D63-BF7A-FA0577E63FE3}"/>
                    </a:ext>
                  </a:extLst>
                </p:cNvPr>
                <p:cNvSpPr txBox="1"/>
                <p:nvPr/>
              </p:nvSpPr>
              <p:spPr>
                <a:xfrm>
                  <a:off x="1245752" y="4367419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E744BE7-39F8-4D63-BF7A-FA0577E63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752" y="4367419"/>
                  <a:ext cx="628022" cy="255440"/>
                </a:xfrm>
                <a:prstGeom prst="rect">
                  <a:avLst/>
                </a:prstGeom>
                <a:blipFill>
                  <a:blip r:embed="rId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C7D6A6-AEE6-47D4-A5BB-29F4C9B04C55}"/>
                    </a:ext>
                  </a:extLst>
                </p:cNvPr>
                <p:cNvSpPr txBox="1"/>
                <p:nvPr/>
              </p:nvSpPr>
              <p:spPr>
                <a:xfrm>
                  <a:off x="1269588" y="4862842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C7D6A6-AEE6-47D4-A5BB-29F4C9B04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588" y="4862842"/>
                  <a:ext cx="628022" cy="255440"/>
                </a:xfrm>
                <a:prstGeom prst="rect">
                  <a:avLst/>
                </a:prstGeom>
                <a:blipFill>
                  <a:blip r:embed="rId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8683BF0-8FD8-4A92-8DDD-19D151ACE060}"/>
                    </a:ext>
                  </a:extLst>
                </p:cNvPr>
                <p:cNvSpPr txBox="1"/>
                <p:nvPr/>
              </p:nvSpPr>
              <p:spPr>
                <a:xfrm>
                  <a:off x="1263129" y="5305543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8683BF0-8FD8-4A92-8DDD-19D151ACE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129" y="5305543"/>
                  <a:ext cx="628022" cy="255440"/>
                </a:xfrm>
                <a:prstGeom prst="rect">
                  <a:avLst/>
                </a:prstGeom>
                <a:blipFill>
                  <a:blip r:embed="rId9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72CF1C1-555D-40F0-8BF1-C4E9A6B6E0E5}"/>
                </a:ext>
              </a:extLst>
            </p:cNvPr>
            <p:cNvSpPr txBox="1"/>
            <p:nvPr/>
          </p:nvSpPr>
          <p:spPr>
            <a:xfrm>
              <a:off x="1677898" y="5611904"/>
              <a:ext cx="4294979" cy="310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0                        1                        2                        3                       4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7A1C648-DDDA-41CA-8CC9-C4ED7AD94B4C}"/>
                </a:ext>
              </a:extLst>
            </p:cNvPr>
            <p:cNvSpPr/>
            <p:nvPr/>
          </p:nvSpPr>
          <p:spPr>
            <a:xfrm>
              <a:off x="6075285" y="3432157"/>
              <a:ext cx="525323" cy="3020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53457E-2595-497D-BFB2-371D916508A4}"/>
                </a:ext>
              </a:extLst>
            </p:cNvPr>
            <p:cNvSpPr/>
            <p:nvPr/>
          </p:nvSpPr>
          <p:spPr>
            <a:xfrm>
              <a:off x="6067383" y="2709189"/>
              <a:ext cx="525323" cy="30120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DEEFF99-DFCF-4CF7-90A4-6DA49A6D9057}"/>
                    </a:ext>
                  </a:extLst>
                </p:cNvPr>
                <p:cNvSpPr txBox="1"/>
                <p:nvPr/>
              </p:nvSpPr>
              <p:spPr>
                <a:xfrm>
                  <a:off x="6016033" y="2302635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DEEFF99-DFCF-4CF7-90A4-6DA49A6D9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033" y="2302635"/>
                  <a:ext cx="628022" cy="255440"/>
                </a:xfrm>
                <a:prstGeom prst="rect">
                  <a:avLst/>
                </a:prstGeom>
                <a:blipFill>
                  <a:blip r:embed="rId10"/>
                  <a:stretch>
                    <a:fillRect b="-81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5093773-3443-4749-A941-96C1A0BF7857}"/>
                    </a:ext>
                  </a:extLst>
                </p:cNvPr>
                <p:cNvSpPr txBox="1"/>
                <p:nvPr/>
              </p:nvSpPr>
              <p:spPr>
                <a:xfrm>
                  <a:off x="6016033" y="3033839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5093773-3443-4749-A941-96C1A0BF7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033" y="3033839"/>
                  <a:ext cx="628022" cy="255440"/>
                </a:xfrm>
                <a:prstGeom prst="rect">
                  <a:avLst/>
                </a:prstGeom>
                <a:blipFill>
                  <a:blip r:embed="rId11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B517AC7-2367-4227-9ABB-4870DA826430}"/>
                    </a:ext>
                  </a:extLst>
                </p:cNvPr>
                <p:cNvSpPr txBox="1"/>
                <p:nvPr/>
              </p:nvSpPr>
              <p:spPr>
                <a:xfrm>
                  <a:off x="6035065" y="3776799"/>
                  <a:ext cx="628022" cy="255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B517AC7-2367-4227-9ABB-4870DA826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5065" y="3776799"/>
                  <a:ext cx="628022" cy="255440"/>
                </a:xfrm>
                <a:prstGeom prst="rect">
                  <a:avLst/>
                </a:prstGeom>
                <a:blipFill>
                  <a:blip r:embed="rId12"/>
                  <a:stretch>
                    <a:fillRect b="-81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801FF19-343D-452A-A598-872F2A624BC2}"/>
                </a:ext>
              </a:extLst>
            </p:cNvPr>
            <p:cNvSpPr/>
            <p:nvPr/>
          </p:nvSpPr>
          <p:spPr>
            <a:xfrm>
              <a:off x="3634178" y="2076949"/>
              <a:ext cx="910246" cy="3027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9F02584-C98D-4B38-8B10-8AB471A6D1D0}"/>
                    </a:ext>
                  </a:extLst>
                </p:cNvPr>
                <p:cNvSpPr txBox="1"/>
                <p:nvPr/>
              </p:nvSpPr>
              <p:spPr>
                <a:xfrm>
                  <a:off x="2815627" y="211023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9F02584-C98D-4B38-8B10-8AB471A6D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5627" y="2110237"/>
                  <a:ext cx="628022" cy="257864"/>
                </a:xfrm>
                <a:prstGeom prst="rect">
                  <a:avLst/>
                </a:prstGeom>
                <a:blipFill>
                  <a:blip r:embed="rId13"/>
                  <a:stretch>
                    <a:fillRect t="-2000" b="-1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E073977-B4BA-404E-8689-A6F91BBF64B5}"/>
                    </a:ext>
                  </a:extLst>
                </p:cNvPr>
                <p:cNvSpPr txBox="1"/>
                <p:nvPr/>
              </p:nvSpPr>
              <p:spPr>
                <a:xfrm>
                  <a:off x="3743056" y="2105179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E073977-B4BA-404E-8689-A6F91BBF6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056" y="2105179"/>
                  <a:ext cx="628022" cy="258396"/>
                </a:xfrm>
                <a:prstGeom prst="rect">
                  <a:avLst/>
                </a:prstGeom>
                <a:blipFill>
                  <a:blip r:embed="rId14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037C864-BF8B-43A6-A580-F5E4A03C4882}"/>
                    </a:ext>
                  </a:extLst>
                </p:cNvPr>
                <p:cNvSpPr txBox="1"/>
                <p:nvPr/>
              </p:nvSpPr>
              <p:spPr>
                <a:xfrm>
                  <a:off x="4699285" y="2119286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037C864-BF8B-43A6-A580-F5E4A03C4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2119286"/>
                  <a:ext cx="628022" cy="258337"/>
                </a:xfrm>
                <a:prstGeom prst="rect">
                  <a:avLst/>
                </a:prstGeom>
                <a:blipFill>
                  <a:blip r:embed="rId15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3482201-5BD5-4408-AF68-25E220BC3CC4}"/>
                    </a:ext>
                  </a:extLst>
                </p:cNvPr>
                <p:cNvSpPr txBox="1"/>
                <p:nvPr/>
              </p:nvSpPr>
              <p:spPr>
                <a:xfrm>
                  <a:off x="1902141" y="2113762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3482201-5BD5-4408-AF68-25E220BC3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2141" y="2113762"/>
                  <a:ext cx="628022" cy="259638"/>
                </a:xfrm>
                <a:prstGeom prst="rect">
                  <a:avLst/>
                </a:prstGeom>
                <a:blipFill>
                  <a:blip r:embed="rId16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6098CC0-BC92-4D3C-AAF5-5F621A78F2A8}"/>
                </a:ext>
              </a:extLst>
            </p:cNvPr>
            <p:cNvSpPr/>
            <p:nvPr/>
          </p:nvSpPr>
          <p:spPr>
            <a:xfrm>
              <a:off x="6035065" y="1988481"/>
              <a:ext cx="525324" cy="3012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AFD564-1A91-4DAE-947F-7820EC43ECAC}"/>
                    </a:ext>
                  </a:extLst>
                </p:cNvPr>
                <p:cNvSpPr txBox="1"/>
                <p:nvPr/>
              </p:nvSpPr>
              <p:spPr>
                <a:xfrm>
                  <a:off x="3744249" y="2598957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DAFD564-1A91-4DAE-947F-7820EC43E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249" y="2598957"/>
                  <a:ext cx="628022" cy="259638"/>
                </a:xfrm>
                <a:prstGeom prst="rect">
                  <a:avLst/>
                </a:prstGeom>
                <a:blipFill>
                  <a:blip r:embed="rId17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BB29B81-4346-4841-90E8-10D11CD0D4CA}"/>
                    </a:ext>
                  </a:extLst>
                </p:cNvPr>
                <p:cNvSpPr txBox="1"/>
                <p:nvPr/>
              </p:nvSpPr>
              <p:spPr>
                <a:xfrm>
                  <a:off x="1917655" y="3012182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BB29B81-4346-4841-90E8-10D11CD0D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7655" y="3012182"/>
                  <a:ext cx="628022" cy="259638"/>
                </a:xfrm>
                <a:prstGeom prst="rect">
                  <a:avLst/>
                </a:prstGeom>
                <a:blipFill>
                  <a:blip r:embed="rId18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3BAAFF5-D3B8-4B39-83DC-229E3A116B92}"/>
                    </a:ext>
                  </a:extLst>
                </p:cNvPr>
                <p:cNvSpPr txBox="1"/>
                <p:nvPr/>
              </p:nvSpPr>
              <p:spPr>
                <a:xfrm>
                  <a:off x="4699285" y="3478916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3BAAFF5-D3B8-4B39-83DC-229E3A116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3478916"/>
                  <a:ext cx="628022" cy="259638"/>
                </a:xfrm>
                <a:prstGeom prst="rect">
                  <a:avLst/>
                </a:prstGeom>
                <a:blipFill>
                  <a:blip r:embed="rId19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B2024B-661A-49C0-8E85-E89CE64C6E16}"/>
                    </a:ext>
                  </a:extLst>
                </p:cNvPr>
                <p:cNvSpPr txBox="1"/>
                <p:nvPr/>
              </p:nvSpPr>
              <p:spPr>
                <a:xfrm>
                  <a:off x="4699285" y="3927497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B2024B-661A-49C0-8E85-E89CE64C6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3927497"/>
                  <a:ext cx="628022" cy="259638"/>
                </a:xfrm>
                <a:prstGeom prst="rect">
                  <a:avLst/>
                </a:prstGeom>
                <a:blipFill>
                  <a:blip r:embed="rId20"/>
                  <a:stretch>
                    <a:fillRect t="-1961" b="-58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F9097D5-A4D2-4025-922F-551AEDF2C90E}"/>
                </a:ext>
              </a:extLst>
            </p:cNvPr>
            <p:cNvSpPr/>
            <p:nvPr/>
          </p:nvSpPr>
          <p:spPr>
            <a:xfrm>
              <a:off x="3627436" y="3899178"/>
              <a:ext cx="923730" cy="3020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9BFB72A-CBA4-4F62-BF23-1BC6B7E13A8A}"/>
                    </a:ext>
                  </a:extLst>
                </p:cNvPr>
                <p:cNvSpPr txBox="1"/>
                <p:nvPr/>
              </p:nvSpPr>
              <p:spPr>
                <a:xfrm>
                  <a:off x="1924382" y="258667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9BFB72A-CBA4-4F62-BF23-1BC6B7E13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4382" y="2586677"/>
                  <a:ext cx="628022" cy="257864"/>
                </a:xfrm>
                <a:prstGeom prst="rect">
                  <a:avLst/>
                </a:prstGeom>
                <a:blipFill>
                  <a:blip r:embed="rId21"/>
                  <a:stretch>
                    <a:fillRect t="-2000" b="-1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D04C29E-E524-4F39-8152-7B944111A996}"/>
                    </a:ext>
                  </a:extLst>
                </p:cNvPr>
                <p:cNvSpPr txBox="1"/>
                <p:nvPr/>
              </p:nvSpPr>
              <p:spPr>
                <a:xfrm>
                  <a:off x="1917655" y="3461203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D04C29E-E524-4F39-8152-7B944111A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7655" y="3461203"/>
                  <a:ext cx="628022" cy="257864"/>
                </a:xfrm>
                <a:prstGeom prst="rect">
                  <a:avLst/>
                </a:prstGeom>
                <a:blipFill>
                  <a:blip r:embed="rId22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A14BD66-FCDE-4035-8FF4-80CA1203BF06}"/>
                    </a:ext>
                  </a:extLst>
                </p:cNvPr>
                <p:cNvSpPr txBox="1"/>
                <p:nvPr/>
              </p:nvSpPr>
              <p:spPr>
                <a:xfrm>
                  <a:off x="1924382" y="4392965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A14BD66-FCDE-4035-8FF4-80CA1203B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4382" y="4392965"/>
                  <a:ext cx="628022" cy="257864"/>
                </a:xfrm>
                <a:prstGeom prst="rect">
                  <a:avLst/>
                </a:prstGeom>
                <a:blipFill>
                  <a:blip r:embed="rId23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34439D3-0BC8-43BD-BB37-1FA5872A46CF}"/>
                    </a:ext>
                  </a:extLst>
                </p:cNvPr>
                <p:cNvSpPr txBox="1"/>
                <p:nvPr/>
              </p:nvSpPr>
              <p:spPr>
                <a:xfrm>
                  <a:off x="1933726" y="531300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34439D3-0BC8-43BD-BB37-1FA5872A4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3726" y="5313007"/>
                  <a:ext cx="628022" cy="257864"/>
                </a:xfrm>
                <a:prstGeom prst="rect">
                  <a:avLst/>
                </a:prstGeom>
                <a:blipFill>
                  <a:blip r:embed="rId24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AB7D95A-E3C4-4D85-A60D-51C2C8B48E22}"/>
                    </a:ext>
                  </a:extLst>
                </p:cNvPr>
                <p:cNvSpPr txBox="1"/>
                <p:nvPr/>
              </p:nvSpPr>
              <p:spPr>
                <a:xfrm>
                  <a:off x="2826340" y="4385540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AB7D95A-E3C4-4D85-A60D-51C2C8B48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340" y="4385540"/>
                  <a:ext cx="628022" cy="259638"/>
                </a:xfrm>
                <a:prstGeom prst="rect">
                  <a:avLst/>
                </a:prstGeom>
                <a:blipFill>
                  <a:blip r:embed="rId25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FF88A2A-DF88-43DB-B531-396BE6533DAA}"/>
                    </a:ext>
                  </a:extLst>
                </p:cNvPr>
                <p:cNvSpPr txBox="1"/>
                <p:nvPr/>
              </p:nvSpPr>
              <p:spPr>
                <a:xfrm>
                  <a:off x="3727442" y="4856979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FF88A2A-DF88-43DB-B531-396BE6533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7442" y="4856979"/>
                  <a:ext cx="628022" cy="259638"/>
                </a:xfrm>
                <a:prstGeom prst="rect">
                  <a:avLst/>
                </a:prstGeom>
                <a:blipFill>
                  <a:blip r:embed="rId26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1849667-77CF-434B-BBF1-E54DF55C5ACE}"/>
                    </a:ext>
                  </a:extLst>
                </p:cNvPr>
                <p:cNvSpPr txBox="1"/>
                <p:nvPr/>
              </p:nvSpPr>
              <p:spPr>
                <a:xfrm>
                  <a:off x="2838271" y="5310375"/>
                  <a:ext cx="628022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1849667-77CF-434B-BBF1-E54DF55C5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8271" y="5310375"/>
                  <a:ext cx="628022" cy="259638"/>
                </a:xfrm>
                <a:prstGeom prst="rect">
                  <a:avLst/>
                </a:prstGeom>
                <a:blipFill>
                  <a:blip r:embed="rId27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E6DE393-0B0A-443A-A6ED-971BCD0AFF1B}"/>
                    </a:ext>
                  </a:extLst>
                </p:cNvPr>
                <p:cNvSpPr txBox="1"/>
                <p:nvPr/>
              </p:nvSpPr>
              <p:spPr>
                <a:xfrm>
                  <a:off x="2831538" y="3945241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E6DE393-0B0A-443A-A6ED-971BCD0AF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1538" y="3945241"/>
                  <a:ext cx="628022" cy="257864"/>
                </a:xfrm>
                <a:prstGeom prst="rect">
                  <a:avLst/>
                </a:prstGeom>
                <a:blipFill>
                  <a:blip r:embed="rId28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3D62264B-16D5-435E-8467-8E6590BC9FCA}"/>
                    </a:ext>
                  </a:extLst>
                </p:cNvPr>
                <p:cNvSpPr txBox="1"/>
                <p:nvPr/>
              </p:nvSpPr>
              <p:spPr>
                <a:xfrm>
                  <a:off x="2821993" y="4857826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3D62264B-16D5-435E-8467-8E6590BC9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993" y="4857826"/>
                  <a:ext cx="628022" cy="257864"/>
                </a:xfrm>
                <a:prstGeom prst="rect">
                  <a:avLst/>
                </a:prstGeom>
                <a:blipFill>
                  <a:blip r:embed="rId29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0FE7EF8-C91C-4695-8593-723CB1CD6EE5}"/>
                    </a:ext>
                  </a:extLst>
                </p:cNvPr>
                <p:cNvSpPr txBox="1"/>
                <p:nvPr/>
              </p:nvSpPr>
              <p:spPr>
                <a:xfrm>
                  <a:off x="1911093" y="3931385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0FE7EF8-C91C-4695-8593-723CB1CD6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1093" y="3931385"/>
                  <a:ext cx="628022" cy="258337"/>
                </a:xfrm>
                <a:prstGeom prst="rect">
                  <a:avLst/>
                </a:prstGeom>
                <a:blipFill>
                  <a:blip r:embed="rId30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0C8A7DE-4F7C-41B4-8B20-4A7D61C4A64F}"/>
                    </a:ext>
                  </a:extLst>
                </p:cNvPr>
                <p:cNvSpPr txBox="1"/>
                <p:nvPr/>
              </p:nvSpPr>
              <p:spPr>
                <a:xfrm>
                  <a:off x="1932047" y="4853082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0C8A7DE-4F7C-41B4-8B20-4A7D61C4A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2047" y="4853082"/>
                  <a:ext cx="628022" cy="258337"/>
                </a:xfrm>
                <a:prstGeom prst="rect">
                  <a:avLst/>
                </a:prstGeom>
                <a:blipFill>
                  <a:blip r:embed="rId31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F2A2E21-625E-4FD8-9472-57E1101CA275}"/>
                    </a:ext>
                  </a:extLst>
                </p:cNvPr>
                <p:cNvSpPr txBox="1"/>
                <p:nvPr/>
              </p:nvSpPr>
              <p:spPr>
                <a:xfrm>
                  <a:off x="4699285" y="2601959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F2A2E21-625E-4FD8-9472-57E1101CA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2601959"/>
                  <a:ext cx="628022" cy="258396"/>
                </a:xfrm>
                <a:prstGeom prst="rect">
                  <a:avLst/>
                </a:prstGeom>
                <a:blipFill>
                  <a:blip r:embed="rId32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E48A5F6-3EA2-437A-8566-972D2AE7A5C4}"/>
                    </a:ext>
                  </a:extLst>
                </p:cNvPr>
                <p:cNvSpPr txBox="1"/>
                <p:nvPr/>
              </p:nvSpPr>
              <p:spPr>
                <a:xfrm>
                  <a:off x="4690145" y="3030371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E48A5F6-3EA2-437A-8566-972D2AE7A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145" y="3030371"/>
                  <a:ext cx="628022" cy="258396"/>
                </a:xfrm>
                <a:prstGeom prst="rect">
                  <a:avLst/>
                </a:prstGeom>
                <a:blipFill>
                  <a:blip r:embed="rId33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75C206D6-51E4-4DFD-A797-59A0BDA3B9ED}"/>
                    </a:ext>
                  </a:extLst>
                </p:cNvPr>
                <p:cNvSpPr txBox="1"/>
                <p:nvPr/>
              </p:nvSpPr>
              <p:spPr>
                <a:xfrm>
                  <a:off x="4709099" y="4372885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75C206D6-51E4-4DFD-A797-59A0BDA3B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9099" y="4372885"/>
                  <a:ext cx="628022" cy="258396"/>
                </a:xfrm>
                <a:prstGeom prst="rect">
                  <a:avLst/>
                </a:prstGeom>
                <a:blipFill>
                  <a:blip r:embed="rId34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6DF092F-844C-4600-BF51-4A6D9A76B7E1}"/>
                    </a:ext>
                  </a:extLst>
                </p:cNvPr>
                <p:cNvSpPr txBox="1"/>
                <p:nvPr/>
              </p:nvSpPr>
              <p:spPr>
                <a:xfrm>
                  <a:off x="4699285" y="4877013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6DF092F-844C-4600-BF51-4A6D9A76B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285" y="4877013"/>
                  <a:ext cx="628022" cy="258396"/>
                </a:xfrm>
                <a:prstGeom prst="rect">
                  <a:avLst/>
                </a:prstGeom>
                <a:blipFill>
                  <a:blip r:embed="rId35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DD0D3B6F-7343-4742-ABE4-97502D1E345C}"/>
                    </a:ext>
                  </a:extLst>
                </p:cNvPr>
                <p:cNvSpPr txBox="1"/>
                <p:nvPr/>
              </p:nvSpPr>
              <p:spPr>
                <a:xfrm>
                  <a:off x="3715372" y="5331747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DD0D3B6F-7343-4742-ABE4-97502D1E3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372" y="5331747"/>
                  <a:ext cx="628022" cy="258396"/>
                </a:xfrm>
                <a:prstGeom prst="rect">
                  <a:avLst/>
                </a:prstGeom>
                <a:blipFill>
                  <a:blip r:embed="rId36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8C2F9B7-3818-47B2-A62E-1696EC538566}"/>
                    </a:ext>
                  </a:extLst>
                </p:cNvPr>
                <p:cNvSpPr txBox="1"/>
                <p:nvPr/>
              </p:nvSpPr>
              <p:spPr>
                <a:xfrm>
                  <a:off x="2813324" y="2595460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8C2F9B7-3818-47B2-A62E-1696EC538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3324" y="2595460"/>
                  <a:ext cx="628022" cy="258337"/>
                </a:xfrm>
                <a:prstGeom prst="rect">
                  <a:avLst/>
                </a:prstGeom>
                <a:blipFill>
                  <a:blip r:embed="rId37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6379727-67E0-401B-A506-4DDB9FA9502E}"/>
                    </a:ext>
                  </a:extLst>
                </p:cNvPr>
                <p:cNvSpPr txBox="1"/>
                <p:nvPr/>
              </p:nvSpPr>
              <p:spPr>
                <a:xfrm>
                  <a:off x="3743056" y="3041726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6379727-67E0-401B-A506-4DDB9FA95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056" y="3041726"/>
                  <a:ext cx="628022" cy="258337"/>
                </a:xfrm>
                <a:prstGeom prst="rect">
                  <a:avLst/>
                </a:prstGeom>
                <a:blipFill>
                  <a:blip r:embed="rId38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C196DC-2941-4E94-AECF-1D1D14C68D7E}"/>
                    </a:ext>
                  </a:extLst>
                </p:cNvPr>
                <p:cNvSpPr txBox="1"/>
                <p:nvPr/>
              </p:nvSpPr>
              <p:spPr>
                <a:xfrm>
                  <a:off x="2805431" y="3493485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C196DC-2941-4E94-AECF-1D1D14C68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431" y="3493485"/>
                  <a:ext cx="628022" cy="258337"/>
                </a:xfrm>
                <a:prstGeom prst="rect">
                  <a:avLst/>
                </a:prstGeom>
                <a:blipFill>
                  <a:blip r:embed="rId39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ABB4F76-BFE9-4F93-BE4F-BC7AF2B5C5CC}"/>
                    </a:ext>
                  </a:extLst>
                </p:cNvPr>
                <p:cNvSpPr txBox="1"/>
                <p:nvPr/>
              </p:nvSpPr>
              <p:spPr>
                <a:xfrm>
                  <a:off x="3765828" y="4368932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ABB4F76-BFE9-4F93-BE4F-BC7AF2B5C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5828" y="4368932"/>
                  <a:ext cx="628022" cy="258337"/>
                </a:xfrm>
                <a:prstGeom prst="rect">
                  <a:avLst/>
                </a:prstGeom>
                <a:blipFill>
                  <a:blip r:embed="rId40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0D00275-4170-44A1-BA51-397DA6D133AB}"/>
                    </a:ext>
                  </a:extLst>
                </p:cNvPr>
                <p:cNvSpPr txBox="1"/>
                <p:nvPr/>
              </p:nvSpPr>
              <p:spPr>
                <a:xfrm>
                  <a:off x="4698876" y="5315846"/>
                  <a:ext cx="628022" cy="2583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0D00275-4170-44A1-BA51-397DA6D13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8876" y="5315846"/>
                  <a:ext cx="628022" cy="258337"/>
                </a:xfrm>
                <a:prstGeom prst="rect">
                  <a:avLst/>
                </a:prstGeom>
                <a:blipFill>
                  <a:blip r:embed="rId41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A502739-31BF-4884-8EF7-58E9A0AEACE0}"/>
                    </a:ext>
                  </a:extLst>
                </p:cNvPr>
                <p:cNvSpPr txBox="1"/>
                <p:nvPr/>
              </p:nvSpPr>
              <p:spPr>
                <a:xfrm>
                  <a:off x="3744462" y="3947857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A502739-31BF-4884-8EF7-58E9A0AEA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462" y="3947857"/>
                  <a:ext cx="628022" cy="258396"/>
                </a:xfrm>
                <a:prstGeom prst="rect">
                  <a:avLst/>
                </a:prstGeom>
                <a:blipFill>
                  <a:blip r:embed="rId42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74139DD-AE06-4276-B800-5BCA439964F4}"/>
                    </a:ext>
                  </a:extLst>
                </p:cNvPr>
                <p:cNvSpPr txBox="1"/>
                <p:nvPr/>
              </p:nvSpPr>
              <p:spPr>
                <a:xfrm>
                  <a:off x="3736029" y="3477091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74139DD-AE06-4276-B800-5BCA43996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029" y="3477091"/>
                  <a:ext cx="628022" cy="258396"/>
                </a:xfrm>
                <a:prstGeom prst="rect">
                  <a:avLst/>
                </a:prstGeom>
                <a:blipFill>
                  <a:blip r:embed="rId43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5085BAC6-E9E5-4D82-8366-9BBFA8690C15}"/>
                    </a:ext>
                  </a:extLst>
                </p:cNvPr>
                <p:cNvSpPr txBox="1"/>
                <p:nvPr/>
              </p:nvSpPr>
              <p:spPr>
                <a:xfrm>
                  <a:off x="2813324" y="3037587"/>
                  <a:ext cx="628022" cy="2578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b="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5085BAC6-E9E5-4D82-8366-9BBFA8690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3324" y="3037587"/>
                  <a:ext cx="628022" cy="257864"/>
                </a:xfrm>
                <a:prstGeom prst="rect">
                  <a:avLst/>
                </a:prstGeom>
                <a:blipFill>
                  <a:blip r:embed="rId44"/>
                  <a:stretch>
                    <a:fillRect t="-1961" b="-78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F7B7DBB-DCE1-4C1B-989F-E8D2389F1094}"/>
                </a:ext>
              </a:extLst>
            </p:cNvPr>
            <p:cNvCxnSpPr>
              <a:cxnSpLocks/>
            </p:cNvCxnSpPr>
            <p:nvPr/>
          </p:nvCxnSpPr>
          <p:spPr>
            <a:xfrm>
              <a:off x="6349076" y="4161404"/>
              <a:ext cx="0" cy="260374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32FB68B-AC03-478A-BFF7-E4E9D44AAEF3}"/>
                </a:ext>
              </a:extLst>
            </p:cNvPr>
            <p:cNvCxnSpPr>
              <a:cxnSpLocks/>
            </p:cNvCxnSpPr>
            <p:nvPr/>
          </p:nvCxnSpPr>
          <p:spPr>
            <a:xfrm>
              <a:off x="1791787" y="1758097"/>
              <a:ext cx="2" cy="25065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69D74D9-5C38-4DE2-89C9-76EBCDE1C1D3}"/>
                    </a:ext>
                  </a:extLst>
                </p:cNvPr>
                <p:cNvSpPr txBox="1"/>
                <p:nvPr/>
              </p:nvSpPr>
              <p:spPr>
                <a:xfrm>
                  <a:off x="1466667" y="1501264"/>
                  <a:ext cx="814214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0070C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0070C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en-IN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69D74D9-5C38-4DE2-89C9-76EBCDE1C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6667" y="1501264"/>
                  <a:ext cx="814214" cy="259638"/>
                </a:xfrm>
                <a:prstGeom prst="rect">
                  <a:avLst/>
                </a:prstGeom>
                <a:blipFill>
                  <a:blip r:embed="rId45"/>
                  <a:stretch>
                    <a:fillRect l="-5155" t="-23529" b="-372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99C6AF4-A724-43EA-82D2-5F1A14B3B5B7}"/>
                    </a:ext>
                  </a:extLst>
                </p:cNvPr>
                <p:cNvSpPr txBox="1"/>
                <p:nvPr/>
              </p:nvSpPr>
              <p:spPr>
                <a:xfrm>
                  <a:off x="3511376" y="1735521"/>
                  <a:ext cx="628022" cy="2583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99C6AF4-A724-43EA-82D2-5F1A14B3B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376" y="1735521"/>
                  <a:ext cx="628022" cy="258396"/>
                </a:xfrm>
                <a:prstGeom prst="rect">
                  <a:avLst/>
                </a:prstGeom>
                <a:blipFill>
                  <a:blip r:embed="rId46"/>
                  <a:stretch>
                    <a:fillRect t="-2000" b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ACE7CB3-9520-4B7B-8D52-C1B0D6A766E3}"/>
                </a:ext>
              </a:extLst>
            </p:cNvPr>
            <p:cNvSpPr txBox="1"/>
            <p:nvPr/>
          </p:nvSpPr>
          <p:spPr>
            <a:xfrm>
              <a:off x="5859941" y="4450299"/>
              <a:ext cx="947581" cy="596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job </a:t>
              </a:r>
            </a:p>
            <a:p>
              <a:pPr algn="ctr"/>
              <a:r>
                <a:rPr lang="en-IN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arrivals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FB5480-AAE5-4E8F-AD52-8F581CD98A71}"/>
                </a:ext>
              </a:extLst>
            </p:cNvPr>
            <p:cNvCxnSpPr>
              <a:cxnSpLocks/>
            </p:cNvCxnSpPr>
            <p:nvPr/>
          </p:nvCxnSpPr>
          <p:spPr>
            <a:xfrm>
              <a:off x="6343858" y="5027063"/>
              <a:ext cx="0" cy="26037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AE97B88-9F94-49CD-BCAD-999246C96DA9}"/>
                </a:ext>
              </a:extLst>
            </p:cNvPr>
            <p:cNvSpPr txBox="1"/>
            <p:nvPr/>
          </p:nvSpPr>
          <p:spPr>
            <a:xfrm>
              <a:off x="5868028" y="5258613"/>
              <a:ext cx="947581" cy="340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deadlines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087C75FE-9AD5-455B-8E2E-D93E2C38C5E9}"/>
                </a:ext>
              </a:extLst>
            </p:cNvPr>
            <p:cNvCxnSpPr>
              <a:cxnSpLocks/>
            </p:cNvCxnSpPr>
            <p:nvPr/>
          </p:nvCxnSpPr>
          <p:spPr>
            <a:xfrm>
              <a:off x="3634178" y="1791519"/>
              <a:ext cx="0" cy="248359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5414B8FC-680A-4DEC-B329-B68E53DE5645}"/>
                </a:ext>
              </a:extLst>
            </p:cNvPr>
            <p:cNvCxnSpPr>
              <a:cxnSpLocks/>
            </p:cNvCxnSpPr>
            <p:nvPr/>
          </p:nvCxnSpPr>
          <p:spPr>
            <a:xfrm>
              <a:off x="5459282" y="1748376"/>
              <a:ext cx="0" cy="26037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7A154C2-EB15-4BD6-B2F6-27F76BC3E492}"/>
                </a:ext>
              </a:extLst>
            </p:cNvPr>
            <p:cNvCxnSpPr>
              <a:cxnSpLocks/>
            </p:cNvCxnSpPr>
            <p:nvPr/>
          </p:nvCxnSpPr>
          <p:spPr>
            <a:xfrm>
              <a:off x="3627435" y="1503570"/>
              <a:ext cx="1" cy="2599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D6A0C47-35E8-4D6B-820B-DAB60F1C16D7}"/>
                    </a:ext>
                  </a:extLst>
                </p:cNvPr>
                <p:cNvSpPr txBox="1"/>
                <p:nvPr/>
              </p:nvSpPr>
              <p:spPr>
                <a:xfrm>
                  <a:off x="5091856" y="1450908"/>
                  <a:ext cx="814214" cy="2596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IN" b="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IN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endParaRPr lang="en-IN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D6A0C47-35E8-4D6B-820B-DAB60F1C1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1856" y="1450908"/>
                  <a:ext cx="814214" cy="259638"/>
                </a:xfrm>
                <a:prstGeom prst="rect">
                  <a:avLst/>
                </a:prstGeom>
                <a:blipFill>
                  <a:blip r:embed="rId47"/>
                  <a:stretch>
                    <a:fillRect l="-5155" t="-23529" b="-372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0AB8A10-AEA5-47C2-AB8C-7D45A8AE54D5}"/>
                    </a:ext>
                  </a:extLst>
                </p:cNvPr>
                <p:cNvSpPr/>
                <p:nvPr/>
              </p:nvSpPr>
              <p:spPr>
                <a:xfrm>
                  <a:off x="3582866" y="1403708"/>
                  <a:ext cx="458587" cy="3430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0AB8A10-AEA5-47C2-AB8C-7D45A8AE54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866" y="1403708"/>
                  <a:ext cx="458587" cy="3430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926AD4-7A61-4423-A8A5-3EA908984EDF}"/>
                </a:ext>
              </a:extLst>
            </p:cNvPr>
            <p:cNvCxnSpPr>
              <a:cxnSpLocks/>
            </p:cNvCxnSpPr>
            <p:nvPr/>
          </p:nvCxnSpPr>
          <p:spPr>
            <a:xfrm>
              <a:off x="1766513" y="5581734"/>
              <a:ext cx="4133462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FBF7A3-48D8-472C-9F3C-E52E54DD0547}"/>
                </a:ext>
              </a:extLst>
            </p:cNvPr>
            <p:cNvCxnSpPr>
              <a:cxnSpLocks/>
            </p:cNvCxnSpPr>
            <p:nvPr/>
          </p:nvCxnSpPr>
          <p:spPr>
            <a:xfrm>
              <a:off x="1784056" y="5136975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D4E3767-173F-44ED-9153-8B5778BD8EA7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4661113"/>
              <a:ext cx="40888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6B42369-0C0F-41F4-BAE9-8F21F8B8799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4208579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8F4646A-75D0-4B02-9255-221F1E3B241B}"/>
                </a:ext>
              </a:extLst>
            </p:cNvPr>
            <p:cNvCxnSpPr>
              <a:cxnSpLocks/>
            </p:cNvCxnSpPr>
            <p:nvPr/>
          </p:nvCxnSpPr>
          <p:spPr>
            <a:xfrm>
              <a:off x="1784056" y="3754489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7A70C6-F1B8-4F74-BE44-B4679228150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3294350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2B46BDF-6135-4CF6-B433-6D1854CB218D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2858921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56B2229-5519-46F6-A425-DDE4819D11AE}"/>
                </a:ext>
              </a:extLst>
            </p:cNvPr>
            <p:cNvCxnSpPr>
              <a:cxnSpLocks/>
            </p:cNvCxnSpPr>
            <p:nvPr/>
          </p:nvCxnSpPr>
          <p:spPr>
            <a:xfrm>
              <a:off x="1780946" y="2386134"/>
              <a:ext cx="4088885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880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166254F-FBEF-46ED-A37D-31E04149BC1B}"/>
              </a:ext>
            </a:extLst>
          </p:cNvPr>
          <p:cNvGrpSpPr/>
          <p:nvPr/>
        </p:nvGrpSpPr>
        <p:grpSpPr>
          <a:xfrm>
            <a:off x="1585248" y="1201237"/>
            <a:ext cx="10045473" cy="4732120"/>
            <a:chOff x="1585248" y="1201237"/>
            <a:chExt cx="10045473" cy="473212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B21799E-AB76-490C-85B2-8A7B2DC47056}"/>
                </a:ext>
              </a:extLst>
            </p:cNvPr>
            <p:cNvSpPr/>
            <p:nvPr/>
          </p:nvSpPr>
          <p:spPr>
            <a:xfrm>
              <a:off x="6264572" y="4093537"/>
              <a:ext cx="3378690" cy="1756515"/>
            </a:xfrm>
            <a:prstGeom prst="roundRect">
              <a:avLst>
                <a:gd name="adj" fmla="val 7097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5111198-0883-452A-8149-E2965BC98666}"/>
                </a:ext>
              </a:extLst>
            </p:cNvPr>
            <p:cNvSpPr/>
            <p:nvPr/>
          </p:nvSpPr>
          <p:spPr>
            <a:xfrm>
              <a:off x="4674678" y="1303588"/>
              <a:ext cx="1640825" cy="2557048"/>
            </a:xfrm>
            <a:prstGeom prst="roundRect">
              <a:avLst>
                <a:gd name="adj" fmla="val 7729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862FC62-287F-4D94-8547-DBFFF9B755B6}"/>
                </a:ext>
              </a:extLst>
            </p:cNvPr>
            <p:cNvSpPr/>
            <p:nvPr/>
          </p:nvSpPr>
          <p:spPr>
            <a:xfrm>
              <a:off x="1585248" y="1214513"/>
              <a:ext cx="2896276" cy="4718844"/>
            </a:xfrm>
            <a:prstGeom prst="roundRect">
              <a:avLst>
                <a:gd name="adj" fmla="val 551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433F82-AF34-4670-8F4E-0510779F16A3}"/>
                </a:ext>
              </a:extLst>
            </p:cNvPr>
            <p:cNvSpPr txBox="1"/>
            <p:nvPr/>
          </p:nvSpPr>
          <p:spPr>
            <a:xfrm rot="16200000">
              <a:off x="10604405" y="2511899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319C6D-A940-46E1-9A71-D8BD9E1B7597}"/>
                </a:ext>
              </a:extLst>
            </p:cNvPr>
            <p:cNvSpPr txBox="1"/>
            <p:nvPr/>
          </p:nvSpPr>
          <p:spPr>
            <a:xfrm>
              <a:off x="1945118" y="1226848"/>
              <a:ext cx="20366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42C5E64-DD3D-4180-8707-E9A83FB71ABE}"/>
                </a:ext>
              </a:extLst>
            </p:cNvPr>
            <p:cNvSpPr/>
            <p:nvPr/>
          </p:nvSpPr>
          <p:spPr>
            <a:xfrm>
              <a:off x="8641510" y="2909939"/>
              <a:ext cx="2558953" cy="917602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674C85-35B3-47F9-ACD1-A75902C3A0B0}"/>
                </a:ext>
              </a:extLst>
            </p:cNvPr>
            <p:cNvSpPr txBox="1"/>
            <p:nvPr/>
          </p:nvSpPr>
          <p:spPr>
            <a:xfrm>
              <a:off x="8699685" y="2968674"/>
              <a:ext cx="25589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Store all Attack-Aware Schedules in a Look Up table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005A996-F649-4B41-BD2E-30B9221C91D5}"/>
                </a:ext>
              </a:extLst>
            </p:cNvPr>
            <p:cNvSpPr/>
            <p:nvPr/>
          </p:nvSpPr>
          <p:spPr>
            <a:xfrm>
              <a:off x="1643184" y="1811623"/>
              <a:ext cx="2717461" cy="3167690"/>
            </a:xfrm>
            <a:prstGeom prst="roundRect">
              <a:avLst>
                <a:gd name="adj" fmla="val 5877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A5DA8C8-E70E-41CB-B044-45B59DDDA937}"/>
                    </a:ext>
                  </a:extLst>
                </p:cNvPr>
                <p:cNvSpPr/>
                <p:nvPr/>
              </p:nvSpPr>
              <p:spPr>
                <a:xfrm>
                  <a:off x="1977333" y="1888676"/>
                  <a:ext cx="2274726" cy="412525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6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        </a:t>
                  </a:r>
                  <a:endParaRPr lang="en-IN" sz="16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A5DA8C8-E70E-41CB-B044-45B59DDDA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7333" y="1888676"/>
                  <a:ext cx="2274726" cy="412525"/>
                </a:xfrm>
                <a:prstGeom prst="roundRect">
                  <a:avLst/>
                </a:prstGeom>
                <a:blipFill>
                  <a:blip r:embed="rId2"/>
                  <a:stretch>
                    <a:fillRect b="-5882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1A7FC2-75AB-4EA8-A401-8DA1543FF950}"/>
                    </a:ext>
                  </a:extLst>
                </p:cNvPr>
                <p:cNvSpPr txBox="1"/>
                <p:nvPr/>
              </p:nvSpPr>
              <p:spPr>
                <a:xfrm rot="16200000">
                  <a:off x="612035" y="3314975"/>
                  <a:ext cx="23312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 Task Set </a:t>
                  </a:r>
                  <a14:m>
                    <m:oMath xmlns:m="http://schemas.openxmlformats.org/officeDocument/2006/math">
                      <m:r>
                        <a:rPr lang="en-I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1A7FC2-75AB-4EA8-A401-8DA1543FF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12035" y="3314975"/>
                  <a:ext cx="233125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7273" r="-2181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EACF942-F357-441A-9534-F09B724A71DF}"/>
                </a:ext>
              </a:extLst>
            </p:cNvPr>
            <p:cNvSpPr/>
            <p:nvPr/>
          </p:nvSpPr>
          <p:spPr>
            <a:xfrm>
              <a:off x="1662601" y="5049199"/>
              <a:ext cx="2678626" cy="814272"/>
            </a:xfrm>
            <a:prstGeom prst="roundRect">
              <a:avLst>
                <a:gd name="adj" fmla="val 11084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E00F0690-9656-4838-94C9-D9A63D793A51}"/>
                    </a:ext>
                  </a:extLst>
                </p:cNvPr>
                <p:cNvSpPr/>
                <p:nvPr/>
              </p:nvSpPr>
              <p:spPr>
                <a:xfrm>
                  <a:off x="1955827" y="5432762"/>
                  <a:ext cx="2169642" cy="326142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6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n</a:t>
                  </a:r>
                  <a14:m>
                    <m:oMath xmlns:m="http://schemas.openxmlformats.org/officeDocument/2006/math"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E00F0690-9656-4838-94C9-D9A63D793A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5827" y="5432762"/>
                  <a:ext cx="2169642" cy="326142"/>
                </a:xfrm>
                <a:prstGeom prst="roundRect">
                  <a:avLst/>
                </a:prstGeom>
                <a:blipFill>
                  <a:blip r:embed="rId4"/>
                  <a:stretch>
                    <a:fillRect t="-9091" b="-20000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33E3531-81F2-4C20-98C6-14D552E1D559}"/>
                    </a:ext>
                  </a:extLst>
                </p:cNvPr>
                <p:cNvSpPr txBox="1"/>
                <p:nvPr/>
              </p:nvSpPr>
              <p:spPr>
                <a:xfrm>
                  <a:off x="1729765" y="5048236"/>
                  <a:ext cx="271746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400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600" dirty="0">
                      <a:solidFill>
                        <a:srgbClr val="FF0000"/>
                      </a:solidFill>
                    </a:rPr>
                    <a:t>Untrusted Task Set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I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33E3531-81F2-4C20-98C6-14D552E1D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9765" y="5048236"/>
                  <a:ext cx="2717461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82404D-4655-4127-9D50-1FB9F6BDDD28}"/>
                </a:ext>
              </a:extLst>
            </p:cNvPr>
            <p:cNvSpPr/>
            <p:nvPr/>
          </p:nvSpPr>
          <p:spPr>
            <a:xfrm>
              <a:off x="2022991" y="2907639"/>
              <a:ext cx="2210292" cy="889187"/>
            </a:xfrm>
            <a:prstGeom prst="roundRect">
              <a:avLst>
                <a:gd name="adj" fmla="val 7785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System Specification corresponding to trusted control tasks</a:t>
              </a:r>
            </a:p>
            <a:p>
              <a:pPr algn="ctr"/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0D8B9F-BCE9-4572-9E74-F4A0E8E256BC}"/>
                    </a:ext>
                  </a:extLst>
                </p:cNvPr>
                <p:cNvSpPr txBox="1"/>
                <p:nvPr/>
              </p:nvSpPr>
              <p:spPr>
                <a:xfrm>
                  <a:off x="4876249" y="1271801"/>
                  <a:ext cx="1379432" cy="28115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6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Deriving set of switchable periodicities for control Tasks to maintain system stability </a:t>
                  </a:r>
                </a:p>
                <a:p>
                  <a:r>
                    <a:rPr lang="en-IN" sz="1600" b="0" i="1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P=</a:t>
                  </a:r>
                  <a14:m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IN" sz="16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..}</m:t>
                      </m:r>
                    </m:oMath>
                  </a14:m>
                  <a:endParaRPr lang="en-IN" sz="1600" b="0" i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endParaRPr lang="en-IN" sz="1600" b="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0D8B9F-BCE9-4572-9E74-F4A0E8E25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249" y="1271801"/>
                  <a:ext cx="1379432" cy="2811539"/>
                </a:xfrm>
                <a:prstGeom prst="rect">
                  <a:avLst/>
                </a:prstGeom>
                <a:blipFill>
                  <a:blip r:embed="rId6"/>
                  <a:stretch>
                    <a:fillRect l="-442" t="-868" r="-44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78777086-4AC8-4B77-9E27-A4B97664A6E1}"/>
                </a:ext>
              </a:extLst>
            </p:cNvPr>
            <p:cNvSpPr/>
            <p:nvPr/>
          </p:nvSpPr>
          <p:spPr>
            <a:xfrm>
              <a:off x="8670199" y="1345594"/>
              <a:ext cx="2558953" cy="1477397"/>
            </a:xfrm>
            <a:prstGeom prst="roundRect">
              <a:avLst>
                <a:gd name="adj" fmla="val 8095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00F398C-151F-41AB-830F-66538028161A}"/>
                </a:ext>
              </a:extLst>
            </p:cNvPr>
            <p:cNvSpPr txBox="1"/>
            <p:nvPr/>
          </p:nvSpPr>
          <p:spPr>
            <a:xfrm>
              <a:off x="8648529" y="1391840"/>
              <a:ext cx="2393540" cy="1323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Analyse attack probability corresponding to each victim task in each schedule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0FC5EA1-262A-47A2-BF45-3DC4D8981A2A}"/>
                </a:ext>
              </a:extLst>
            </p:cNvPr>
            <p:cNvSpPr/>
            <p:nvPr/>
          </p:nvSpPr>
          <p:spPr>
            <a:xfrm>
              <a:off x="4586207" y="1201237"/>
              <a:ext cx="7021853" cy="2745213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1ECFA0-99B4-4E9E-AEF2-8846DF5D5EC0}"/>
                </a:ext>
              </a:extLst>
            </p:cNvPr>
            <p:cNvSpPr txBox="1"/>
            <p:nvPr/>
          </p:nvSpPr>
          <p:spPr>
            <a:xfrm rot="16200000">
              <a:off x="10811728" y="4771186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8F73CB82-BC32-42B1-8B55-EECC2E2A93C4}"/>
                </a:ext>
              </a:extLst>
            </p:cNvPr>
            <p:cNvGrpSpPr/>
            <p:nvPr/>
          </p:nvGrpSpPr>
          <p:grpSpPr>
            <a:xfrm>
              <a:off x="4715354" y="4084083"/>
              <a:ext cx="1419612" cy="1764689"/>
              <a:chOff x="4715354" y="4084083"/>
              <a:chExt cx="1419612" cy="1764689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0248D17-A71C-4D98-BB46-A94F2E46EBB9}"/>
                  </a:ext>
                </a:extLst>
              </p:cNvPr>
              <p:cNvSpPr/>
              <p:nvPr/>
            </p:nvSpPr>
            <p:spPr>
              <a:xfrm>
                <a:off x="4716812" y="4092257"/>
                <a:ext cx="1418154" cy="1756515"/>
              </a:xfrm>
              <a:prstGeom prst="roundRect">
                <a:avLst>
                  <a:gd name="adj" fmla="val 881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5C3270-42B3-4D2D-B02F-2A8450CCEC2F}"/>
                  </a:ext>
                </a:extLst>
              </p:cNvPr>
              <p:cNvSpPr txBox="1"/>
              <p:nvPr/>
            </p:nvSpPr>
            <p:spPr>
              <a:xfrm>
                <a:off x="4715354" y="4084083"/>
                <a:ext cx="13794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Change in Plant Residue Mean  &gt; Th</a:t>
                </a:r>
              </a:p>
            </p:txBody>
          </p:sp>
        </p:grp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1CE62A7-EBD4-4DF4-BEBD-F9D279F86B71}"/>
                </a:ext>
              </a:extLst>
            </p:cNvPr>
            <p:cNvSpPr/>
            <p:nvPr/>
          </p:nvSpPr>
          <p:spPr>
            <a:xfrm>
              <a:off x="9705619" y="4099901"/>
              <a:ext cx="1538453" cy="1703905"/>
            </a:xfrm>
            <a:prstGeom prst="roundRect">
              <a:avLst>
                <a:gd name="adj" fmla="val 1573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6750E6E-E956-47AF-BE71-AFAA4A88FCFD}"/>
                </a:ext>
              </a:extLst>
            </p:cNvPr>
            <p:cNvSpPr txBox="1"/>
            <p:nvPr/>
          </p:nvSpPr>
          <p:spPr>
            <a:xfrm>
              <a:off x="9775157" y="4137262"/>
              <a:ext cx="139937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Deploy Schedule Selection Algorithm after each hyperperiod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BF1CBA4-C096-4ECB-932F-0F076138D7EC}"/>
                </a:ext>
              </a:extLst>
            </p:cNvPr>
            <p:cNvGrpSpPr/>
            <p:nvPr/>
          </p:nvGrpSpPr>
          <p:grpSpPr>
            <a:xfrm>
              <a:off x="4914916" y="4921416"/>
              <a:ext cx="885020" cy="338554"/>
              <a:chOff x="1159448" y="663869"/>
              <a:chExt cx="885020" cy="338554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6530BCE2-152E-4FF7-8B92-AD7C2619FA3A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2814E2B-6F7D-467B-8C3A-9BA46C9A6B9F}"/>
                  </a:ext>
                </a:extLst>
              </p:cNvPr>
              <p:cNvSpPr txBox="1"/>
              <p:nvPr/>
            </p:nvSpPr>
            <p:spPr>
              <a:xfrm>
                <a:off x="1159448" y="663869"/>
                <a:ext cx="8850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600" b="0" dirty="0"/>
                  <a:t>Yes</a:t>
                </a:r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853C396-213A-4EAA-AA51-D141DB4D0E0F}"/>
                </a:ext>
              </a:extLst>
            </p:cNvPr>
            <p:cNvSpPr/>
            <p:nvPr/>
          </p:nvSpPr>
          <p:spPr>
            <a:xfrm>
              <a:off x="6337048" y="4138390"/>
              <a:ext cx="3224188" cy="762638"/>
            </a:xfrm>
            <a:prstGeom prst="roundRect">
              <a:avLst>
                <a:gd name="adj" fmla="val 150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79DB42-D1C7-4187-849D-F9E33475ABDF}"/>
                </a:ext>
              </a:extLst>
            </p:cNvPr>
            <p:cNvSpPr/>
            <p:nvPr/>
          </p:nvSpPr>
          <p:spPr>
            <a:xfrm>
              <a:off x="1992114" y="2389106"/>
              <a:ext cx="2241170" cy="457052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Task Criticality Level  </a:t>
              </a:r>
            </a:p>
            <a:p>
              <a:pPr algn="ctr"/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DF01B98D-BE6C-4666-95EE-1EA2733ABCCF}"/>
                </a:ext>
              </a:extLst>
            </p:cNvPr>
            <p:cNvSpPr/>
            <p:nvPr/>
          </p:nvSpPr>
          <p:spPr>
            <a:xfrm>
              <a:off x="6436170" y="1336815"/>
              <a:ext cx="2033252" cy="1246247"/>
            </a:xfrm>
            <a:prstGeom prst="roundRect">
              <a:avLst>
                <a:gd name="adj" fmla="val 616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9CEB74C-51DB-41C2-96F8-2B459985541C}"/>
                </a:ext>
              </a:extLst>
            </p:cNvPr>
            <p:cNvSpPr/>
            <p:nvPr/>
          </p:nvSpPr>
          <p:spPr>
            <a:xfrm>
              <a:off x="6537358" y="1391840"/>
              <a:ext cx="186844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Choose periodicities that obfuscate attacker’s analysis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FD445F1-7B93-4B8E-BB29-3EB886103B7D}"/>
                </a:ext>
              </a:extLst>
            </p:cNvPr>
            <p:cNvGrpSpPr/>
            <p:nvPr/>
          </p:nvGrpSpPr>
          <p:grpSpPr>
            <a:xfrm>
              <a:off x="6414610" y="2698962"/>
              <a:ext cx="2129694" cy="1142974"/>
              <a:chOff x="1376204" y="380843"/>
              <a:chExt cx="2129694" cy="1142974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E415397-5853-4D49-89C2-80D893180D61}"/>
                  </a:ext>
                </a:extLst>
              </p:cNvPr>
              <p:cNvSpPr/>
              <p:nvPr/>
            </p:nvSpPr>
            <p:spPr>
              <a:xfrm>
                <a:off x="1418847" y="380843"/>
                <a:ext cx="2049526" cy="1142974"/>
              </a:xfrm>
              <a:prstGeom prst="roundRect">
                <a:avLst>
                  <a:gd name="adj" fmla="val 7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94AECE-80AF-44C4-A831-58AAAE7A49E5}"/>
                  </a:ext>
                </a:extLst>
              </p:cNvPr>
              <p:cNvSpPr txBox="1"/>
              <p:nvPr/>
            </p:nvSpPr>
            <p:spPr>
              <a:xfrm>
                <a:off x="1376204" y="442904"/>
                <a:ext cx="212969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600" b="0" dirty="0"/>
                  <a:t>Derive  all feasible schedules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1ED4787-47CD-4400-9607-0A975CA377A9}"/>
                  </a:ext>
                </a:extLst>
              </p:cNvPr>
              <p:cNvGrpSpPr/>
              <p:nvPr/>
            </p:nvGrpSpPr>
            <p:grpSpPr>
              <a:xfrm>
                <a:off x="1747479" y="969244"/>
                <a:ext cx="1567532" cy="276271"/>
                <a:chOff x="7244294" y="5219392"/>
                <a:chExt cx="1829591" cy="435507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6D7BBAE-A2E3-41C3-8F8B-D31DD1D64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93CC3BA-3DEC-4703-839B-965880FDDE56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980741FC-AEC5-4F1C-A447-9B0B76637BCB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963B102F-9314-429B-A289-4B12F3033381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34D9C5A-BA82-46E4-BA16-2519AAE8E03B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88455109-9EBE-42F8-A781-0719E4DDB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F7CE289-6057-4D31-A6A8-66DFC2685910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9DB4E00-8010-4929-AE82-01E7D61DF8C7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48C79BC-352F-45FC-BB53-FB84CD4E134D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24C994B-21F2-4B85-93DB-780223A118F9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1600" dirty="0"/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B6E713-49F6-48BD-8637-EB282EA14F5E}"/>
                </a:ext>
              </a:extLst>
            </p:cNvPr>
            <p:cNvSpPr txBox="1"/>
            <p:nvPr/>
          </p:nvSpPr>
          <p:spPr>
            <a:xfrm>
              <a:off x="2018769" y="3860636"/>
              <a:ext cx="2214515" cy="359298"/>
            </a:xfrm>
            <a:prstGeom prst="roundRect">
              <a:avLst>
                <a:gd name="adj" fmla="val 9728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300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IN" sz="1600" dirty="0"/>
                <a:t>Detector Threshold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E4E011DD-19A6-49C8-BDE4-5CF34B3D8646}"/>
                </a:ext>
              </a:extLst>
            </p:cNvPr>
            <p:cNvSpPr/>
            <p:nvPr/>
          </p:nvSpPr>
          <p:spPr>
            <a:xfrm>
              <a:off x="8337850" y="2594342"/>
              <a:ext cx="421625" cy="305194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6A92FE4-1117-4DB2-9A51-FE94E12BEB65}"/>
                </a:ext>
              </a:extLst>
            </p:cNvPr>
            <p:cNvGrpSpPr/>
            <p:nvPr/>
          </p:nvGrpSpPr>
          <p:grpSpPr>
            <a:xfrm>
              <a:off x="4934793" y="5368368"/>
              <a:ext cx="885020" cy="338554"/>
              <a:chOff x="1159448" y="657834"/>
              <a:chExt cx="885020" cy="338554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2D989997-D31A-44F2-8E4F-C101BF59CE89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1029770-1A03-4265-AEEE-8C27AAFA14D4}"/>
                  </a:ext>
                </a:extLst>
              </p:cNvPr>
              <p:cNvSpPr txBox="1"/>
              <p:nvPr/>
            </p:nvSpPr>
            <p:spPr>
              <a:xfrm>
                <a:off x="1159448" y="657834"/>
                <a:ext cx="8850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600" b="0" dirty="0"/>
                  <a:t>No</a:t>
                </a:r>
              </a:p>
            </p:txBody>
          </p:sp>
        </p:grp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91D2784-9C6B-4226-A6A6-6435BBB630E7}"/>
                </a:ext>
              </a:extLst>
            </p:cNvPr>
            <p:cNvSpPr/>
            <p:nvPr/>
          </p:nvSpPr>
          <p:spPr>
            <a:xfrm>
              <a:off x="6337048" y="4981041"/>
              <a:ext cx="3224188" cy="822765"/>
            </a:xfrm>
            <a:prstGeom prst="roundRect">
              <a:avLst>
                <a:gd name="adj" fmla="val 150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207113-CF55-4456-8C16-4E35DDC5BD93}"/>
                </a:ext>
              </a:extLst>
            </p:cNvPr>
            <p:cNvSpPr txBox="1"/>
            <p:nvPr/>
          </p:nvSpPr>
          <p:spPr>
            <a:xfrm>
              <a:off x="6264572" y="4099901"/>
              <a:ext cx="32241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Select and execute schedules under critical attack probability of the task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7CB8AAE-968C-4B5C-BFDB-9724137B8CBB}"/>
                </a:ext>
              </a:extLst>
            </p:cNvPr>
            <p:cNvSpPr/>
            <p:nvPr/>
          </p:nvSpPr>
          <p:spPr>
            <a:xfrm>
              <a:off x="4608868" y="4009126"/>
              <a:ext cx="7021853" cy="1924231"/>
            </a:xfrm>
            <a:prstGeom prst="roundRect">
              <a:avLst>
                <a:gd name="adj" fmla="val 5639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324B574C-8BAE-483B-934F-47CD41FAC376}"/>
                </a:ext>
              </a:extLst>
            </p:cNvPr>
            <p:cNvSpPr/>
            <p:nvPr/>
          </p:nvSpPr>
          <p:spPr>
            <a:xfrm>
              <a:off x="4416040" y="2469059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9C3A7ED-7EFD-4B37-B957-9A0DABCF13BA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5631068" y="4515400"/>
              <a:ext cx="633504" cy="589270"/>
            </a:xfrm>
            <a:prstGeom prst="bentConnector3">
              <a:avLst>
                <a:gd name="adj1" fmla="val 69363"/>
              </a:avLst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0816124D-62F9-469E-9D7C-519244B3DB84}"/>
                </a:ext>
              </a:extLst>
            </p:cNvPr>
            <p:cNvSpPr/>
            <p:nvPr/>
          </p:nvSpPr>
          <p:spPr>
            <a:xfrm>
              <a:off x="2018769" y="4308929"/>
              <a:ext cx="2218073" cy="575220"/>
            </a:xfrm>
            <a:prstGeom prst="roundRect">
              <a:avLst>
                <a:gd name="adj" fmla="val 19417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Critical Attack Probability</a:t>
              </a:r>
            </a:p>
            <a:p>
              <a:pPr algn="ctr"/>
              <a:r>
                <a:rPr lang="en-IN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49167A2C-8202-446A-908F-E8BFD8E084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2294" y="5420422"/>
              <a:ext cx="622397" cy="13303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06302A6-C7C0-41B1-A2A0-BA0D1827E838}"/>
                </a:ext>
              </a:extLst>
            </p:cNvPr>
            <p:cNvSpPr txBox="1"/>
            <p:nvPr/>
          </p:nvSpPr>
          <p:spPr>
            <a:xfrm>
              <a:off x="6306118" y="5098087"/>
              <a:ext cx="33253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600" b="0" dirty="0"/>
                <a:t>Select and execute schedules under critical schedule vulnerability Index</a:t>
              </a:r>
            </a:p>
          </p:txBody>
        </p:sp>
        <p:sp>
          <p:nvSpPr>
            <p:cNvPr id="157" name="Arrow: Right 156">
              <a:extLst>
                <a:ext uri="{FF2B5EF4-FFF2-40B4-BE49-F238E27FC236}">
                  <a16:creationId xmlns:a16="http://schemas.microsoft.com/office/drawing/2014/main" id="{19430996-4DF4-4635-9C31-3A31F1AE696E}"/>
                </a:ext>
              </a:extLst>
            </p:cNvPr>
            <p:cNvSpPr/>
            <p:nvPr/>
          </p:nvSpPr>
          <p:spPr>
            <a:xfrm>
              <a:off x="6219318" y="1736764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6" name="Arrow: Right 165">
              <a:extLst>
                <a:ext uri="{FF2B5EF4-FFF2-40B4-BE49-F238E27FC236}">
                  <a16:creationId xmlns:a16="http://schemas.microsoft.com/office/drawing/2014/main" id="{0E262A1C-3B5E-4863-999D-C295FF72F891}"/>
                </a:ext>
              </a:extLst>
            </p:cNvPr>
            <p:cNvSpPr/>
            <p:nvPr/>
          </p:nvSpPr>
          <p:spPr>
            <a:xfrm rot="5400000">
              <a:off x="7443427" y="2513027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1" name="Arrow: Right 170">
              <a:extLst>
                <a:ext uri="{FF2B5EF4-FFF2-40B4-BE49-F238E27FC236}">
                  <a16:creationId xmlns:a16="http://schemas.microsoft.com/office/drawing/2014/main" id="{C37C4D6F-DBCD-4921-9366-E579BFB4EFE6}"/>
                </a:ext>
              </a:extLst>
            </p:cNvPr>
            <p:cNvSpPr/>
            <p:nvPr/>
          </p:nvSpPr>
          <p:spPr>
            <a:xfrm rot="5400000">
              <a:off x="9728816" y="2699712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2" name="Arrow: Right 171">
              <a:extLst>
                <a:ext uri="{FF2B5EF4-FFF2-40B4-BE49-F238E27FC236}">
                  <a16:creationId xmlns:a16="http://schemas.microsoft.com/office/drawing/2014/main" id="{D62300BC-6574-4FB1-BBD0-03F4A13317A7}"/>
                </a:ext>
              </a:extLst>
            </p:cNvPr>
            <p:cNvSpPr/>
            <p:nvPr/>
          </p:nvSpPr>
          <p:spPr>
            <a:xfrm rot="5400000">
              <a:off x="9116121" y="3821826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3" name="Arrow: Right 172">
              <a:extLst>
                <a:ext uri="{FF2B5EF4-FFF2-40B4-BE49-F238E27FC236}">
                  <a16:creationId xmlns:a16="http://schemas.microsoft.com/office/drawing/2014/main" id="{EC09B083-4901-40A6-A7DD-2935C787A14C}"/>
                </a:ext>
              </a:extLst>
            </p:cNvPr>
            <p:cNvSpPr/>
            <p:nvPr/>
          </p:nvSpPr>
          <p:spPr>
            <a:xfrm>
              <a:off x="9570935" y="4814109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9925204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073803F-7187-4F31-82E7-B3C662ED00B4}"/>
              </a:ext>
            </a:extLst>
          </p:cNvPr>
          <p:cNvGrpSpPr/>
          <p:nvPr/>
        </p:nvGrpSpPr>
        <p:grpSpPr>
          <a:xfrm>
            <a:off x="1052389" y="874224"/>
            <a:ext cx="10223126" cy="4748048"/>
            <a:chOff x="1052389" y="874224"/>
            <a:chExt cx="10223126" cy="474804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89D5EAF-5FFC-404A-982F-EC842DF57B09}"/>
                </a:ext>
              </a:extLst>
            </p:cNvPr>
            <p:cNvSpPr/>
            <p:nvPr/>
          </p:nvSpPr>
          <p:spPr>
            <a:xfrm>
              <a:off x="4307033" y="992503"/>
              <a:ext cx="1712587" cy="2246986"/>
            </a:xfrm>
            <a:prstGeom prst="roundRect">
              <a:avLst>
                <a:gd name="adj" fmla="val 7729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36BD57A-1721-49D4-96F8-81BE16C80409}"/>
                </a:ext>
              </a:extLst>
            </p:cNvPr>
            <p:cNvSpPr/>
            <p:nvPr/>
          </p:nvSpPr>
          <p:spPr>
            <a:xfrm>
              <a:off x="1109844" y="903428"/>
              <a:ext cx="3004035" cy="4718844"/>
            </a:xfrm>
            <a:prstGeom prst="roundRect">
              <a:avLst>
                <a:gd name="adj" fmla="val 551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AF6BA4-2CD7-4E20-AE0E-5B7BDDC5B002}"/>
                </a:ext>
              </a:extLst>
            </p:cNvPr>
            <p:cNvSpPr txBox="1"/>
            <p:nvPr/>
          </p:nvSpPr>
          <p:spPr>
            <a:xfrm rot="16200000">
              <a:off x="10262016" y="1965080"/>
              <a:ext cx="1560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4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dirty="0"/>
                <a:t>Design Time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F869DE-4BC9-4A35-9927-41B84106546F}"/>
                </a:ext>
              </a:extLst>
            </p:cNvPr>
            <p:cNvSpPr txBox="1"/>
            <p:nvPr/>
          </p:nvSpPr>
          <p:spPr>
            <a:xfrm>
              <a:off x="1359873" y="874224"/>
              <a:ext cx="26117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Input Task and System Specifications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4C410C1-7BE8-48CB-9EAC-073B51BD239E}"/>
                </a:ext>
              </a:extLst>
            </p:cNvPr>
            <p:cNvSpPr/>
            <p:nvPr/>
          </p:nvSpPr>
          <p:spPr>
            <a:xfrm>
              <a:off x="8273865" y="2092133"/>
              <a:ext cx="2558953" cy="1137117"/>
            </a:xfrm>
            <a:prstGeom prst="roundRect">
              <a:avLst>
                <a:gd name="adj" fmla="val 809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9551DF-13E5-476C-9A26-4DB5C70CAB24}"/>
                </a:ext>
              </a:extLst>
            </p:cNvPr>
            <p:cNvSpPr txBox="1"/>
            <p:nvPr/>
          </p:nvSpPr>
          <p:spPr>
            <a:xfrm>
              <a:off x="8342619" y="2171524"/>
              <a:ext cx="25589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Store all Attack-Aware Schedules in a Look Up table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3AC5407-514C-4C25-9A67-1395C52A049B}"/>
                </a:ext>
              </a:extLst>
            </p:cNvPr>
            <p:cNvSpPr/>
            <p:nvPr/>
          </p:nvSpPr>
          <p:spPr>
            <a:xfrm>
              <a:off x="1174265" y="1500538"/>
              <a:ext cx="2863902" cy="2955363"/>
            </a:xfrm>
            <a:prstGeom prst="roundRect">
              <a:avLst>
                <a:gd name="adj" fmla="val 5877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8AC202C2-CB33-43BB-B29F-2C30906488C7}"/>
                    </a:ext>
                  </a:extLst>
                </p:cNvPr>
                <p:cNvSpPr/>
                <p:nvPr/>
              </p:nvSpPr>
              <p:spPr>
                <a:xfrm>
                  <a:off x="1443191" y="1570737"/>
                  <a:ext cx="2477751" cy="412525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20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m</a:t>
                  </a:r>
                  <a14:m>
                    <m:oMath xmlns:m="http://schemas.openxmlformats.org/officeDocument/2006/math"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algn="ctr"/>
                  <a:r>
                    <a:rPr lang="en-IN" sz="20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        </a:t>
                  </a:r>
                  <a:endParaRPr lang="en-IN" sz="2000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8AC202C2-CB33-43BB-B29F-2C30906488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3191" y="1570737"/>
                  <a:ext cx="2477751" cy="412525"/>
                </a:xfrm>
                <a:prstGeom prst="roundRect">
                  <a:avLst/>
                </a:prstGeom>
                <a:blipFill>
                  <a:blip r:embed="rId2"/>
                  <a:stretch>
                    <a:fillRect t="-10294" b="-20588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C04499-974A-4924-BDD6-928890D606FB}"/>
                    </a:ext>
                  </a:extLst>
                </p:cNvPr>
                <p:cNvSpPr txBox="1"/>
                <p:nvPr/>
              </p:nvSpPr>
              <p:spPr>
                <a:xfrm rot="16200000">
                  <a:off x="-81932" y="2762979"/>
                  <a:ext cx="26687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Trusted  Task Set </a:t>
                  </a:r>
                  <a14:m>
                    <m:oMath xmlns:m="http://schemas.openxmlformats.org/officeDocument/2006/math">
                      <m:r>
                        <a:rPr lang="en-I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C04499-974A-4924-BDD6-928890D60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1932" y="2762979"/>
                  <a:ext cx="2668751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9231" r="-2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70EA4AE-017A-47E1-A502-971B40197B9A}"/>
                </a:ext>
              </a:extLst>
            </p:cNvPr>
            <p:cNvSpPr/>
            <p:nvPr/>
          </p:nvSpPr>
          <p:spPr>
            <a:xfrm>
              <a:off x="1294956" y="4589902"/>
              <a:ext cx="2678626" cy="962484"/>
            </a:xfrm>
            <a:prstGeom prst="roundRect">
              <a:avLst>
                <a:gd name="adj" fmla="val 11084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1AB31337-5ADF-4BC6-8339-D8ADE54A6CD1}"/>
                    </a:ext>
                  </a:extLst>
                </p:cNvPr>
                <p:cNvSpPr/>
                <p:nvPr/>
              </p:nvSpPr>
              <p:spPr>
                <a:xfrm>
                  <a:off x="1609688" y="5031320"/>
                  <a:ext cx="2169642" cy="326142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Task n</a:t>
                  </a:r>
                  <a14:m>
                    <m:oMath xmlns:m="http://schemas.openxmlformats.org/officeDocument/2006/math"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1AB31337-5ADF-4BC6-8339-D8ADE54A6C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688" y="5031320"/>
                  <a:ext cx="2169642" cy="326142"/>
                </a:xfrm>
                <a:prstGeom prst="roundRect">
                  <a:avLst/>
                </a:prstGeom>
                <a:blipFill>
                  <a:blip r:embed="rId4"/>
                  <a:stretch>
                    <a:fillRect t="-20000" b="-41818"/>
                  </a:stretch>
                </a:blip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C24702-BE59-4A9C-BFA1-8F0E567EA39D}"/>
                    </a:ext>
                  </a:extLst>
                </p:cNvPr>
                <p:cNvSpPr txBox="1"/>
                <p:nvPr/>
              </p:nvSpPr>
              <p:spPr>
                <a:xfrm>
                  <a:off x="1345976" y="4612184"/>
                  <a:ext cx="27174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400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dirty="0">
                      <a:solidFill>
                        <a:srgbClr val="FF0000"/>
                      </a:solidFill>
                    </a:rPr>
                    <a:t>Untrusted Task Set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C24702-BE59-4A9C-BFA1-8F0E567EA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5976" y="4612184"/>
                  <a:ext cx="2717461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2466" t="-9231" r="-1121" b="-2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0020567-3EE6-47C5-A0F7-BC16E730CEEF}"/>
                    </a:ext>
                  </a:extLst>
                </p:cNvPr>
                <p:cNvSpPr txBox="1"/>
                <p:nvPr/>
              </p:nvSpPr>
              <p:spPr>
                <a:xfrm>
                  <a:off x="4254439" y="1106421"/>
                  <a:ext cx="1792118" cy="2260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Switchable periodicities </a:t>
                  </a:r>
                  <a:r>
                    <a:rPr lang="en-IN" sz="2000" b="0" i="1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P=</a:t>
                  </a:r>
                  <a14:m>
                    <m:oMath xmlns:m="http://schemas.openxmlformats.org/officeDocument/2006/math">
                      <m:r>
                        <a:rPr lang="en-IN" sz="2000" b="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1,</m:t>
                          </m:r>
                        </m:sub>
                      </m:sSub>
                      <m:sSub>
                        <m:sSubPr>
                          <m:ctrlPr>
                            <a:rPr lang="en-I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2,</m:t>
                          </m:r>
                        </m:sub>
                      </m:sSub>
                      <m:r>
                        <a:rPr lang="en-IN" sz="2000" b="0" i="1">
                          <a:latin typeface="Cambria Math" panose="02040503050406030204" pitchFamily="18" charset="0"/>
                        </a:rPr>
                        <m:t>..}</m:t>
                      </m:r>
                    </m:oMath>
                  </a14:m>
                  <a:endParaRPr lang="en-IN" sz="2000" b="0" i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IN" sz="2000" b="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that maintain system stability </a:t>
                  </a:r>
                </a:p>
                <a:p>
                  <a:endParaRPr lang="en-IN" sz="2000" b="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0020567-3EE6-47C5-A0F7-BC16E730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39" y="1106421"/>
                  <a:ext cx="1792118" cy="2260171"/>
                </a:xfrm>
                <a:prstGeom prst="rect">
                  <a:avLst/>
                </a:prstGeom>
                <a:blipFill>
                  <a:blip r:embed="rId7"/>
                  <a:stretch>
                    <a:fillRect l="-2721" t="-1348" r="-340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EF9A4C7-D976-4676-B25D-66DFA456635B}"/>
                </a:ext>
              </a:extLst>
            </p:cNvPr>
            <p:cNvSpPr/>
            <p:nvPr/>
          </p:nvSpPr>
          <p:spPr>
            <a:xfrm>
              <a:off x="8302554" y="1034509"/>
              <a:ext cx="2558953" cy="877749"/>
            </a:xfrm>
            <a:prstGeom prst="roundRect">
              <a:avLst>
                <a:gd name="adj" fmla="val 8095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3ED009-6A86-4CB9-BD6C-728FBE708601}"/>
                </a:ext>
              </a:extLst>
            </p:cNvPr>
            <p:cNvSpPr txBox="1"/>
            <p:nvPr/>
          </p:nvSpPr>
          <p:spPr>
            <a:xfrm>
              <a:off x="8400083" y="1110868"/>
              <a:ext cx="2393540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Attack probability Analysis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DEBF0AB-C874-46CA-B03E-21F84FC56761}"/>
                </a:ext>
              </a:extLst>
            </p:cNvPr>
            <p:cNvSpPr/>
            <p:nvPr/>
          </p:nvSpPr>
          <p:spPr>
            <a:xfrm>
              <a:off x="4218562" y="890153"/>
              <a:ext cx="7021853" cy="2542848"/>
            </a:xfrm>
            <a:prstGeom prst="roundRect">
              <a:avLst>
                <a:gd name="adj" fmla="val 418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BEB573-9385-4790-AB52-170D093E46E2}"/>
                </a:ext>
              </a:extLst>
            </p:cNvPr>
            <p:cNvSpPr txBox="1"/>
            <p:nvPr/>
          </p:nvSpPr>
          <p:spPr>
            <a:xfrm rot="16200000">
              <a:off x="10444083" y="4460101"/>
              <a:ext cx="123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Run Time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1669E65-30BE-4034-899B-EB98AB90914F}"/>
                </a:ext>
              </a:extLst>
            </p:cNvPr>
            <p:cNvSpPr/>
            <p:nvPr/>
          </p:nvSpPr>
          <p:spPr>
            <a:xfrm>
              <a:off x="9166972" y="3649979"/>
              <a:ext cx="1675248" cy="1879845"/>
            </a:xfrm>
            <a:prstGeom prst="roundRect">
              <a:avLst>
                <a:gd name="adj" fmla="val 1573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0FA6D9-721C-4C22-BB75-37391B826053}"/>
                </a:ext>
              </a:extLst>
            </p:cNvPr>
            <p:cNvSpPr txBox="1"/>
            <p:nvPr/>
          </p:nvSpPr>
          <p:spPr>
            <a:xfrm>
              <a:off x="9350182" y="3841304"/>
              <a:ext cx="139937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Deploy Schedule Selection Algorithm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892F1B1-0DD8-4BD9-8DE2-3BA18DAEE9FF}"/>
                </a:ext>
              </a:extLst>
            </p:cNvPr>
            <p:cNvSpPr/>
            <p:nvPr/>
          </p:nvSpPr>
          <p:spPr>
            <a:xfrm>
              <a:off x="6189379" y="983618"/>
              <a:ext cx="1959768" cy="928640"/>
            </a:xfrm>
            <a:prstGeom prst="roundRect">
              <a:avLst>
                <a:gd name="adj" fmla="val 616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3CFFDBB-A2AB-4AD2-BB86-5CD659DDA59C}"/>
                </a:ext>
              </a:extLst>
            </p:cNvPr>
            <p:cNvSpPr/>
            <p:nvPr/>
          </p:nvSpPr>
          <p:spPr>
            <a:xfrm>
              <a:off x="6179734" y="1051566"/>
              <a:ext cx="20273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Secure Sampling period selection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0199679C-AED4-4F93-85F2-C474E95DCFDE}"/>
                </a:ext>
              </a:extLst>
            </p:cNvPr>
            <p:cNvGrpSpPr/>
            <p:nvPr/>
          </p:nvGrpSpPr>
          <p:grpSpPr>
            <a:xfrm>
              <a:off x="6140079" y="2086276"/>
              <a:ext cx="2129694" cy="1142974"/>
              <a:chOff x="2542768" y="5718182"/>
              <a:chExt cx="2129694" cy="1142974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CB1A268-BF3D-4BB7-88F4-1D57E20F9BAA}"/>
                  </a:ext>
                </a:extLst>
              </p:cNvPr>
              <p:cNvSpPr/>
              <p:nvPr/>
            </p:nvSpPr>
            <p:spPr>
              <a:xfrm>
                <a:off x="2552257" y="5718182"/>
                <a:ext cx="2049526" cy="1142974"/>
              </a:xfrm>
              <a:prstGeom prst="roundRect">
                <a:avLst>
                  <a:gd name="adj" fmla="val 75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66FCE4-EAB0-4AB3-9251-EF65A9789E80}"/>
                  </a:ext>
                </a:extLst>
              </p:cNvPr>
              <p:cNvSpPr txBox="1"/>
              <p:nvPr/>
            </p:nvSpPr>
            <p:spPr>
              <a:xfrm>
                <a:off x="2542768" y="5756273"/>
                <a:ext cx="21296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b="0" dirty="0"/>
                  <a:t>All feasible schedules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1CDBDA5-75D1-432A-B57E-03E008BD91AB}"/>
                  </a:ext>
                </a:extLst>
              </p:cNvPr>
              <p:cNvGrpSpPr/>
              <p:nvPr/>
            </p:nvGrpSpPr>
            <p:grpSpPr>
              <a:xfrm>
                <a:off x="2907280" y="6480354"/>
                <a:ext cx="1567532" cy="276271"/>
                <a:chOff x="7244294" y="5219392"/>
                <a:chExt cx="1829591" cy="435507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8DD92CED-C162-4F28-ADD2-C4EB483844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152" y="5382436"/>
                  <a:ext cx="1680388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9FE0B3D-320E-4524-82E9-4CCE1C308471}"/>
                    </a:ext>
                  </a:extLst>
                </p:cNvPr>
                <p:cNvSpPr/>
                <p:nvPr/>
              </p:nvSpPr>
              <p:spPr>
                <a:xfrm>
                  <a:off x="7714043" y="5228656"/>
                  <a:ext cx="274999" cy="1494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27FC3CE-3D41-4031-ABA1-632188625D4D}"/>
                    </a:ext>
                  </a:extLst>
                </p:cNvPr>
                <p:cNvSpPr/>
                <p:nvPr/>
              </p:nvSpPr>
              <p:spPr>
                <a:xfrm>
                  <a:off x="8113715" y="5228656"/>
                  <a:ext cx="275579" cy="145665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37F9211-688F-439C-8479-A49CB7A88C3F}"/>
                    </a:ext>
                  </a:extLst>
                </p:cNvPr>
                <p:cNvSpPr/>
                <p:nvPr/>
              </p:nvSpPr>
              <p:spPr>
                <a:xfrm>
                  <a:off x="7316639" y="5228658"/>
                  <a:ext cx="245203" cy="15310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23CB31B-7296-4DAE-B454-3DDA086A8AD8}"/>
                    </a:ext>
                  </a:extLst>
                </p:cNvPr>
                <p:cNvSpPr/>
                <p:nvPr/>
              </p:nvSpPr>
              <p:spPr>
                <a:xfrm>
                  <a:off x="8513966" y="5219392"/>
                  <a:ext cx="350713" cy="151205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BF5100F5-E8A5-4061-B4F7-FD679701B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44294" y="5654899"/>
                  <a:ext cx="1829591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F230366C-80B0-4105-B983-B0AA6C119E94}"/>
                    </a:ext>
                  </a:extLst>
                </p:cNvPr>
                <p:cNvSpPr/>
                <p:nvPr/>
              </p:nvSpPr>
              <p:spPr>
                <a:xfrm>
                  <a:off x="7337224" y="5502488"/>
                  <a:ext cx="299416" cy="152411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8EC68EB-2361-4614-A05D-6906B85B2638}"/>
                    </a:ext>
                  </a:extLst>
                </p:cNvPr>
                <p:cNvSpPr/>
                <p:nvPr/>
              </p:nvSpPr>
              <p:spPr>
                <a:xfrm>
                  <a:off x="8058149" y="5501798"/>
                  <a:ext cx="300048" cy="153101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5B200022-29B9-44D7-AC56-5D83A9B69B4E}"/>
                    </a:ext>
                  </a:extLst>
                </p:cNvPr>
                <p:cNvSpPr/>
                <p:nvPr/>
              </p:nvSpPr>
              <p:spPr>
                <a:xfrm>
                  <a:off x="7704511" y="5501798"/>
                  <a:ext cx="266975" cy="15241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69A3438-F7E6-4AD1-ABF4-BCDA15BA0238}"/>
                    </a:ext>
                  </a:extLst>
                </p:cNvPr>
                <p:cNvSpPr/>
                <p:nvPr/>
              </p:nvSpPr>
              <p:spPr>
                <a:xfrm>
                  <a:off x="8444859" y="5502488"/>
                  <a:ext cx="443999" cy="151691"/>
                </a:xfrm>
                <a:prstGeom prst="rect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607EA2-5A13-44FD-9A8D-1A2898E834C0}"/>
                </a:ext>
              </a:extLst>
            </p:cNvPr>
            <p:cNvSpPr txBox="1"/>
            <p:nvPr/>
          </p:nvSpPr>
          <p:spPr>
            <a:xfrm>
              <a:off x="1453014" y="3053389"/>
              <a:ext cx="2414074" cy="606096"/>
            </a:xfrm>
            <a:prstGeom prst="roundRect">
              <a:avLst>
                <a:gd name="adj" fmla="val 9728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300"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IN" sz="2000" dirty="0"/>
                <a:t>Detector Threshold (Th)</a:t>
              </a:r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011C398E-3631-4572-98EA-14FED441BAD2}"/>
                </a:ext>
              </a:extLst>
            </p:cNvPr>
            <p:cNvSpPr/>
            <p:nvPr/>
          </p:nvSpPr>
          <p:spPr>
            <a:xfrm>
              <a:off x="8082919" y="1319033"/>
              <a:ext cx="421625" cy="305194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01502C5-F9E2-4095-A882-B3CD35B9E447}"/>
                </a:ext>
              </a:extLst>
            </p:cNvPr>
            <p:cNvSpPr/>
            <p:nvPr/>
          </p:nvSpPr>
          <p:spPr>
            <a:xfrm>
              <a:off x="4218562" y="3535352"/>
              <a:ext cx="7056953" cy="2086920"/>
            </a:xfrm>
            <a:prstGeom prst="roundRect">
              <a:avLst>
                <a:gd name="adj" fmla="val 5639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FD84FA91-4E2E-48B8-8C44-C067B002E44C}"/>
                </a:ext>
              </a:extLst>
            </p:cNvPr>
            <p:cNvSpPr/>
            <p:nvPr/>
          </p:nvSpPr>
          <p:spPr>
            <a:xfrm>
              <a:off x="4000874" y="2251988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88A4942-183E-47A0-8DAD-D2AC5FF83E4B}"/>
                </a:ext>
              </a:extLst>
            </p:cNvPr>
            <p:cNvSpPr/>
            <p:nvPr/>
          </p:nvSpPr>
          <p:spPr>
            <a:xfrm>
              <a:off x="1464996" y="3755066"/>
              <a:ext cx="2414074" cy="575220"/>
            </a:xfrm>
            <a:prstGeom prst="roundRect">
              <a:avLst>
                <a:gd name="adj" fmla="val 19417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Critical Attack Probability</a:t>
              </a:r>
            </a:p>
            <a:p>
              <a:pPr algn="ctr"/>
              <a:r>
                <a:rPr lang="en-IN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B1D9BC1-5F56-4FFF-971A-9E90C7E9C5D0}"/>
                </a:ext>
              </a:extLst>
            </p:cNvPr>
            <p:cNvGrpSpPr/>
            <p:nvPr/>
          </p:nvGrpSpPr>
          <p:grpSpPr>
            <a:xfrm>
              <a:off x="5776275" y="3619061"/>
              <a:ext cx="3325319" cy="762638"/>
              <a:chOff x="1926548" y="5920285"/>
              <a:chExt cx="3325319" cy="762638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D338637-E2A5-486B-9D24-72077E8FACCD}"/>
                  </a:ext>
                </a:extLst>
              </p:cNvPr>
              <p:cNvSpPr/>
              <p:nvPr/>
            </p:nvSpPr>
            <p:spPr>
              <a:xfrm>
                <a:off x="1977114" y="5920285"/>
                <a:ext cx="3224188" cy="762638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CE08C51-C379-4871-A61E-A033A1BDE37B}"/>
                      </a:ext>
                    </a:extLst>
                  </p:cNvPr>
                  <p:cNvSpPr txBox="1"/>
                  <p:nvPr/>
                </p:nvSpPr>
                <p:spPr>
                  <a:xfrm>
                    <a:off x="1926548" y="5967847"/>
                    <a:ext cx="3325319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schedules under critical SVI</a:t>
                    </a:r>
                  </a:p>
                  <a:p>
                    <a:r>
                      <a:rPr lang="en-IN" sz="2000" b="0" dirty="0"/>
                      <a:t>M&lt;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endParaRPr lang="en-IN" sz="2000" b="0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CE08C51-C379-4871-A61E-A033A1BDE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6548" y="5967847"/>
                    <a:ext cx="3325319" cy="70788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4274" b="-1367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28BC42E1-114E-484A-AA9F-E887852EB40E}"/>
                </a:ext>
              </a:extLst>
            </p:cNvPr>
            <p:cNvSpPr/>
            <p:nvPr/>
          </p:nvSpPr>
          <p:spPr>
            <a:xfrm>
              <a:off x="5851673" y="1425679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B88EC1D5-73B7-4E70-AF66-27B601A98C8B}"/>
                </a:ext>
              </a:extLst>
            </p:cNvPr>
            <p:cNvSpPr/>
            <p:nvPr/>
          </p:nvSpPr>
          <p:spPr>
            <a:xfrm rot="5400000">
              <a:off x="7004752" y="1830635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993C52FF-9F05-48BC-8B65-BDF0B6A304C8}"/>
                </a:ext>
              </a:extLst>
            </p:cNvPr>
            <p:cNvSpPr/>
            <p:nvPr/>
          </p:nvSpPr>
          <p:spPr>
            <a:xfrm rot="5400000">
              <a:off x="9467235" y="1878441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22A33EA2-196B-465C-A453-5C9A7858A9BE}"/>
                </a:ext>
              </a:extLst>
            </p:cNvPr>
            <p:cNvSpPr/>
            <p:nvPr/>
          </p:nvSpPr>
          <p:spPr>
            <a:xfrm rot="5400000">
              <a:off x="8301509" y="3298926"/>
              <a:ext cx="491027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C5B2AD6D-88E8-438A-8C5F-DF5B4CFA0A40}"/>
                </a:ext>
              </a:extLst>
            </p:cNvPr>
            <p:cNvSpPr/>
            <p:nvPr/>
          </p:nvSpPr>
          <p:spPr>
            <a:xfrm>
              <a:off x="9203290" y="4503024"/>
              <a:ext cx="329022" cy="244366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8E141FA2-6EB8-462E-8429-05C7A92D0D59}"/>
                </a:ext>
              </a:extLst>
            </p:cNvPr>
            <p:cNvSpPr/>
            <p:nvPr/>
          </p:nvSpPr>
          <p:spPr>
            <a:xfrm>
              <a:off x="1443191" y="2064764"/>
              <a:ext cx="2477751" cy="412525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Criticality Level</a:t>
              </a:r>
            </a:p>
            <a:p>
              <a:pPr algn="ctr"/>
              <a:r>
                <a:rPr lang="en-IN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0FC02058-CB52-44FC-A33F-DF14083811CD}"/>
                </a:ext>
              </a:extLst>
            </p:cNvPr>
            <p:cNvSpPr/>
            <p:nvPr/>
          </p:nvSpPr>
          <p:spPr>
            <a:xfrm>
              <a:off x="1435339" y="2561642"/>
              <a:ext cx="2473389" cy="412525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r>
                <a: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System Specification</a:t>
              </a:r>
            </a:p>
            <a:p>
              <a:pPr algn="ctr"/>
              <a:r>
                <a:rPr lang="en-IN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            </a:t>
              </a:r>
              <a:endParaRPr lang="en-I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0B88660D-4FC6-4A99-B1AE-97931ADC0B03}"/>
                </a:ext>
              </a:extLst>
            </p:cNvPr>
            <p:cNvGrpSpPr/>
            <p:nvPr/>
          </p:nvGrpSpPr>
          <p:grpSpPr>
            <a:xfrm>
              <a:off x="4242138" y="3620709"/>
              <a:ext cx="1539993" cy="1847960"/>
              <a:chOff x="-548083" y="4630196"/>
              <a:chExt cx="1539993" cy="1847960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69CD093-E34F-4C08-8B9D-236C92756066}"/>
                  </a:ext>
                </a:extLst>
              </p:cNvPr>
              <p:cNvSpPr/>
              <p:nvPr/>
            </p:nvSpPr>
            <p:spPr>
              <a:xfrm>
                <a:off x="-481119" y="4630196"/>
                <a:ext cx="1418154" cy="1847960"/>
              </a:xfrm>
              <a:prstGeom prst="roundRect">
                <a:avLst>
                  <a:gd name="adj" fmla="val 881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C11FAB96-1BC3-4CD8-89ED-9737502C57AC}"/>
                      </a:ext>
                    </a:extLst>
                  </p:cNvPr>
                  <p:cNvSpPr txBox="1"/>
                  <p:nvPr/>
                </p:nvSpPr>
                <p:spPr>
                  <a:xfrm>
                    <a:off x="-548083" y="4663189"/>
                    <a:ext cx="1539993" cy="645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𝑠𝑡𝑎𝑡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IN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𝑟𝑒𝑠𝑖𝑑𝑢𝑒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C11FAB96-1BC3-4CD8-89ED-9737502C57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48083" y="4663189"/>
                    <a:ext cx="1539993" cy="64549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5A843FFB-D929-4CDD-8993-A9C480144774}"/>
                </a:ext>
              </a:extLst>
            </p:cNvPr>
            <p:cNvGrpSpPr/>
            <p:nvPr/>
          </p:nvGrpSpPr>
          <p:grpSpPr>
            <a:xfrm>
              <a:off x="5833756" y="4434295"/>
              <a:ext cx="3251498" cy="1115734"/>
              <a:chOff x="1463022" y="5651476"/>
              <a:chExt cx="3251498" cy="1115734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2BBF3F0-A484-44D3-B2F4-77BFEEC2EC76}"/>
                  </a:ext>
                </a:extLst>
              </p:cNvPr>
              <p:cNvSpPr/>
              <p:nvPr/>
            </p:nvSpPr>
            <p:spPr>
              <a:xfrm>
                <a:off x="1490332" y="5671553"/>
                <a:ext cx="3224188" cy="1095657"/>
              </a:xfrm>
              <a:prstGeom prst="roundRect">
                <a:avLst>
                  <a:gd name="adj" fmla="val 1502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775AA208-6325-465E-8069-A0758C1AE1C9}"/>
                      </a:ext>
                    </a:extLst>
                  </p:cNvPr>
                  <p:cNvSpPr txBox="1"/>
                  <p:nvPr/>
                </p:nvSpPr>
                <p:spPr>
                  <a:xfrm>
                    <a:off x="1463022" y="5651476"/>
                    <a:ext cx="3224187" cy="104201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algn="ctr">
                      <a:defRPr b="1">
                        <a:latin typeface="Cambria Math" panose="02040503050406030204" pitchFamily="18" charset="0"/>
                        <a:ea typeface="Cambria Math" panose="02040503050406030204" pitchFamily="18" charset="0"/>
                      </a:defRPr>
                    </a:lvl1pPr>
                  </a:lstStyle>
                  <a:p>
                    <a:r>
                      <a:rPr lang="en-IN" sz="2000" b="0" dirty="0"/>
                      <a:t>schedules under critical attack probability P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  <m:d>
                          <m:dPr>
                            <m:ctrlPr>
                              <a:rPr lang="en-IN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0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a14:m>
                    <a:endParaRPr lang="en-IN" sz="2000" b="0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775AA208-6325-465E-8069-A0758C1AE1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3022" y="5651476"/>
                    <a:ext cx="3224187" cy="104201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92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008AF07-3373-47E8-9C43-22C17433E808}"/>
                </a:ext>
              </a:extLst>
            </p:cNvPr>
            <p:cNvGrpSpPr/>
            <p:nvPr/>
          </p:nvGrpSpPr>
          <p:grpSpPr>
            <a:xfrm>
              <a:off x="4600397" y="4957352"/>
              <a:ext cx="885020" cy="400110"/>
              <a:chOff x="1159448" y="663869"/>
              <a:chExt cx="885020" cy="400110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362617C6-A7E5-4B8E-B0D3-84831CD18F62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8576B86-F2EA-4EFA-A693-194929F17680}"/>
                  </a:ext>
                </a:extLst>
              </p:cNvPr>
              <p:cNvSpPr txBox="1"/>
              <p:nvPr/>
            </p:nvSpPr>
            <p:spPr>
              <a:xfrm>
                <a:off x="1159448" y="663869"/>
                <a:ext cx="8850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Yes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20D1C62-E5AD-46EA-AEC4-5BC6B674D694}"/>
                </a:ext>
              </a:extLst>
            </p:cNvPr>
            <p:cNvGrpSpPr/>
            <p:nvPr/>
          </p:nvGrpSpPr>
          <p:grpSpPr>
            <a:xfrm>
              <a:off x="4623373" y="4460101"/>
              <a:ext cx="885020" cy="400110"/>
              <a:chOff x="1159448" y="657834"/>
              <a:chExt cx="885020" cy="400110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9F5807EB-EB07-46F1-97EB-8F0CA141DF7A}"/>
                  </a:ext>
                </a:extLst>
              </p:cNvPr>
              <p:cNvSpPr/>
              <p:nvPr/>
            </p:nvSpPr>
            <p:spPr>
              <a:xfrm>
                <a:off x="1348193" y="692141"/>
                <a:ext cx="507530" cy="30156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0C8946-D226-4FF9-ADD9-88A303F99B1D}"/>
                  </a:ext>
                </a:extLst>
              </p:cNvPr>
              <p:cNvSpPr txBox="1"/>
              <p:nvPr/>
            </p:nvSpPr>
            <p:spPr>
              <a:xfrm>
                <a:off x="1159448" y="657834"/>
                <a:ext cx="8850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b="0" dirty="0"/>
                  <a:t>No</a:t>
                </a:r>
              </a:p>
            </p:txBody>
          </p:sp>
        </p:grp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57CA45FA-CEDF-4529-9F22-EEE0A4D8B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223" y="4289745"/>
              <a:ext cx="517845" cy="35102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140EF75E-4AD7-467B-98B9-6CBE7FFDDE47}"/>
                </a:ext>
              </a:extLst>
            </p:cNvPr>
            <p:cNvCxnSpPr>
              <a:cxnSpLocks/>
              <a:endCxn id="141" idx="1"/>
            </p:cNvCxnSpPr>
            <p:nvPr/>
          </p:nvCxnSpPr>
          <p:spPr>
            <a:xfrm flipV="1">
              <a:off x="5289678" y="4955304"/>
              <a:ext cx="544078" cy="168642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00933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A9A4737-8DE9-40ED-816C-065E952FC138}"/>
              </a:ext>
            </a:extLst>
          </p:cNvPr>
          <p:cNvSpPr/>
          <p:nvPr/>
        </p:nvSpPr>
        <p:spPr>
          <a:xfrm>
            <a:off x="8663301" y="947148"/>
            <a:ext cx="936063" cy="3553200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340D58E-92E0-40E7-B0D7-2AE2FB3E5DFE}"/>
              </a:ext>
            </a:extLst>
          </p:cNvPr>
          <p:cNvGrpSpPr/>
          <p:nvPr/>
        </p:nvGrpSpPr>
        <p:grpSpPr>
          <a:xfrm>
            <a:off x="2467300" y="947147"/>
            <a:ext cx="4154213" cy="2950529"/>
            <a:chOff x="2467300" y="947147"/>
            <a:chExt cx="4154213" cy="295052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D11B7C1-60EF-43FF-B656-019A032BC90B}"/>
                </a:ext>
              </a:extLst>
            </p:cNvPr>
            <p:cNvSpPr/>
            <p:nvPr/>
          </p:nvSpPr>
          <p:spPr>
            <a:xfrm>
              <a:off x="2467300" y="1217982"/>
              <a:ext cx="4154213" cy="894867"/>
            </a:xfrm>
            <a:prstGeom prst="roundRect">
              <a:avLst>
                <a:gd name="adj" fmla="val 884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834F79C-7111-46BF-AB03-4BCDE9A9A735}"/>
                </a:ext>
              </a:extLst>
            </p:cNvPr>
            <p:cNvSpPr/>
            <p:nvPr/>
          </p:nvSpPr>
          <p:spPr>
            <a:xfrm>
              <a:off x="2467300" y="2730732"/>
              <a:ext cx="4154213" cy="894867"/>
            </a:xfrm>
            <a:prstGeom prst="roundRect">
              <a:avLst>
                <a:gd name="adj" fmla="val 860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C6386A4-6A37-4581-95C7-258D5E007B3B}"/>
                </a:ext>
              </a:extLst>
            </p:cNvPr>
            <p:cNvGrpSpPr/>
            <p:nvPr/>
          </p:nvGrpSpPr>
          <p:grpSpPr>
            <a:xfrm>
              <a:off x="2569731" y="3160188"/>
              <a:ext cx="4051779" cy="406885"/>
              <a:chOff x="1106838" y="1559265"/>
              <a:chExt cx="5767045" cy="35962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121647-08E7-457D-B71C-60AE5B94B59A}"/>
                  </a:ext>
                </a:extLst>
              </p:cNvPr>
              <p:cNvSpPr/>
              <p:nvPr/>
            </p:nvSpPr>
            <p:spPr>
              <a:xfrm>
                <a:off x="5135517" y="1561073"/>
                <a:ext cx="1321542" cy="34937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5391F3-7CBC-42FA-82E8-1962A43E13D8}"/>
                  </a:ext>
                </a:extLst>
              </p:cNvPr>
              <p:cNvSpPr/>
              <p:nvPr/>
            </p:nvSpPr>
            <p:spPr>
              <a:xfrm>
                <a:off x="3773797" y="1559265"/>
                <a:ext cx="1361723" cy="355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571478-CA6B-482B-8BC7-07EA4B4CCB00}"/>
                  </a:ext>
                </a:extLst>
              </p:cNvPr>
              <p:cNvSpPr/>
              <p:nvPr/>
            </p:nvSpPr>
            <p:spPr>
              <a:xfrm>
                <a:off x="1108728" y="1559265"/>
                <a:ext cx="1321815" cy="3596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CF68EAF-599B-488D-99A9-BC1181FCC7EA}"/>
                  </a:ext>
                </a:extLst>
              </p:cNvPr>
              <p:cNvSpPr/>
              <p:nvPr/>
            </p:nvSpPr>
            <p:spPr>
              <a:xfrm>
                <a:off x="2439173" y="1559265"/>
                <a:ext cx="1321815" cy="3550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41934DE-90A6-4661-B785-8A812D983420}"/>
                      </a:ext>
                    </a:extLst>
                  </p:cNvPr>
                  <p:cNvSpPr txBox="1"/>
                  <p:nvPr/>
                </p:nvSpPr>
                <p:spPr>
                  <a:xfrm>
                    <a:off x="5314115" y="1617827"/>
                    <a:ext cx="911977" cy="22125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41934DE-90A6-4661-B785-8A812D9834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4115" y="1617827"/>
                    <a:ext cx="911977" cy="2212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E344B27-37C8-4E68-8E57-F8277183779A}"/>
                      </a:ext>
                    </a:extLst>
                  </p:cNvPr>
                  <p:cNvSpPr txBox="1"/>
                  <p:nvPr/>
                </p:nvSpPr>
                <p:spPr>
                  <a:xfrm>
                    <a:off x="1312704" y="1606909"/>
                    <a:ext cx="911977" cy="2197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E344B27-37C8-4E68-8E57-F827718377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2704" y="1606909"/>
                    <a:ext cx="911977" cy="2197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1656D4-262A-4EC1-8BBE-742DCB2A647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9688" y="1618960"/>
                    <a:ext cx="911977" cy="22011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1656D4-262A-4EC1-8BBE-742DCB2A64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9688" y="1618960"/>
                    <a:ext cx="911977" cy="22011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C455122-19A1-4B24-9633-86AFE7846B26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846" y="1618903"/>
                    <a:ext cx="911977" cy="2201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IN" sz="16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C455122-19A1-4B24-9633-86AFE7846B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3846" y="1618903"/>
                    <a:ext cx="911977" cy="22017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944B3BC-BE27-4EFD-B66D-0FAF8C00D2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6838" y="1915284"/>
                <a:ext cx="5767045" cy="2362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E76425F-E770-4F4B-94E8-BB0D471392BF}"/>
                </a:ext>
              </a:extLst>
            </p:cNvPr>
            <p:cNvSpPr/>
            <p:nvPr/>
          </p:nvSpPr>
          <p:spPr>
            <a:xfrm>
              <a:off x="5767783" y="1640909"/>
              <a:ext cx="398610" cy="3952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4863F16-1C27-49F9-A41F-1D9656D72FEA}"/>
                </a:ext>
              </a:extLst>
            </p:cNvPr>
            <p:cNvSpPr/>
            <p:nvPr/>
          </p:nvSpPr>
          <p:spPr>
            <a:xfrm>
              <a:off x="4289226" y="1638864"/>
              <a:ext cx="372675" cy="40168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746BD9-382F-491D-958A-8F7C2C21813F}"/>
                </a:ext>
              </a:extLst>
            </p:cNvPr>
            <p:cNvSpPr/>
            <p:nvPr/>
          </p:nvSpPr>
          <p:spPr>
            <a:xfrm>
              <a:off x="2548491" y="1638864"/>
              <a:ext cx="542039" cy="4068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370206-887B-43B2-854B-CDC8F7EC484B}"/>
                </a:ext>
              </a:extLst>
            </p:cNvPr>
            <p:cNvSpPr/>
            <p:nvPr/>
          </p:nvSpPr>
          <p:spPr>
            <a:xfrm>
              <a:off x="3860037" y="1637799"/>
              <a:ext cx="429189" cy="4085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5E61F5B-94DC-433A-A0A2-B0E61EDD2063}"/>
                </a:ext>
              </a:extLst>
            </p:cNvPr>
            <p:cNvGrpSpPr/>
            <p:nvPr/>
          </p:nvGrpSpPr>
          <p:grpSpPr>
            <a:xfrm>
              <a:off x="2633921" y="2309817"/>
              <a:ext cx="3878265" cy="324950"/>
              <a:chOff x="1764899" y="4337361"/>
              <a:chExt cx="2098675" cy="32495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981A49D-BF31-4836-BDA1-3DB67F883DA2}"/>
                  </a:ext>
                </a:extLst>
              </p:cNvPr>
              <p:cNvSpPr/>
              <p:nvPr/>
            </p:nvSpPr>
            <p:spPr>
              <a:xfrm>
                <a:off x="1764899" y="4341795"/>
                <a:ext cx="2098675" cy="32051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C174C6F-A593-4845-8B22-3DD8FF02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7181" y="4339578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D57DBAC-D9A0-4EB2-958C-1A6034C07E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9527" y="4339578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43D8C24-5B17-41EC-8C1F-716AFFCC34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5554" y="4339578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A7124ED-A9A0-4663-A2F7-766C840BE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046" y="4337361"/>
                <a:ext cx="0" cy="32273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F2C5C01-FBB8-41F3-8436-B702C169F8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4525" y="4339578"/>
                <a:ext cx="0" cy="32051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1195961-E3F6-4DC6-8DE2-588E5C620C37}"/>
                </a:ext>
              </a:extLst>
            </p:cNvPr>
            <p:cNvCxnSpPr>
              <a:cxnSpLocks/>
            </p:cNvCxnSpPr>
            <p:nvPr/>
          </p:nvCxnSpPr>
          <p:spPr>
            <a:xfrm>
              <a:off x="3169834" y="2312034"/>
              <a:ext cx="0" cy="3205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4D8EB9B-FB10-48E2-AD5F-D09C77F9D783}"/>
                </a:ext>
              </a:extLst>
            </p:cNvPr>
            <p:cNvCxnSpPr>
              <a:cxnSpLocks/>
            </p:cNvCxnSpPr>
            <p:nvPr/>
          </p:nvCxnSpPr>
          <p:spPr>
            <a:xfrm>
              <a:off x="3611780" y="2312034"/>
              <a:ext cx="0" cy="3205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339C1A0-4743-4ABC-93E9-7C80689CA1AD}"/>
                </a:ext>
              </a:extLst>
            </p:cNvPr>
            <p:cNvCxnSpPr>
              <a:cxnSpLocks/>
            </p:cNvCxnSpPr>
            <p:nvPr/>
          </p:nvCxnSpPr>
          <p:spPr>
            <a:xfrm>
              <a:off x="4018845" y="2312034"/>
              <a:ext cx="0" cy="3205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D44CF86-0A1B-4FF1-A9D8-F2F4D043653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309817"/>
              <a:ext cx="0" cy="32273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0A2BEF-B210-4C75-9DF2-E539B2390CE3}"/>
                </a:ext>
              </a:extLst>
            </p:cNvPr>
            <p:cNvSpPr/>
            <p:nvPr/>
          </p:nvSpPr>
          <p:spPr>
            <a:xfrm>
              <a:off x="3090530" y="1636646"/>
              <a:ext cx="769507" cy="40974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27E0AAD-ACB7-45A8-AA88-1D9DB03F22E1}"/>
                </a:ext>
              </a:extLst>
            </p:cNvPr>
            <p:cNvSpPr/>
            <p:nvPr/>
          </p:nvSpPr>
          <p:spPr>
            <a:xfrm>
              <a:off x="4673071" y="1638864"/>
              <a:ext cx="1094712" cy="4041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7320E9-3B56-4D72-82D0-E800E5186143}"/>
                </a:ext>
              </a:extLst>
            </p:cNvPr>
            <p:cNvSpPr txBox="1"/>
            <p:nvPr/>
          </p:nvSpPr>
          <p:spPr>
            <a:xfrm>
              <a:off x="2472123" y="1179336"/>
              <a:ext cx="1240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Core-1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665E842-E415-495F-9217-B29EDD436CE0}"/>
                </a:ext>
              </a:extLst>
            </p:cNvPr>
            <p:cNvSpPr txBox="1"/>
            <p:nvPr/>
          </p:nvSpPr>
          <p:spPr>
            <a:xfrm>
              <a:off x="3732539" y="2727669"/>
              <a:ext cx="1240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Core-2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21D1071-64C8-4FF8-9C4F-DA2A2803D052}"/>
                </a:ext>
              </a:extLst>
            </p:cNvPr>
            <p:cNvSpPr txBox="1"/>
            <p:nvPr/>
          </p:nvSpPr>
          <p:spPr>
            <a:xfrm>
              <a:off x="4435702" y="2320594"/>
              <a:ext cx="12409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Data Buffer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DBEF5A0-0ABA-46B8-8C7A-13CE1CCD4814}"/>
                </a:ext>
              </a:extLst>
            </p:cNvPr>
            <p:cNvSpPr/>
            <p:nvPr/>
          </p:nvSpPr>
          <p:spPr>
            <a:xfrm>
              <a:off x="6166389" y="1638864"/>
              <a:ext cx="238496" cy="4041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BB37741-11E2-4690-9128-975CE6498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7163" y="2041667"/>
              <a:ext cx="4051779" cy="2672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CBB910C4-1A06-46D6-83D8-172D478E53A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rot="5400000" flipH="1" flipV="1">
              <a:off x="2914720" y="2771728"/>
              <a:ext cx="509137" cy="267785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69465AC1-8C34-428D-BEAF-0E35E5D3A5C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40697" y="2698546"/>
              <a:ext cx="522915" cy="40831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31C4E24-296B-4935-AE8B-F16CF4E4EB02}"/>
                </a:ext>
              </a:extLst>
            </p:cNvPr>
            <p:cNvCxnSpPr>
              <a:cxnSpLocks/>
            </p:cNvCxnSpPr>
            <p:nvPr/>
          </p:nvCxnSpPr>
          <p:spPr>
            <a:xfrm>
              <a:off x="5443707" y="2316468"/>
              <a:ext cx="0" cy="32273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Connector: Elbow 88">
              <a:extLst>
                <a:ext uri="{FF2B5EF4-FFF2-40B4-BE49-F238E27FC236}">
                  <a16:creationId xmlns:a16="http://schemas.microsoft.com/office/drawing/2014/main" id="{EF3C570F-12E9-46BC-A3F4-62A86F1E2690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rot="16200000" flipV="1">
              <a:off x="5483347" y="2781161"/>
              <a:ext cx="508159" cy="25398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DACB4FD-AF1E-47D1-88FB-6530546084CA}"/>
                </a:ext>
              </a:extLst>
            </p:cNvPr>
            <p:cNvSpPr/>
            <p:nvPr/>
          </p:nvSpPr>
          <p:spPr>
            <a:xfrm>
              <a:off x="3188116" y="2316468"/>
              <a:ext cx="185315" cy="31190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574EF-157D-456C-A60E-8C6FD97DFFF1}"/>
                </a:ext>
              </a:extLst>
            </p:cNvPr>
            <p:cNvSpPr/>
            <p:nvPr/>
          </p:nvSpPr>
          <p:spPr>
            <a:xfrm>
              <a:off x="5459610" y="2320827"/>
              <a:ext cx="185315" cy="31190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E5B6E495-C8CD-4B5A-B500-D41B0DD301BC}"/>
                </a:ext>
              </a:extLst>
            </p:cNvPr>
            <p:cNvCxnSpPr>
              <a:cxnSpLocks/>
              <a:stCxn id="92" idx="0"/>
              <a:endCxn id="42" idx="2"/>
            </p:cNvCxnSpPr>
            <p:nvPr/>
          </p:nvCxnSpPr>
          <p:spPr>
            <a:xfrm rot="5400000" flipH="1" flipV="1">
              <a:off x="3542663" y="1784499"/>
              <a:ext cx="270080" cy="793858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: Elbow 98">
              <a:extLst>
                <a:ext uri="{FF2B5EF4-FFF2-40B4-BE49-F238E27FC236}">
                  <a16:creationId xmlns:a16="http://schemas.microsoft.com/office/drawing/2014/main" id="{A2FD9C9D-CCB0-4920-BE50-D490525EC78F}"/>
                </a:ext>
              </a:extLst>
            </p:cNvPr>
            <p:cNvCxnSpPr>
              <a:cxnSpLocks/>
              <a:stCxn id="93" idx="0"/>
              <a:endCxn id="39" idx="2"/>
            </p:cNvCxnSpPr>
            <p:nvPr/>
          </p:nvCxnSpPr>
          <p:spPr>
            <a:xfrm rot="5400000" flipH="1" flipV="1">
              <a:off x="5617361" y="1971100"/>
              <a:ext cx="284635" cy="41482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FD85F44-CCD6-4FD8-B214-7B1B34E2E7E2}"/>
                </a:ext>
              </a:extLst>
            </p:cNvPr>
            <p:cNvSpPr txBox="1"/>
            <p:nvPr/>
          </p:nvSpPr>
          <p:spPr>
            <a:xfrm>
              <a:off x="3861041" y="1665220"/>
              <a:ext cx="474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Tx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DD489FD-55A8-4CDF-A349-7E40A4658491}"/>
                </a:ext>
              </a:extLst>
            </p:cNvPr>
            <p:cNvSpPr txBox="1"/>
            <p:nvPr/>
          </p:nvSpPr>
          <p:spPr>
            <a:xfrm>
              <a:off x="5767783" y="1687985"/>
              <a:ext cx="474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dirty="0"/>
                <a:t>Tx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042B421-BAC6-4A05-AA1E-469C512930C0}"/>
                </a:ext>
              </a:extLst>
            </p:cNvPr>
            <p:cNvSpPr/>
            <p:nvPr/>
          </p:nvSpPr>
          <p:spPr>
            <a:xfrm>
              <a:off x="3519888" y="947147"/>
              <a:ext cx="936063" cy="2950529"/>
            </a:xfrm>
            <a:prstGeom prst="roundRect">
              <a:avLst/>
            </a:prstGeom>
            <a:solidFill>
              <a:srgbClr val="FF0000">
                <a:alpha val="1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EEBC52B7-A5A9-41D0-A4E6-8F96DDB83F15}"/>
                </a:ext>
              </a:extLst>
            </p:cNvPr>
            <p:cNvSpPr/>
            <p:nvPr/>
          </p:nvSpPr>
          <p:spPr>
            <a:xfrm>
              <a:off x="5416719" y="1001513"/>
              <a:ext cx="936063" cy="2890819"/>
            </a:xfrm>
            <a:prstGeom prst="roundRect">
              <a:avLst/>
            </a:prstGeom>
            <a:solidFill>
              <a:srgbClr val="FF0000">
                <a:alpha val="1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183220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A03C3D6-33E1-46D6-A540-D7771850BF5F}"/>
              </a:ext>
            </a:extLst>
          </p:cNvPr>
          <p:cNvSpPr/>
          <p:nvPr/>
        </p:nvSpPr>
        <p:spPr>
          <a:xfrm>
            <a:off x="2964288" y="4657482"/>
            <a:ext cx="2509929" cy="764646"/>
          </a:xfrm>
          <a:prstGeom prst="roundRect">
            <a:avLst>
              <a:gd name="adj" fmla="val 5375"/>
            </a:avLst>
          </a:prstGeom>
          <a:solidFill>
            <a:srgbClr val="FAF7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7D74EE74-6E3D-4C67-BB8F-D6B496D1D367}"/>
              </a:ext>
            </a:extLst>
          </p:cNvPr>
          <p:cNvSpPr/>
          <p:nvPr/>
        </p:nvSpPr>
        <p:spPr>
          <a:xfrm flipH="1">
            <a:off x="1772127" y="2948482"/>
            <a:ext cx="3819094" cy="8498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7A10EF7-EF93-4CC8-B4A2-1757ABE7ECF4}"/>
              </a:ext>
            </a:extLst>
          </p:cNvPr>
          <p:cNvSpPr/>
          <p:nvPr/>
        </p:nvSpPr>
        <p:spPr>
          <a:xfrm flipH="1">
            <a:off x="1772129" y="2066651"/>
            <a:ext cx="3819093" cy="881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06689A9-D9AB-431A-9338-661B0791D2EB}"/>
              </a:ext>
            </a:extLst>
          </p:cNvPr>
          <p:cNvSpPr/>
          <p:nvPr/>
        </p:nvSpPr>
        <p:spPr>
          <a:xfrm flipH="1">
            <a:off x="1772132" y="1224875"/>
            <a:ext cx="3819093" cy="8520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DF86F2-FB6E-4124-A1E5-D34A7FE86692}"/>
              </a:ext>
            </a:extLst>
          </p:cNvPr>
          <p:cNvSpPr/>
          <p:nvPr/>
        </p:nvSpPr>
        <p:spPr>
          <a:xfrm>
            <a:off x="5781599" y="2066652"/>
            <a:ext cx="3760465" cy="25777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5BF52D8-1197-4882-9BD2-C4B700D36834}"/>
              </a:ext>
            </a:extLst>
          </p:cNvPr>
          <p:cNvSpPr/>
          <p:nvPr/>
        </p:nvSpPr>
        <p:spPr>
          <a:xfrm>
            <a:off x="5781600" y="1169654"/>
            <a:ext cx="3768967" cy="9066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7D47F8-80D4-4FD2-AA33-59C10C58498B}"/>
              </a:ext>
            </a:extLst>
          </p:cNvPr>
          <p:cNvGraphicFramePr>
            <a:graphicFrameLocks noGrp="1"/>
          </p:cNvGraphicFramePr>
          <p:nvPr/>
        </p:nvGraphicFramePr>
        <p:xfrm>
          <a:off x="2771610" y="1216793"/>
          <a:ext cx="2824812" cy="301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80BAFA0D-D6FE-488F-A7E3-5DDA1CE6CB00}"/>
              </a:ext>
            </a:extLst>
          </p:cNvPr>
          <p:cNvSpPr txBox="1"/>
          <p:nvPr/>
        </p:nvSpPr>
        <p:spPr>
          <a:xfrm>
            <a:off x="2236520" y="1367062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26302D-1F7A-450A-831A-174E84B21EB2}"/>
              </a:ext>
            </a:extLst>
          </p:cNvPr>
          <p:cNvSpPr txBox="1"/>
          <p:nvPr/>
        </p:nvSpPr>
        <p:spPr>
          <a:xfrm rot="16200000">
            <a:off x="5605839" y="1353643"/>
            <a:ext cx="806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D8403D-08E2-47B3-930D-EF27FB172538}"/>
              </a:ext>
            </a:extLst>
          </p:cNvPr>
          <p:cNvSpPr txBox="1"/>
          <p:nvPr/>
        </p:nvSpPr>
        <p:spPr>
          <a:xfrm rot="16200000">
            <a:off x="1346128" y="1164333"/>
            <a:ext cx="12828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EC6DB11-3C68-40C7-9D5B-1A718D27F25D}"/>
              </a:ext>
            </a:extLst>
          </p:cNvPr>
          <p:cNvSpPr txBox="1"/>
          <p:nvPr/>
        </p:nvSpPr>
        <p:spPr>
          <a:xfrm>
            <a:off x="2794874" y="3855336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EC3D2D7-7D81-468C-BE66-9D643F4DB2B6}"/>
              </a:ext>
            </a:extLst>
          </p:cNvPr>
          <p:cNvSpPr txBox="1"/>
          <p:nvPr/>
        </p:nvSpPr>
        <p:spPr>
          <a:xfrm>
            <a:off x="3039002" y="624904"/>
            <a:ext cx="218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is 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96B0DEF-7E98-416C-858E-3523A4DE1125}"/>
              </a:ext>
            </a:extLst>
          </p:cNvPr>
          <p:cNvSpPr txBox="1"/>
          <p:nvPr/>
        </p:nvSpPr>
        <p:spPr>
          <a:xfrm>
            <a:off x="5892985" y="595431"/>
            <a:ext cx="384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Victim task sampling period switched to 3 from 2 after one hyperperiod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7D2178-280A-4B6C-AC57-B1A4A121B5AD}"/>
              </a:ext>
            </a:extLst>
          </p:cNvPr>
          <p:cNvSpPr txBox="1"/>
          <p:nvPr/>
        </p:nvSpPr>
        <p:spPr>
          <a:xfrm>
            <a:off x="12367877" y="3465052"/>
            <a:ext cx="213573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Observations: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1: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Attacker uses finds out that victim periodically arrives at first slot (</a:t>
            </a:r>
            <a:r>
              <a:rPr lang="en-US" sz="1500" i="1" dirty="0">
                <a:latin typeface="Cambria" panose="02040503050406030204" pitchFamily="18" charset="0"/>
                <a:ea typeface="Cambria" panose="02040503050406030204" pitchFamily="18" charset="0"/>
              </a:rPr>
              <a:t>since attacker does not execute there even once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Case 2: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Since the attacker task executes at both the columns, it confuses the attacker</a:t>
            </a: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0D7AB24F-82C4-4D58-B428-A3049F6956FE}"/>
              </a:ext>
            </a:extLst>
          </p:cNvPr>
          <p:cNvGraphicFramePr>
            <a:graphicFrameLocks noGrp="1"/>
          </p:cNvGraphicFramePr>
          <p:nvPr/>
        </p:nvGraphicFramePr>
        <p:xfrm>
          <a:off x="2763638" y="4193890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80F5F7C-4AF7-4737-9D35-7F9EBC52040B}"/>
              </a:ext>
            </a:extLst>
          </p:cNvPr>
          <p:cNvCxnSpPr>
            <a:cxnSpLocks/>
          </p:cNvCxnSpPr>
          <p:nvPr/>
        </p:nvCxnSpPr>
        <p:spPr>
          <a:xfrm>
            <a:off x="4180979" y="147099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C09265E-BAA8-4806-A3AF-6885637772F0}"/>
              </a:ext>
            </a:extLst>
          </p:cNvPr>
          <p:cNvCxnSpPr>
            <a:cxnSpLocks/>
          </p:cNvCxnSpPr>
          <p:nvPr/>
        </p:nvCxnSpPr>
        <p:spPr>
          <a:xfrm>
            <a:off x="4180979" y="190529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32B39D1-C8B7-4189-AE9A-775512E2ACDC}"/>
              </a:ext>
            </a:extLst>
          </p:cNvPr>
          <p:cNvCxnSpPr>
            <a:cxnSpLocks/>
          </p:cNvCxnSpPr>
          <p:nvPr/>
        </p:nvCxnSpPr>
        <p:spPr>
          <a:xfrm>
            <a:off x="4180979" y="2334227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9E42773-534D-4DC5-9FCC-C05A9A7C22AA}"/>
              </a:ext>
            </a:extLst>
          </p:cNvPr>
          <p:cNvCxnSpPr>
            <a:cxnSpLocks/>
          </p:cNvCxnSpPr>
          <p:nvPr/>
        </p:nvCxnSpPr>
        <p:spPr>
          <a:xfrm>
            <a:off x="4180979" y="2770160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6C1BE2E-305E-4614-B8AB-12C96A0D8B48}"/>
              </a:ext>
            </a:extLst>
          </p:cNvPr>
          <p:cNvCxnSpPr>
            <a:cxnSpLocks/>
          </p:cNvCxnSpPr>
          <p:nvPr/>
        </p:nvCxnSpPr>
        <p:spPr>
          <a:xfrm>
            <a:off x="4180979" y="362285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094658A-848B-497A-A1B6-0DB4C9391355}"/>
              </a:ext>
            </a:extLst>
          </p:cNvPr>
          <p:cNvCxnSpPr>
            <a:cxnSpLocks/>
          </p:cNvCxnSpPr>
          <p:nvPr/>
        </p:nvCxnSpPr>
        <p:spPr>
          <a:xfrm>
            <a:off x="4180979" y="318983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10DAF12C-125C-4B66-92EA-352B982134DF}"/>
              </a:ext>
            </a:extLst>
          </p:cNvPr>
          <p:cNvSpPr txBox="1"/>
          <p:nvPr/>
        </p:nvSpPr>
        <p:spPr>
          <a:xfrm>
            <a:off x="2226240" y="177321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51FD609-90D0-4FEB-9F15-35CEEE966D26}"/>
              </a:ext>
            </a:extLst>
          </p:cNvPr>
          <p:cNvSpPr txBox="1"/>
          <p:nvPr/>
        </p:nvSpPr>
        <p:spPr>
          <a:xfrm>
            <a:off x="2212376" y="224446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D19A91F-2CE2-441C-AA0E-4FA314288C1D}"/>
              </a:ext>
            </a:extLst>
          </p:cNvPr>
          <p:cNvSpPr txBox="1"/>
          <p:nvPr/>
        </p:nvSpPr>
        <p:spPr>
          <a:xfrm>
            <a:off x="2223137" y="26530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9D5CE8A-FD19-4B56-8C5F-51ED5A5B98B4}"/>
              </a:ext>
            </a:extLst>
          </p:cNvPr>
          <p:cNvSpPr txBox="1"/>
          <p:nvPr/>
        </p:nvSpPr>
        <p:spPr>
          <a:xfrm>
            <a:off x="2207375" y="3118618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8C905D0-6102-4114-A142-2792A3A28051}"/>
              </a:ext>
            </a:extLst>
          </p:cNvPr>
          <p:cNvSpPr txBox="1"/>
          <p:nvPr/>
        </p:nvSpPr>
        <p:spPr>
          <a:xfrm>
            <a:off x="2174905" y="3491863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93290F-1A5A-4238-9602-B83243BB6732}"/>
              </a:ext>
            </a:extLst>
          </p:cNvPr>
          <p:cNvSpPr/>
          <p:nvPr/>
        </p:nvSpPr>
        <p:spPr>
          <a:xfrm>
            <a:off x="4188124" y="1776050"/>
            <a:ext cx="1407767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DD89016-A435-4353-BFF4-AF1E6CDA9CAF}"/>
              </a:ext>
            </a:extLst>
          </p:cNvPr>
          <p:cNvSpPr/>
          <p:nvPr/>
        </p:nvSpPr>
        <p:spPr>
          <a:xfrm>
            <a:off x="4167223" y="2637174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0851DB5-E546-4D50-9B66-A94D52B0FAD8}"/>
              </a:ext>
            </a:extLst>
          </p:cNvPr>
          <p:cNvSpPr/>
          <p:nvPr/>
        </p:nvSpPr>
        <p:spPr>
          <a:xfrm>
            <a:off x="4175783" y="3496450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3D21961-DB69-4398-A8C9-6A1E65A5A590}"/>
              </a:ext>
            </a:extLst>
          </p:cNvPr>
          <p:cNvSpPr/>
          <p:nvPr/>
        </p:nvSpPr>
        <p:spPr>
          <a:xfrm>
            <a:off x="4175639" y="4197221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6A18CCC5-BCE1-4191-A4D4-DE977438C1E7}"/>
              </a:ext>
            </a:extLst>
          </p:cNvPr>
          <p:cNvGraphicFramePr>
            <a:graphicFrameLocks noGrp="1"/>
          </p:cNvGraphicFramePr>
          <p:nvPr/>
        </p:nvGraphicFramePr>
        <p:xfrm>
          <a:off x="6717783" y="1209679"/>
          <a:ext cx="2824812" cy="3878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406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2406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36536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3703841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498376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5197572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135963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543479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7246728"/>
                  </a:ext>
                </a:extLst>
              </a:tr>
              <a:tr h="4309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7769888"/>
                  </a:ext>
                </a:extLst>
              </a:tr>
            </a:tbl>
          </a:graphicData>
        </a:graphic>
      </p:graphicFrame>
      <p:sp>
        <p:nvSpPr>
          <p:cNvPr id="169" name="TextBox 168">
            <a:extLst>
              <a:ext uri="{FF2B5EF4-FFF2-40B4-BE49-F238E27FC236}">
                <a16:creationId xmlns:a16="http://schemas.microsoft.com/office/drawing/2014/main" id="{39F6BD5A-BBCC-4FE5-A78F-617C5896227D}"/>
              </a:ext>
            </a:extLst>
          </p:cNvPr>
          <p:cNvSpPr txBox="1"/>
          <p:nvPr/>
        </p:nvSpPr>
        <p:spPr>
          <a:xfrm>
            <a:off x="6138074" y="1335340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387B26E-3FB1-47FB-9360-020A3CC6F76C}"/>
              </a:ext>
            </a:extLst>
          </p:cNvPr>
          <p:cNvCxnSpPr>
            <a:cxnSpLocks/>
          </p:cNvCxnSpPr>
          <p:nvPr/>
        </p:nvCxnSpPr>
        <p:spPr>
          <a:xfrm>
            <a:off x="8127152" y="146387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E84187F-AD07-4E4A-99D8-86B6871F2941}"/>
              </a:ext>
            </a:extLst>
          </p:cNvPr>
          <p:cNvCxnSpPr>
            <a:cxnSpLocks/>
          </p:cNvCxnSpPr>
          <p:nvPr/>
        </p:nvCxnSpPr>
        <p:spPr>
          <a:xfrm>
            <a:off x="8127152" y="189817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33D3FAB-F3B7-4BBD-8AAF-BFDD535387FA}"/>
              </a:ext>
            </a:extLst>
          </p:cNvPr>
          <p:cNvCxnSpPr>
            <a:cxnSpLocks/>
          </p:cNvCxnSpPr>
          <p:nvPr/>
        </p:nvCxnSpPr>
        <p:spPr>
          <a:xfrm>
            <a:off x="8127152" y="2327113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3B3AABA-86D1-4724-8A4F-88505E2D1540}"/>
              </a:ext>
            </a:extLst>
          </p:cNvPr>
          <p:cNvCxnSpPr>
            <a:cxnSpLocks/>
          </p:cNvCxnSpPr>
          <p:nvPr/>
        </p:nvCxnSpPr>
        <p:spPr>
          <a:xfrm>
            <a:off x="8127152" y="2763046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7F0B44A-ED94-4E96-8BEB-72BBCE7E90F0}"/>
              </a:ext>
            </a:extLst>
          </p:cNvPr>
          <p:cNvCxnSpPr>
            <a:cxnSpLocks/>
          </p:cNvCxnSpPr>
          <p:nvPr/>
        </p:nvCxnSpPr>
        <p:spPr>
          <a:xfrm>
            <a:off x="8127152" y="361574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2BE0CA4-C836-41D6-89D1-69C100F9C690}"/>
              </a:ext>
            </a:extLst>
          </p:cNvPr>
          <p:cNvCxnSpPr>
            <a:cxnSpLocks/>
          </p:cNvCxnSpPr>
          <p:nvPr/>
        </p:nvCxnSpPr>
        <p:spPr>
          <a:xfrm>
            <a:off x="8127152" y="3182718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69B1FEA7-3BFE-4C4A-A9BC-20CF2B6BFCB0}"/>
              </a:ext>
            </a:extLst>
          </p:cNvPr>
          <p:cNvSpPr txBox="1"/>
          <p:nvPr/>
        </p:nvSpPr>
        <p:spPr>
          <a:xfrm>
            <a:off x="6128499" y="1785114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ACC1D2-1680-4BAB-9150-3075A46A3A99}"/>
              </a:ext>
            </a:extLst>
          </p:cNvPr>
          <p:cNvSpPr txBox="1"/>
          <p:nvPr/>
        </p:nvSpPr>
        <p:spPr>
          <a:xfrm>
            <a:off x="6123606" y="2174703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t=0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734EA7E-D42C-49D2-A7AF-2E3392FB6EDC}"/>
              </a:ext>
            </a:extLst>
          </p:cNvPr>
          <p:cNvSpPr txBox="1"/>
          <p:nvPr/>
        </p:nvSpPr>
        <p:spPr>
          <a:xfrm>
            <a:off x="6137453" y="2585241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AF90DC2-FF20-4630-A4A1-3D2E7739E26C}"/>
              </a:ext>
            </a:extLst>
          </p:cNvPr>
          <p:cNvSpPr txBox="1"/>
          <p:nvPr/>
        </p:nvSpPr>
        <p:spPr>
          <a:xfrm>
            <a:off x="6130975" y="3016576"/>
            <a:ext cx="5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t=4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4309A69-E4E0-43F3-81E7-82CC8D1316C2}"/>
              </a:ext>
            </a:extLst>
          </p:cNvPr>
          <p:cNvSpPr txBox="1"/>
          <p:nvPr/>
        </p:nvSpPr>
        <p:spPr>
          <a:xfrm>
            <a:off x="6127134" y="3480784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t=6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58FF7D9-4CB8-4EBA-AD2D-47CFB0FA5A62}"/>
              </a:ext>
            </a:extLst>
          </p:cNvPr>
          <p:cNvSpPr/>
          <p:nvPr/>
        </p:nvSpPr>
        <p:spPr>
          <a:xfrm>
            <a:off x="8130083" y="1768936"/>
            <a:ext cx="141198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6D5F8A9-F8F1-4E1B-973D-7E6A7745382A}"/>
              </a:ext>
            </a:extLst>
          </p:cNvPr>
          <p:cNvSpPr/>
          <p:nvPr/>
        </p:nvSpPr>
        <p:spPr>
          <a:xfrm>
            <a:off x="6717162" y="2630986"/>
            <a:ext cx="1426478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6FAB0FF-4661-4CD9-A54D-BA58271D4B50}"/>
              </a:ext>
            </a:extLst>
          </p:cNvPr>
          <p:cNvSpPr txBox="1"/>
          <p:nvPr/>
        </p:nvSpPr>
        <p:spPr>
          <a:xfrm>
            <a:off x="6127621" y="3918747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t=8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249CC8A-52E6-4B61-B17F-74C94CD07E70}"/>
              </a:ext>
            </a:extLst>
          </p:cNvPr>
          <p:cNvSpPr txBox="1"/>
          <p:nvPr/>
        </p:nvSpPr>
        <p:spPr>
          <a:xfrm>
            <a:off x="6074976" y="4337058"/>
            <a:ext cx="6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t=10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DAD925C-BB74-48A0-BFA9-A7144C80F9FC}"/>
              </a:ext>
            </a:extLst>
          </p:cNvPr>
          <p:cNvCxnSpPr>
            <a:cxnSpLocks/>
          </p:cNvCxnSpPr>
          <p:nvPr/>
        </p:nvCxnSpPr>
        <p:spPr>
          <a:xfrm>
            <a:off x="8125830" y="4059201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5A149D7-0D10-48BB-8B26-82F372F4D555}"/>
              </a:ext>
            </a:extLst>
          </p:cNvPr>
          <p:cNvCxnSpPr>
            <a:cxnSpLocks/>
          </p:cNvCxnSpPr>
          <p:nvPr/>
        </p:nvCxnSpPr>
        <p:spPr>
          <a:xfrm>
            <a:off x="8130082" y="4475852"/>
            <a:ext cx="0" cy="171623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7F2714DD-1CE2-4511-A3F6-9A717F735185}"/>
              </a:ext>
            </a:extLst>
          </p:cNvPr>
          <p:cNvSpPr/>
          <p:nvPr/>
        </p:nvSpPr>
        <p:spPr>
          <a:xfrm>
            <a:off x="8118079" y="3065493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9F24EA-F2FA-4D67-8B91-B5C1BF7ADBB0}"/>
              </a:ext>
            </a:extLst>
          </p:cNvPr>
          <p:cNvSpPr/>
          <p:nvPr/>
        </p:nvSpPr>
        <p:spPr>
          <a:xfrm>
            <a:off x="6718160" y="4342519"/>
            <a:ext cx="141544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3" name="Table 192">
            <a:extLst>
              <a:ext uri="{FF2B5EF4-FFF2-40B4-BE49-F238E27FC236}">
                <a16:creationId xmlns:a16="http://schemas.microsoft.com/office/drawing/2014/main" id="{1C370581-A496-447C-BD38-88F2E1F1452E}"/>
              </a:ext>
            </a:extLst>
          </p:cNvPr>
          <p:cNvGraphicFramePr>
            <a:graphicFrameLocks noGrp="1"/>
          </p:cNvGraphicFramePr>
          <p:nvPr/>
        </p:nvGraphicFramePr>
        <p:xfrm>
          <a:off x="6717927" y="5029832"/>
          <a:ext cx="2832640" cy="3018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320">
                  <a:extLst>
                    <a:ext uri="{9D8B030D-6E8A-4147-A177-3AD203B41FA5}">
                      <a16:colId xmlns:a16="http://schemas.microsoft.com/office/drawing/2014/main" val="3566272064"/>
                    </a:ext>
                  </a:extLst>
                </a:gridCol>
                <a:gridCol w="1416320">
                  <a:extLst>
                    <a:ext uri="{9D8B030D-6E8A-4147-A177-3AD203B41FA5}">
                      <a16:colId xmlns:a16="http://schemas.microsoft.com/office/drawing/2014/main" val="2609499398"/>
                    </a:ext>
                  </a:extLst>
                </a:gridCol>
              </a:tblGrid>
              <a:tr h="301867"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765446"/>
                  </a:ext>
                </a:extLst>
              </a:tr>
            </a:tbl>
          </a:graphicData>
        </a:graphic>
      </p:graphicFrame>
      <p:sp>
        <p:nvSpPr>
          <p:cNvPr id="194" name="Rectangle 193">
            <a:extLst>
              <a:ext uri="{FF2B5EF4-FFF2-40B4-BE49-F238E27FC236}">
                <a16:creationId xmlns:a16="http://schemas.microsoft.com/office/drawing/2014/main" id="{2BD525C3-049F-4758-82FC-FDB51DB3F969}"/>
              </a:ext>
            </a:extLst>
          </p:cNvPr>
          <p:cNvSpPr/>
          <p:nvPr/>
        </p:nvSpPr>
        <p:spPr>
          <a:xfrm>
            <a:off x="8129928" y="5033163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61990DC-9824-4005-8594-2A2CF7E01D39}"/>
              </a:ext>
            </a:extLst>
          </p:cNvPr>
          <p:cNvSpPr txBox="1"/>
          <p:nvPr/>
        </p:nvSpPr>
        <p:spPr>
          <a:xfrm rot="16200000">
            <a:off x="1644223" y="2259912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C6278EF-C23A-4B5C-B019-C1798652F646}"/>
              </a:ext>
            </a:extLst>
          </p:cNvPr>
          <p:cNvSpPr txBox="1"/>
          <p:nvPr/>
        </p:nvSpPr>
        <p:spPr>
          <a:xfrm rot="16200000">
            <a:off x="1690072" y="3164045"/>
            <a:ext cx="753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</a:t>
            </a:r>
          </a:p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period 3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7E9F53-A568-4BAC-AAFF-72889EEE5E1D}"/>
              </a:ext>
            </a:extLst>
          </p:cNvPr>
          <p:cNvSpPr txBox="1"/>
          <p:nvPr/>
        </p:nvSpPr>
        <p:spPr>
          <a:xfrm>
            <a:off x="6792381" y="4661547"/>
            <a:ext cx="269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Attacker task Arrival Column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8A7986B-11E3-48A0-8A57-37064CB2E780}"/>
              </a:ext>
            </a:extLst>
          </p:cNvPr>
          <p:cNvSpPr/>
          <p:nvPr/>
        </p:nvSpPr>
        <p:spPr>
          <a:xfrm>
            <a:off x="3193092" y="4714121"/>
            <a:ext cx="478222" cy="30186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706780D-C166-4DAA-A684-A2542121B486}"/>
              </a:ext>
            </a:extLst>
          </p:cNvPr>
          <p:cNvCxnSpPr>
            <a:cxnSpLocks/>
          </p:cNvCxnSpPr>
          <p:nvPr/>
        </p:nvCxnSpPr>
        <p:spPr>
          <a:xfrm>
            <a:off x="3318554" y="1345958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DBE0D6C5-FCAD-44AB-96BE-393A6E7BBAFC}"/>
              </a:ext>
            </a:extLst>
          </p:cNvPr>
          <p:cNvCxnSpPr>
            <a:cxnSpLocks/>
          </p:cNvCxnSpPr>
          <p:nvPr/>
        </p:nvCxnSpPr>
        <p:spPr>
          <a:xfrm>
            <a:off x="3318554" y="2209195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0B7AFCF-1E7C-4C20-A78E-FBCF9FC150EB}"/>
              </a:ext>
            </a:extLst>
          </p:cNvPr>
          <p:cNvCxnSpPr>
            <a:cxnSpLocks/>
          </p:cNvCxnSpPr>
          <p:nvPr/>
        </p:nvCxnSpPr>
        <p:spPr>
          <a:xfrm>
            <a:off x="3318554" y="3071914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85CAB58-90E5-493D-9918-3BF9A083E63D}"/>
              </a:ext>
            </a:extLst>
          </p:cNvPr>
          <p:cNvCxnSpPr>
            <a:cxnSpLocks/>
          </p:cNvCxnSpPr>
          <p:nvPr/>
        </p:nvCxnSpPr>
        <p:spPr>
          <a:xfrm>
            <a:off x="4745877" y="476426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4A9AA43-AD38-439F-AE1A-9C5C8F230255}"/>
              </a:ext>
            </a:extLst>
          </p:cNvPr>
          <p:cNvCxnSpPr>
            <a:cxnSpLocks/>
          </p:cNvCxnSpPr>
          <p:nvPr/>
        </p:nvCxnSpPr>
        <p:spPr>
          <a:xfrm>
            <a:off x="7334037" y="1367062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1A1064A-CD62-4395-AECC-CF847B20BBAD}"/>
              </a:ext>
            </a:extLst>
          </p:cNvPr>
          <p:cNvSpPr txBox="1"/>
          <p:nvPr/>
        </p:nvSpPr>
        <p:spPr>
          <a:xfrm rot="16200000">
            <a:off x="5364111" y="3088038"/>
            <a:ext cx="1231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Hyperperiod 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ACCAB23-2A8A-45FD-9CFD-B43E07F7836D}"/>
              </a:ext>
            </a:extLst>
          </p:cNvPr>
          <p:cNvCxnSpPr>
            <a:cxnSpLocks/>
          </p:cNvCxnSpPr>
          <p:nvPr/>
        </p:nvCxnSpPr>
        <p:spPr>
          <a:xfrm>
            <a:off x="7388797" y="2216309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E28BD553-331A-4920-8B3E-B0DFD692C42F}"/>
              </a:ext>
            </a:extLst>
          </p:cNvPr>
          <p:cNvCxnSpPr>
            <a:cxnSpLocks/>
          </p:cNvCxnSpPr>
          <p:nvPr/>
        </p:nvCxnSpPr>
        <p:spPr>
          <a:xfrm>
            <a:off x="8815491" y="2630986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0E4A3E3-26A1-4B93-AF8E-D1340AC90AC7}"/>
              </a:ext>
            </a:extLst>
          </p:cNvPr>
          <p:cNvCxnSpPr>
            <a:cxnSpLocks/>
          </p:cNvCxnSpPr>
          <p:nvPr/>
        </p:nvCxnSpPr>
        <p:spPr>
          <a:xfrm>
            <a:off x="7405298" y="3487950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CC89D7E7-D471-4A63-86DF-A53938786C65}"/>
              </a:ext>
            </a:extLst>
          </p:cNvPr>
          <p:cNvCxnSpPr>
            <a:cxnSpLocks/>
          </p:cNvCxnSpPr>
          <p:nvPr/>
        </p:nvCxnSpPr>
        <p:spPr>
          <a:xfrm>
            <a:off x="8836074" y="3909177"/>
            <a:ext cx="0" cy="2358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F24208E-1BC3-4848-A3ED-F9F0C78490B4}"/>
              </a:ext>
            </a:extLst>
          </p:cNvPr>
          <p:cNvSpPr txBox="1"/>
          <p:nvPr/>
        </p:nvSpPr>
        <p:spPr>
          <a:xfrm>
            <a:off x="2771610" y="5017046"/>
            <a:ext cx="1323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Attacker task execution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6767BF5-912A-46C8-9550-59B1D19E7471}"/>
              </a:ext>
            </a:extLst>
          </p:cNvPr>
          <p:cNvSpPr txBox="1"/>
          <p:nvPr/>
        </p:nvSpPr>
        <p:spPr>
          <a:xfrm>
            <a:off x="3892500" y="4986879"/>
            <a:ext cx="1668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Actual arrival column of victim task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519942A-91B0-48C8-BC01-8AF9E3158DB1}"/>
              </a:ext>
            </a:extLst>
          </p:cNvPr>
          <p:cNvSpPr/>
          <p:nvPr/>
        </p:nvSpPr>
        <p:spPr>
          <a:xfrm>
            <a:off x="6722680" y="5030202"/>
            <a:ext cx="1415442" cy="293341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E069A28-DB99-48E0-8E6B-34DF1DCAF412}"/>
              </a:ext>
            </a:extLst>
          </p:cNvPr>
          <p:cNvSpPr txBox="1"/>
          <p:nvPr/>
        </p:nvSpPr>
        <p:spPr>
          <a:xfrm>
            <a:off x="1564033" y="4617547"/>
            <a:ext cx="13136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Attacker never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arrives in </a:t>
            </a:r>
          </a:p>
          <a:p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column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01A50BE1-C299-43E5-A4F8-E40386ED55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60873" y="4344824"/>
            <a:ext cx="912154" cy="299562"/>
          </a:xfrm>
          <a:prstGeom prst="bentConnector3">
            <a:avLst>
              <a:gd name="adj1" fmla="val 10068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64FBA9F-504A-42AD-9856-6DDAB8D2794B}"/>
              </a:ext>
            </a:extLst>
          </p:cNvPr>
          <p:cNvSpPr/>
          <p:nvPr/>
        </p:nvSpPr>
        <p:spPr>
          <a:xfrm>
            <a:off x="5387648" y="181590"/>
            <a:ext cx="1321542" cy="3493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2ED5924-8785-41E9-9C61-FDB179841BC8}"/>
              </a:ext>
            </a:extLst>
          </p:cNvPr>
          <p:cNvSpPr/>
          <p:nvPr/>
        </p:nvSpPr>
        <p:spPr>
          <a:xfrm>
            <a:off x="4025928" y="179782"/>
            <a:ext cx="1361723" cy="3550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22ED34B-5B97-4779-97DE-4D2BC6F22672}"/>
              </a:ext>
            </a:extLst>
          </p:cNvPr>
          <p:cNvSpPr/>
          <p:nvPr/>
        </p:nvSpPr>
        <p:spPr>
          <a:xfrm>
            <a:off x="1360859" y="179782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E9C1B9B-F809-40DF-97DD-4F48458BC1F9}"/>
              </a:ext>
            </a:extLst>
          </p:cNvPr>
          <p:cNvSpPr/>
          <p:nvPr/>
        </p:nvSpPr>
        <p:spPr>
          <a:xfrm>
            <a:off x="2691304" y="179782"/>
            <a:ext cx="1321815" cy="3550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A9AFFFF-5593-429F-B0CF-BB258690FA60}"/>
                  </a:ext>
                </a:extLst>
              </p:cNvPr>
              <p:cNvSpPr txBox="1"/>
              <p:nvPr/>
            </p:nvSpPr>
            <p:spPr>
              <a:xfrm>
                <a:off x="5592294" y="210080"/>
                <a:ext cx="911977" cy="281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A9AFFFF-5593-429F-B0CF-BB258690F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294" y="210080"/>
                <a:ext cx="911977" cy="281552"/>
              </a:xfrm>
              <a:prstGeom prst="rect">
                <a:avLst/>
              </a:prstGeom>
              <a:blipFill>
                <a:blip r:embed="rId2"/>
                <a:stretch>
                  <a:fillRect t="-2128" b="-170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42604CD-C31E-42D1-9473-A722F407A242}"/>
                  </a:ext>
                </a:extLst>
              </p:cNvPr>
              <p:cNvSpPr txBox="1"/>
              <p:nvPr/>
            </p:nvSpPr>
            <p:spPr>
              <a:xfrm>
                <a:off x="1552973" y="188992"/>
                <a:ext cx="911977" cy="2796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42604CD-C31E-42D1-9473-A722F407A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973" y="188992"/>
                <a:ext cx="911977" cy="279628"/>
              </a:xfrm>
              <a:prstGeom prst="rect">
                <a:avLst/>
              </a:prstGeom>
              <a:blipFill>
                <a:blip r:embed="rId3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4E8AA89-E12E-4176-A9F8-4C38B0879028}"/>
                  </a:ext>
                </a:extLst>
              </p:cNvPr>
              <p:cNvSpPr txBox="1"/>
              <p:nvPr/>
            </p:nvSpPr>
            <p:spPr>
              <a:xfrm>
                <a:off x="2842150" y="227426"/>
                <a:ext cx="911977" cy="2801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4E8AA89-E12E-4176-A9F8-4C38B0879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150" y="227426"/>
                <a:ext cx="911977" cy="280141"/>
              </a:xfrm>
              <a:prstGeom prst="rect">
                <a:avLst/>
              </a:prstGeom>
              <a:blipFill>
                <a:blip r:embed="rId4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0A8B817-BE5F-480D-868A-F87709F03A49}"/>
                  </a:ext>
                </a:extLst>
              </p:cNvPr>
              <p:cNvSpPr txBox="1"/>
              <p:nvPr/>
            </p:nvSpPr>
            <p:spPr>
              <a:xfrm>
                <a:off x="4193510" y="207908"/>
                <a:ext cx="911977" cy="2802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0A8B817-BE5F-480D-868A-F87709F03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510" y="207908"/>
                <a:ext cx="911977" cy="280205"/>
              </a:xfrm>
              <a:prstGeom prst="rect">
                <a:avLst/>
              </a:prstGeom>
              <a:blipFill>
                <a:blip r:embed="rId5"/>
                <a:stretch>
                  <a:fillRect t="-2174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5B80CC0-77D6-4DD5-B994-528F956E2E7E}"/>
              </a:ext>
            </a:extLst>
          </p:cNvPr>
          <p:cNvCxnSpPr>
            <a:cxnSpLocks/>
          </p:cNvCxnSpPr>
          <p:nvPr/>
        </p:nvCxnSpPr>
        <p:spPr>
          <a:xfrm flipV="1">
            <a:off x="1358969" y="535801"/>
            <a:ext cx="5767045" cy="236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311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882F48-211B-49F9-93AA-49447964C8EE}"/>
              </a:ext>
            </a:extLst>
          </p:cNvPr>
          <p:cNvSpPr/>
          <p:nvPr/>
        </p:nvSpPr>
        <p:spPr>
          <a:xfrm>
            <a:off x="1297453" y="1177673"/>
            <a:ext cx="542039" cy="406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41C142-AC19-42F3-ACBD-A90E7B525153}"/>
              </a:ext>
            </a:extLst>
          </p:cNvPr>
          <p:cNvCxnSpPr>
            <a:cxnSpLocks/>
          </p:cNvCxnSpPr>
          <p:nvPr/>
        </p:nvCxnSpPr>
        <p:spPr>
          <a:xfrm>
            <a:off x="7209662" y="4367205"/>
            <a:ext cx="0" cy="3227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B9DDF-FFD7-4C06-8BCB-6E0A3347E7A9}"/>
              </a:ext>
            </a:extLst>
          </p:cNvPr>
          <p:cNvSpPr/>
          <p:nvPr/>
        </p:nvSpPr>
        <p:spPr>
          <a:xfrm>
            <a:off x="1258186" y="645907"/>
            <a:ext cx="769507" cy="41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01B04F-C6C3-44C1-98E3-7786C31FEAD1}"/>
              </a:ext>
            </a:extLst>
          </p:cNvPr>
          <p:cNvCxnSpPr>
            <a:cxnSpLocks/>
          </p:cNvCxnSpPr>
          <p:nvPr/>
        </p:nvCxnSpPr>
        <p:spPr>
          <a:xfrm>
            <a:off x="7045449" y="3833668"/>
            <a:ext cx="0" cy="3227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15D8201-0E16-4102-BC9A-3EC25EC7C8D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29075" y="3947972"/>
            <a:ext cx="508159" cy="25398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17DA5FA-CDD0-4454-A5B0-327DC83DCC85}"/>
              </a:ext>
            </a:extLst>
          </p:cNvPr>
          <p:cNvSpPr/>
          <p:nvPr/>
        </p:nvSpPr>
        <p:spPr>
          <a:xfrm>
            <a:off x="7042068" y="2568166"/>
            <a:ext cx="185315" cy="311903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4F8A5D-278B-47A9-A6D0-D0F2AFA41A40}"/>
              </a:ext>
            </a:extLst>
          </p:cNvPr>
          <p:cNvSpPr/>
          <p:nvPr/>
        </p:nvSpPr>
        <p:spPr>
          <a:xfrm>
            <a:off x="7154701" y="3777391"/>
            <a:ext cx="185315" cy="311903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72CD983-ADF6-45E8-8F09-B0DB579B88C8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80383" y="877063"/>
            <a:ext cx="369378" cy="2907694"/>
          </a:xfrm>
          <a:prstGeom prst="bentConnector3">
            <a:avLst>
              <a:gd name="adj1" fmla="val 50000"/>
            </a:avLst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3501AE7-C9FF-4B9D-BA95-D2C219451D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03417" y="663609"/>
            <a:ext cx="284635" cy="41482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990337A-C59C-44F9-A9BF-06B7771F39DB}"/>
              </a:ext>
            </a:extLst>
          </p:cNvPr>
          <p:cNvSpPr/>
          <p:nvPr/>
        </p:nvSpPr>
        <p:spPr>
          <a:xfrm>
            <a:off x="7807532" y="621456"/>
            <a:ext cx="936063" cy="2890819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47D634-13EB-4D33-9037-AD20E8EA8941}"/>
              </a:ext>
            </a:extLst>
          </p:cNvPr>
          <p:cNvSpPr txBox="1"/>
          <p:nvPr/>
        </p:nvSpPr>
        <p:spPr>
          <a:xfrm>
            <a:off x="6368828" y="2146221"/>
            <a:ext cx="420381" cy="406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Tx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013C1B3-EE47-41AB-8B57-29BFEDC83F0F}"/>
              </a:ext>
            </a:extLst>
          </p:cNvPr>
          <p:cNvSpPr/>
          <p:nvPr/>
        </p:nvSpPr>
        <p:spPr>
          <a:xfrm>
            <a:off x="8049907" y="1222648"/>
            <a:ext cx="474920" cy="2950529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ADC8178-C3A9-43D4-80F2-4C0639D452E5}"/>
              </a:ext>
            </a:extLst>
          </p:cNvPr>
          <p:cNvSpPr/>
          <p:nvPr/>
        </p:nvSpPr>
        <p:spPr>
          <a:xfrm>
            <a:off x="1585245" y="3162591"/>
            <a:ext cx="264195" cy="2453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AADD25-868D-4155-B469-3D2906D64960}"/>
              </a:ext>
            </a:extLst>
          </p:cNvPr>
          <p:cNvSpPr/>
          <p:nvPr/>
        </p:nvSpPr>
        <p:spPr>
          <a:xfrm>
            <a:off x="2359317" y="465544"/>
            <a:ext cx="497049" cy="38536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B4E92F-EF38-4AB9-930F-BC7079400831}"/>
              </a:ext>
            </a:extLst>
          </p:cNvPr>
          <p:cNvSpPr/>
          <p:nvPr/>
        </p:nvSpPr>
        <p:spPr>
          <a:xfrm>
            <a:off x="3235114" y="239496"/>
            <a:ext cx="941019" cy="42411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80B377-9681-4E48-81D2-52E96CE5B136}"/>
              </a:ext>
            </a:extLst>
          </p:cNvPr>
          <p:cNvSpPr/>
          <p:nvPr/>
        </p:nvSpPr>
        <p:spPr>
          <a:xfrm>
            <a:off x="2007914" y="4062887"/>
            <a:ext cx="490960" cy="1180983"/>
          </a:xfrm>
          <a:prstGeom prst="roundRect">
            <a:avLst/>
          </a:prstGeom>
          <a:solidFill>
            <a:srgbClr val="FF0000">
              <a:alpha val="1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43BA091-A2CB-4888-ABC4-C1CE54FF3CA5}"/>
              </a:ext>
            </a:extLst>
          </p:cNvPr>
          <p:cNvSpPr txBox="1"/>
          <p:nvPr/>
        </p:nvSpPr>
        <p:spPr>
          <a:xfrm>
            <a:off x="6694251" y="1557707"/>
            <a:ext cx="69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AEW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D3C8585-DA89-46B7-AF99-576EFA8EE7E0}"/>
              </a:ext>
            </a:extLst>
          </p:cNvPr>
          <p:cNvSpPr txBox="1"/>
          <p:nvPr/>
        </p:nvSpPr>
        <p:spPr>
          <a:xfrm>
            <a:off x="241114" y="2612528"/>
            <a:ext cx="69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AEW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987B257-FF17-47B0-A82B-5C86C59BF1BC}"/>
              </a:ext>
            </a:extLst>
          </p:cNvPr>
          <p:cNvGrpSpPr/>
          <p:nvPr/>
        </p:nvGrpSpPr>
        <p:grpSpPr>
          <a:xfrm>
            <a:off x="3027544" y="1349053"/>
            <a:ext cx="3187352" cy="2490658"/>
            <a:chOff x="3027544" y="1349053"/>
            <a:chExt cx="3187352" cy="2490658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C5314CF-5A22-44B1-BF26-7718B42B822C}"/>
                </a:ext>
              </a:extLst>
            </p:cNvPr>
            <p:cNvSpPr txBox="1"/>
            <p:nvPr/>
          </p:nvSpPr>
          <p:spPr>
            <a:xfrm>
              <a:off x="5409090" y="3556668"/>
              <a:ext cx="8058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1200" dirty="0"/>
                <a:t>AEW End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1AA55E82-5A6C-4863-95D3-DBE4104E1766}"/>
                </a:ext>
              </a:extLst>
            </p:cNvPr>
            <p:cNvGrpSpPr/>
            <p:nvPr/>
          </p:nvGrpSpPr>
          <p:grpSpPr>
            <a:xfrm>
              <a:off x="3027544" y="1349053"/>
              <a:ext cx="3090675" cy="2490658"/>
              <a:chOff x="3027544" y="1349053"/>
              <a:chExt cx="3090675" cy="249065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22BB490A-5B01-4789-B45C-991CADF73EFB}"/>
                  </a:ext>
                </a:extLst>
              </p:cNvPr>
              <p:cNvGrpSpPr/>
              <p:nvPr/>
            </p:nvGrpSpPr>
            <p:grpSpPr>
              <a:xfrm>
                <a:off x="3192942" y="1349053"/>
                <a:ext cx="2925277" cy="2490658"/>
                <a:chOff x="3192942" y="1349053"/>
                <a:chExt cx="2925277" cy="2490658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3DA4B1F2-96CD-4F04-9A11-EA3196B9EA85}"/>
                    </a:ext>
                  </a:extLst>
                </p:cNvPr>
                <p:cNvSpPr/>
                <p:nvPr/>
              </p:nvSpPr>
              <p:spPr>
                <a:xfrm>
                  <a:off x="3293879" y="2499556"/>
                  <a:ext cx="2669801" cy="230139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E10DDFC-1398-401C-ACA8-3CA031E78A99}"/>
                    </a:ext>
                  </a:extLst>
                </p:cNvPr>
                <p:cNvSpPr txBox="1"/>
                <p:nvPr/>
              </p:nvSpPr>
              <p:spPr>
                <a:xfrm>
                  <a:off x="4068022" y="2452788"/>
                  <a:ext cx="12409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Data Buffer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E4FFDF8-2110-4968-A3E5-AD6527D14799}"/>
                    </a:ext>
                  </a:extLst>
                </p:cNvPr>
                <p:cNvSpPr/>
                <p:nvPr/>
              </p:nvSpPr>
              <p:spPr>
                <a:xfrm>
                  <a:off x="4807028" y="3050610"/>
                  <a:ext cx="312591" cy="38125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24BFD01E-BC25-4D94-96F4-389C5B92F005}"/>
                    </a:ext>
                  </a:extLst>
                </p:cNvPr>
                <p:cNvSpPr/>
                <p:nvPr/>
              </p:nvSpPr>
              <p:spPr>
                <a:xfrm>
                  <a:off x="3285361" y="3050610"/>
                  <a:ext cx="304147" cy="38491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5EEABA53-A00B-464B-89BC-B41E94D045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80948" y="3434161"/>
                  <a:ext cx="2815052" cy="0"/>
                </a:xfrm>
                <a:prstGeom prst="straightConnector1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B3B2EDD1-633B-4E4B-B0FB-E3A1BE8C838D}"/>
                    </a:ext>
                  </a:extLst>
                </p:cNvPr>
                <p:cNvSpPr/>
                <p:nvPr/>
              </p:nvSpPr>
              <p:spPr>
                <a:xfrm>
                  <a:off x="5626506" y="1837082"/>
                  <a:ext cx="337174" cy="388570"/>
                </a:xfrm>
                <a:prstGeom prst="rect">
                  <a:avLst/>
                </a:prstGeom>
                <a:pattFill prst="wdUpDiag">
                  <a:fgClr>
                    <a:schemeClr val="accent6">
                      <a:lumMod val="75000"/>
                    </a:schemeClr>
                  </a:fgClr>
                  <a:bgClr>
                    <a:schemeClr val="accent6">
                      <a:lumMod val="20000"/>
                      <a:lumOff val="80000"/>
                    </a:schemeClr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E91FCDC-A436-4832-9501-1816B405FAD4}"/>
                    </a:ext>
                  </a:extLst>
                </p:cNvPr>
                <p:cNvSpPr/>
                <p:nvPr/>
              </p:nvSpPr>
              <p:spPr>
                <a:xfrm>
                  <a:off x="3285361" y="1834791"/>
                  <a:ext cx="814096" cy="384454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FE306C5-D312-490A-95A1-B2F4FE4B91E4}"/>
                    </a:ext>
                  </a:extLst>
                </p:cNvPr>
                <p:cNvSpPr/>
                <p:nvPr/>
              </p:nvSpPr>
              <p:spPr>
                <a:xfrm>
                  <a:off x="4099457" y="1834791"/>
                  <a:ext cx="372106" cy="390861"/>
                </a:xfrm>
                <a:prstGeom prst="rect">
                  <a:avLst/>
                </a:prstGeom>
                <a:pattFill prst="wdUpDiag">
                  <a:fgClr>
                    <a:schemeClr val="accent6">
                      <a:lumMod val="75000"/>
                    </a:schemeClr>
                  </a:fgClr>
                  <a:bgClr>
                    <a:schemeClr val="accent6">
                      <a:lumMod val="20000"/>
                      <a:lumOff val="80000"/>
                    </a:schemeClr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23B77571-FB71-4AEA-8FE9-5CBE68F45429}"/>
                    </a:ext>
                  </a:extLst>
                </p:cNvPr>
                <p:cNvGrpSpPr/>
                <p:nvPr/>
              </p:nvGrpSpPr>
              <p:grpSpPr>
                <a:xfrm>
                  <a:off x="3293879" y="1349053"/>
                  <a:ext cx="2824340" cy="505805"/>
                  <a:chOff x="3333844" y="1206815"/>
                  <a:chExt cx="2824340" cy="505805"/>
                </a:xfrm>
              </p:grpSpPr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7FE8128C-3890-4BD7-B003-3DE49717C0B5}"/>
                      </a:ext>
                    </a:extLst>
                  </p:cNvPr>
                  <p:cNvSpPr/>
                  <p:nvPr/>
                </p:nvSpPr>
                <p:spPr>
                  <a:xfrm>
                    <a:off x="3333844" y="1219635"/>
                    <a:ext cx="2697576" cy="442202"/>
                  </a:xfrm>
                  <a:prstGeom prst="roundRect">
                    <a:avLst>
                      <a:gd name="adj" fmla="val 3416"/>
                    </a:avLst>
                  </a:prstGeom>
                  <a:solidFill>
                    <a:schemeClr val="bg1"/>
                  </a:solidFill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200" dirty="0"/>
                  </a:p>
                </p:txBody>
              </p:sp>
              <p:grpSp>
                <p:nvGrpSpPr>
                  <p:cNvPr id="134" name="Group 133">
                    <a:extLst>
                      <a:ext uri="{FF2B5EF4-FFF2-40B4-BE49-F238E27FC236}">
                        <a16:creationId xmlns:a16="http://schemas.microsoft.com/office/drawing/2014/main" id="{69984C24-0044-47AD-95B4-AA48A7E68907}"/>
                      </a:ext>
                    </a:extLst>
                  </p:cNvPr>
                  <p:cNvGrpSpPr/>
                  <p:nvPr/>
                </p:nvGrpSpPr>
                <p:grpSpPr>
                  <a:xfrm>
                    <a:off x="3406415" y="1206815"/>
                    <a:ext cx="2751769" cy="505805"/>
                    <a:chOff x="3161626" y="3796871"/>
                    <a:chExt cx="2751769" cy="505805"/>
                  </a:xfrm>
                </p:grpSpPr>
                <p:sp>
                  <p:nvSpPr>
                    <p:cNvPr id="98" name="Rectangle 97">
                      <a:extLst>
                        <a:ext uri="{FF2B5EF4-FFF2-40B4-BE49-F238E27FC236}">
                          <a16:creationId xmlns:a16="http://schemas.microsoft.com/office/drawing/2014/main" id="{2DD6CD04-E93E-49B0-BF43-2CFADE9B92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1626" y="3887358"/>
                      <a:ext cx="304147" cy="25614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200"/>
                    </a:p>
                  </p:txBody>
                </p:sp>
                <p:sp>
                  <p:nvSpPr>
                    <p:cNvPr id="99" name="TextBox 98">
                      <a:extLst>
                        <a:ext uri="{FF2B5EF4-FFF2-40B4-BE49-F238E27FC236}">
                          <a16:creationId xmlns:a16="http://schemas.microsoft.com/office/drawing/2014/main" id="{4FACD21C-0EA0-48D0-A2E2-763EC50584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06811" y="3796871"/>
                      <a:ext cx="86076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Control </a:t>
                      </a:r>
                    </a:p>
                    <a:p>
                      <a:r>
                        <a:rPr lang="en-I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Task</a:t>
                      </a:r>
                    </a:p>
                  </p:txBody>
                </p:sp>
                <p:sp>
                  <p:nvSpPr>
                    <p:cNvPr id="100" name="TextBox 99">
                      <a:extLst>
                        <a:ext uri="{FF2B5EF4-FFF2-40B4-BE49-F238E27FC236}">
                          <a16:creationId xmlns:a16="http://schemas.microsoft.com/office/drawing/2014/main" id="{A0E6DAEC-A184-4A7B-9AAF-71743F17CE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8886" y="3870800"/>
                      <a:ext cx="76324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Tx Task</a:t>
                      </a:r>
                    </a:p>
                  </p:txBody>
                </p:sp>
                <p:sp>
                  <p:nvSpPr>
                    <p:cNvPr id="101" name="Rectangle 100">
                      <a:extLst>
                        <a:ext uri="{FF2B5EF4-FFF2-40B4-BE49-F238E27FC236}">
                          <a16:creationId xmlns:a16="http://schemas.microsoft.com/office/drawing/2014/main" id="{8F623988-5472-4F3F-BE81-FC507D3C49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95885" y="3915747"/>
                      <a:ext cx="264195" cy="245358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200"/>
                    </a:p>
                  </p:txBody>
                </p:sp>
                <p:sp>
                  <p:nvSpPr>
                    <p:cNvPr id="102" name="TextBox 101">
                      <a:extLst>
                        <a:ext uri="{FF2B5EF4-FFF2-40B4-BE49-F238E27FC236}">
                          <a16:creationId xmlns:a16="http://schemas.microsoft.com/office/drawing/2014/main" id="{07BE394D-741B-46B5-B64D-A2595B18FF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21968" y="3841011"/>
                      <a:ext cx="691427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Other </a:t>
                      </a:r>
                    </a:p>
                    <a:p>
                      <a:r>
                        <a:rPr lang="en-IN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Tasks</a:t>
                      </a:r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EBFB6CC6-C49E-487A-98CB-BE13937141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2399" y="3890669"/>
                      <a:ext cx="282803" cy="245359"/>
                    </a:xfrm>
                    <a:prstGeom prst="rect">
                      <a:avLst/>
                    </a:prstGeom>
                    <a:pattFill prst="wdUpDiag">
                      <a:fgClr>
                        <a:schemeClr val="accent6">
                          <a:lumMod val="75000"/>
                        </a:schemeClr>
                      </a:fgClr>
                      <a:bgClr>
                        <a:schemeClr val="accent6">
                          <a:lumMod val="20000"/>
                          <a:lumOff val="80000"/>
                        </a:schemeClr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2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167A9DB5-0919-4E30-A9E1-4A44AA18EA11}"/>
                    </a:ext>
                  </a:extLst>
                </p:cNvPr>
                <p:cNvSpPr txBox="1"/>
                <p:nvPr/>
              </p:nvSpPr>
              <p:spPr>
                <a:xfrm>
                  <a:off x="3192942" y="3562712"/>
                  <a:ext cx="89477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200" dirty="0"/>
                    <a:t>AEW Start</a:t>
                  </a: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7323489-2743-47D8-B7E2-C695111E4F66}"/>
                    </a:ext>
                  </a:extLst>
                </p:cNvPr>
                <p:cNvSpPr/>
                <p:nvPr/>
              </p:nvSpPr>
              <p:spPr>
                <a:xfrm>
                  <a:off x="5119619" y="3050612"/>
                  <a:ext cx="844061" cy="38694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B37D2328-D607-484D-9BF5-C4740D05289B}"/>
                    </a:ext>
                  </a:extLst>
                </p:cNvPr>
                <p:cNvSpPr/>
                <p:nvPr/>
              </p:nvSpPr>
              <p:spPr>
                <a:xfrm>
                  <a:off x="4461520" y="1834792"/>
                  <a:ext cx="1163300" cy="397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FA07A67F-F6A5-46E9-95CF-F2F7E0A7F678}"/>
                    </a:ext>
                  </a:extLst>
                </p:cNvPr>
                <p:cNvSpPr/>
                <p:nvPr/>
              </p:nvSpPr>
              <p:spPr>
                <a:xfrm>
                  <a:off x="3589509" y="3049245"/>
                  <a:ext cx="1217520" cy="379755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200"/>
                </a:p>
              </p:txBody>
            </p: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0DB9A9A5-872E-4FB8-9ABE-696BD122A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03440" y="1834480"/>
                  <a:ext cx="7860" cy="173371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F428A79B-5C23-4328-8CC9-80D5638689C4}"/>
                    </a:ext>
                  </a:extLst>
                </p:cNvPr>
                <p:cNvSpPr/>
                <p:nvPr/>
              </p:nvSpPr>
              <p:spPr>
                <a:xfrm flipV="1">
                  <a:off x="3594936" y="2981041"/>
                  <a:ext cx="519361" cy="531233"/>
                </a:xfrm>
                <a:prstGeom prst="roundRect">
                  <a:avLst>
                    <a:gd name="adj" fmla="val 9012"/>
                  </a:avLst>
                </a:prstGeom>
                <a:solidFill>
                  <a:srgbClr val="FF0000">
                    <a:alpha val="11000"/>
                  </a:srgbClr>
                </a:solidFill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94B5A2D0-6DF2-43E8-A4AD-477202AE16AD}"/>
                    </a:ext>
                  </a:extLst>
                </p:cNvPr>
                <p:cNvSpPr/>
                <p:nvPr/>
              </p:nvSpPr>
              <p:spPr>
                <a:xfrm flipV="1">
                  <a:off x="5111793" y="2975263"/>
                  <a:ext cx="519361" cy="555465"/>
                </a:xfrm>
                <a:prstGeom prst="roundRect">
                  <a:avLst>
                    <a:gd name="adj" fmla="val 10665"/>
                  </a:avLst>
                </a:prstGeom>
                <a:solidFill>
                  <a:srgbClr val="FF0000">
                    <a:alpha val="11000"/>
                  </a:srgbClr>
                </a:solidFill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EF0D6149-1D98-4EF3-9386-E692105411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2708" y="1834480"/>
                  <a:ext cx="8616" cy="1696249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81438BBF-52F1-4208-9616-E53249E8EA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604" y="3439323"/>
                  <a:ext cx="103191" cy="18978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21F2DE8-10CA-4CE1-9D64-28C0D651C481}"/>
                    </a:ext>
                  </a:extLst>
                </p:cNvPr>
                <p:cNvSpPr txBox="1"/>
                <p:nvPr/>
              </p:nvSpPr>
              <p:spPr>
                <a:xfrm>
                  <a:off x="4685316" y="3556669"/>
                  <a:ext cx="110977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1200" dirty="0"/>
                    <a:t>AEW Start</a:t>
                  </a:r>
                </a:p>
              </p:txBody>
            </p:sp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D397CB87-CA3A-430F-BB14-14C4ED152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20542" y="3428063"/>
                  <a:ext cx="96122" cy="18166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72D29284-E1D4-4777-885D-F22917910B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80948" y="2225889"/>
                  <a:ext cx="2815052" cy="0"/>
                </a:xfrm>
                <a:prstGeom prst="straightConnector1">
                  <a:avLst/>
                </a:prstGeom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2C5E01B-C44A-4311-A316-70A1DE5472E9}"/>
                  </a:ext>
                </a:extLst>
              </p:cNvPr>
              <p:cNvSpPr txBox="1"/>
              <p:nvPr/>
            </p:nvSpPr>
            <p:spPr>
              <a:xfrm>
                <a:off x="3978442" y="3559051"/>
                <a:ext cx="9327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200" dirty="0"/>
                  <a:t>AEW End</a:t>
                </a:r>
              </a:p>
            </p:txBody>
          </p: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440A95AA-0B37-44F8-9681-E75CB4ABBE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9248" y="3463300"/>
                <a:ext cx="126266" cy="1516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88DF080A-4FB5-4F7D-8A68-0C76B4151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7405" y="3477444"/>
                <a:ext cx="126266" cy="1516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D505BAC7-8A71-4EFB-B991-B74ED6A78DD7}"/>
                  </a:ext>
                </a:extLst>
              </p:cNvPr>
              <p:cNvSpPr txBox="1"/>
              <p:nvPr/>
            </p:nvSpPr>
            <p:spPr>
              <a:xfrm>
                <a:off x="3027544" y="2694246"/>
                <a:ext cx="6913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000" dirty="0"/>
                  <a:t>Write to </a:t>
                </a:r>
              </a:p>
              <a:p>
                <a:r>
                  <a:rPr lang="en-IN" sz="1000" dirty="0"/>
                  <a:t>buffer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FDAE5B1-25ED-4B82-9D59-C182F0511DD9}"/>
                  </a:ext>
                </a:extLst>
              </p:cNvPr>
              <p:cNvSpPr txBox="1"/>
              <p:nvPr/>
            </p:nvSpPr>
            <p:spPr>
              <a:xfrm>
                <a:off x="3341270" y="2155161"/>
                <a:ext cx="8516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 algn="ctr"/>
                <a:r>
                  <a:rPr lang="en-IN" sz="1000" dirty="0"/>
                  <a:t>Read  from </a:t>
                </a:r>
              </a:p>
              <a:p>
                <a:pPr algn="ctr"/>
                <a:r>
                  <a:rPr lang="en-IN" sz="1000" dirty="0"/>
                  <a:t>buffer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027BA5A-874E-4BF3-8903-E87D7205A330}"/>
                  </a:ext>
                </a:extLst>
              </p:cNvPr>
              <p:cNvSpPr txBox="1"/>
              <p:nvPr/>
            </p:nvSpPr>
            <p:spPr>
              <a:xfrm>
                <a:off x="4835438" y="2167911"/>
                <a:ext cx="8963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 algn="ctr"/>
                <a:r>
                  <a:rPr lang="en-IN" sz="1000" dirty="0"/>
                  <a:t>Read  from </a:t>
                </a:r>
              </a:p>
              <a:p>
                <a:pPr algn="ctr"/>
                <a:r>
                  <a:rPr lang="en-IN" sz="1000" dirty="0"/>
                  <a:t>buffer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4368539-BF42-4E22-949F-952DAF770B30}"/>
                  </a:ext>
                </a:extLst>
              </p:cNvPr>
              <p:cNvSpPr txBox="1"/>
              <p:nvPr/>
            </p:nvSpPr>
            <p:spPr>
              <a:xfrm>
                <a:off x="4505879" y="2691481"/>
                <a:ext cx="6435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1000" dirty="0"/>
                  <a:t>Write to </a:t>
                </a:r>
              </a:p>
              <a:p>
                <a:r>
                  <a:rPr lang="en-IN" sz="1000" dirty="0"/>
                  <a:t>buffer</a:t>
                </a:r>
              </a:p>
            </p:txBody>
          </p:sp>
        </p:grp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883EC1F5-2BB6-4D23-BAAC-514F2B19E2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936" y="2708746"/>
              <a:ext cx="0" cy="340499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5AEEC477-1BCC-484C-A762-F68923290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8402" y="2708745"/>
              <a:ext cx="0" cy="340499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082044AC-2C39-4CEE-873F-6B1F8BCAEB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370" y="2202239"/>
              <a:ext cx="0" cy="297318"/>
            </a:xfrm>
            <a:prstGeom prst="straightConnector1">
              <a:avLst/>
            </a:prstGeom>
            <a:ln w="28575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08BB138D-2F8D-4E0D-88EC-60DA4A3DF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1174" y="2191316"/>
              <a:ext cx="0" cy="297318"/>
            </a:xfrm>
            <a:prstGeom prst="straightConnector1">
              <a:avLst/>
            </a:prstGeom>
            <a:ln w="28575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76158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C0DD4D4-0CBA-4F6F-A558-B71B7D7E1672}"/>
              </a:ext>
            </a:extLst>
          </p:cNvPr>
          <p:cNvGrpSpPr/>
          <p:nvPr/>
        </p:nvGrpSpPr>
        <p:grpSpPr>
          <a:xfrm>
            <a:off x="1363994" y="1404165"/>
            <a:ext cx="5487233" cy="3727225"/>
            <a:chOff x="1363994" y="1404165"/>
            <a:chExt cx="5487233" cy="3727225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C658EAC-3A6A-403B-A41C-F5D5D928D06C}"/>
                </a:ext>
              </a:extLst>
            </p:cNvPr>
            <p:cNvSpPr/>
            <p:nvPr/>
          </p:nvSpPr>
          <p:spPr>
            <a:xfrm>
              <a:off x="4209117" y="2750525"/>
              <a:ext cx="2642109" cy="1542134"/>
            </a:xfrm>
            <a:prstGeom prst="roundRect">
              <a:avLst>
                <a:gd name="adj" fmla="val 405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E9012D71-F8C4-4030-9EFB-CF842BE2898E}"/>
                </a:ext>
              </a:extLst>
            </p:cNvPr>
            <p:cNvSpPr/>
            <p:nvPr/>
          </p:nvSpPr>
          <p:spPr>
            <a:xfrm>
              <a:off x="4198483" y="1469597"/>
              <a:ext cx="2642109" cy="1270835"/>
            </a:xfrm>
            <a:prstGeom prst="roundRect">
              <a:avLst>
                <a:gd name="adj" fmla="val 405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CE360D-6591-40A2-87FA-70B0DD9CB210}"/>
                </a:ext>
              </a:extLst>
            </p:cNvPr>
            <p:cNvSpPr/>
            <p:nvPr/>
          </p:nvSpPr>
          <p:spPr>
            <a:xfrm>
              <a:off x="4775357" y="1467747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16A83C-0916-472B-97CC-F66DB64AE715}"/>
                </a:ext>
              </a:extLst>
            </p:cNvPr>
            <p:cNvSpPr/>
            <p:nvPr/>
          </p:nvSpPr>
          <p:spPr>
            <a:xfrm>
              <a:off x="5292847" y="1467746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63DDB-14EF-4E10-A75F-72547D298D54}"/>
                </a:ext>
              </a:extLst>
            </p:cNvPr>
            <p:cNvSpPr/>
            <p:nvPr/>
          </p:nvSpPr>
          <p:spPr>
            <a:xfrm>
              <a:off x="5810337" y="1467746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E98A80-D50E-4903-B40A-250745D11403}"/>
                </a:ext>
              </a:extLst>
            </p:cNvPr>
            <p:cNvSpPr/>
            <p:nvPr/>
          </p:nvSpPr>
          <p:spPr>
            <a:xfrm>
              <a:off x="4775357" y="1723980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61852D-313C-49C2-9915-4C3D4C9DED23}"/>
                </a:ext>
              </a:extLst>
            </p:cNvPr>
            <p:cNvSpPr/>
            <p:nvPr/>
          </p:nvSpPr>
          <p:spPr>
            <a:xfrm>
              <a:off x="5292847" y="1723979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D8EDC2-39A9-433A-A194-52016DAC88F9}"/>
                </a:ext>
              </a:extLst>
            </p:cNvPr>
            <p:cNvSpPr/>
            <p:nvPr/>
          </p:nvSpPr>
          <p:spPr>
            <a:xfrm>
              <a:off x="4775357" y="1980213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26D7D0-EF85-41FE-9DD0-6BCEE6AB0305}"/>
                </a:ext>
              </a:extLst>
            </p:cNvPr>
            <p:cNvSpPr/>
            <p:nvPr/>
          </p:nvSpPr>
          <p:spPr>
            <a:xfrm>
              <a:off x="5292847" y="1980212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73DAD9-0B90-4F2C-99F3-26DBB3C519DC}"/>
                </a:ext>
              </a:extLst>
            </p:cNvPr>
            <p:cNvSpPr/>
            <p:nvPr/>
          </p:nvSpPr>
          <p:spPr>
            <a:xfrm>
              <a:off x="5810337" y="1980212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C23947-52BD-48B9-A33F-1554291D1DCE}"/>
                </a:ext>
              </a:extLst>
            </p:cNvPr>
            <p:cNvSpPr/>
            <p:nvPr/>
          </p:nvSpPr>
          <p:spPr>
            <a:xfrm>
              <a:off x="6327827" y="1980211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825C93-1CF2-4939-BD9E-DB5B3F400BD9}"/>
                </a:ext>
              </a:extLst>
            </p:cNvPr>
            <p:cNvSpPr/>
            <p:nvPr/>
          </p:nvSpPr>
          <p:spPr>
            <a:xfrm>
              <a:off x="4775357" y="2236445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61FACDF-42F5-408A-8B9E-B9D2D2C15F9E}"/>
                </a:ext>
              </a:extLst>
            </p:cNvPr>
            <p:cNvSpPr/>
            <p:nvPr/>
          </p:nvSpPr>
          <p:spPr>
            <a:xfrm>
              <a:off x="5292847" y="2236444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C7BBE21-6193-49A8-9521-1313F80BD7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0579" y="1404165"/>
              <a:ext cx="4778" cy="2948705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92AC31-CA52-4193-B5D4-14F3C4E24228}"/>
                </a:ext>
              </a:extLst>
            </p:cNvPr>
            <p:cNvSpPr/>
            <p:nvPr/>
          </p:nvSpPr>
          <p:spPr>
            <a:xfrm>
              <a:off x="5810334" y="2236444"/>
              <a:ext cx="517493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8041EF-28FC-4ED0-A8B2-B8ED7E0E3B81}"/>
                </a:ext>
              </a:extLst>
            </p:cNvPr>
            <p:cNvSpPr txBox="1"/>
            <p:nvPr/>
          </p:nvSpPr>
          <p:spPr>
            <a:xfrm>
              <a:off x="4275373" y="148781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6186CE-9C0B-48A6-8DCC-B82218482347}"/>
                </a:ext>
              </a:extLst>
            </p:cNvPr>
            <p:cNvSpPr txBox="1"/>
            <p:nvPr/>
          </p:nvSpPr>
          <p:spPr>
            <a:xfrm>
              <a:off x="4274515" y="1746114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A79EED-EE6D-4954-9B58-F060CD8FBA77}"/>
                </a:ext>
              </a:extLst>
            </p:cNvPr>
            <p:cNvSpPr txBox="1"/>
            <p:nvPr/>
          </p:nvSpPr>
          <p:spPr>
            <a:xfrm>
              <a:off x="4260505" y="200648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B93A6C-991A-4978-A9DF-3CF392303C2E}"/>
                </a:ext>
              </a:extLst>
            </p:cNvPr>
            <p:cNvSpPr txBox="1"/>
            <p:nvPr/>
          </p:nvSpPr>
          <p:spPr>
            <a:xfrm>
              <a:off x="4236250" y="2270239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EE43A5-A132-4393-8EF3-8AA89E8392C3}"/>
                </a:ext>
              </a:extLst>
            </p:cNvPr>
            <p:cNvSpPr/>
            <p:nvPr/>
          </p:nvSpPr>
          <p:spPr>
            <a:xfrm>
              <a:off x="6327825" y="1467745"/>
              <a:ext cx="512767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F2B9DE-59BE-46D5-80A6-80A74F2A6519}"/>
                </a:ext>
              </a:extLst>
            </p:cNvPr>
            <p:cNvSpPr/>
            <p:nvPr/>
          </p:nvSpPr>
          <p:spPr>
            <a:xfrm>
              <a:off x="6321467" y="1723978"/>
              <a:ext cx="52385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B27532E-78E9-4C65-8CA2-6EE1B7776997}"/>
                </a:ext>
              </a:extLst>
            </p:cNvPr>
            <p:cNvCxnSpPr>
              <a:cxnSpLocks/>
            </p:cNvCxnSpPr>
            <p:nvPr/>
          </p:nvCxnSpPr>
          <p:spPr>
            <a:xfrm>
              <a:off x="4782052" y="1469598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BEC2CA5-DBDF-450F-856D-76D1C9620B89}"/>
                </a:ext>
              </a:extLst>
            </p:cNvPr>
            <p:cNvCxnSpPr>
              <a:cxnSpLocks/>
            </p:cNvCxnSpPr>
            <p:nvPr/>
          </p:nvCxnSpPr>
          <p:spPr>
            <a:xfrm>
              <a:off x="4779680" y="1725831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84D6921-8BB4-4730-8DD8-444B7F867D7F}"/>
                </a:ext>
              </a:extLst>
            </p:cNvPr>
            <p:cNvCxnSpPr>
              <a:cxnSpLocks/>
            </p:cNvCxnSpPr>
            <p:nvPr/>
          </p:nvCxnSpPr>
          <p:spPr>
            <a:xfrm>
              <a:off x="4778079" y="1976812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FFDA3A1-B07A-4DA9-8E57-33EE14F836CB}"/>
                </a:ext>
              </a:extLst>
            </p:cNvPr>
            <p:cNvCxnSpPr>
              <a:cxnSpLocks/>
            </p:cNvCxnSpPr>
            <p:nvPr/>
          </p:nvCxnSpPr>
          <p:spPr>
            <a:xfrm>
              <a:off x="4774691" y="2231489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0943D36-F4E3-4217-9D2E-95EE565692A4}"/>
                </a:ext>
              </a:extLst>
            </p:cNvPr>
            <p:cNvCxnSpPr>
              <a:cxnSpLocks/>
            </p:cNvCxnSpPr>
            <p:nvPr/>
          </p:nvCxnSpPr>
          <p:spPr>
            <a:xfrm>
              <a:off x="4818631" y="1453344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2F7ABC5-E673-4034-B30A-B45A68CDE276}"/>
                </a:ext>
              </a:extLst>
            </p:cNvPr>
            <p:cNvCxnSpPr>
              <a:cxnSpLocks/>
            </p:cNvCxnSpPr>
            <p:nvPr/>
          </p:nvCxnSpPr>
          <p:spPr>
            <a:xfrm>
              <a:off x="5288069" y="1714570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3FE5D27-0B24-4CF4-B4EB-2B9AECFAA2ED}"/>
                </a:ext>
              </a:extLst>
            </p:cNvPr>
            <p:cNvCxnSpPr>
              <a:cxnSpLocks/>
            </p:cNvCxnSpPr>
            <p:nvPr/>
          </p:nvCxnSpPr>
          <p:spPr>
            <a:xfrm>
              <a:off x="5796784" y="1983505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D2A60F1-1F22-4C43-B302-ED84471FD5DC}"/>
                </a:ext>
              </a:extLst>
            </p:cNvPr>
            <p:cNvSpPr/>
            <p:nvPr/>
          </p:nvSpPr>
          <p:spPr>
            <a:xfrm>
              <a:off x="6327010" y="2232730"/>
              <a:ext cx="517493" cy="25994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00137B2-D1E5-4292-B11F-4DA6CF6D4D74}"/>
                </a:ext>
              </a:extLst>
            </p:cNvPr>
            <p:cNvSpPr txBox="1"/>
            <p:nvPr/>
          </p:nvSpPr>
          <p:spPr>
            <a:xfrm>
              <a:off x="6093901" y="2427565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B7599D7-8417-44D5-918A-820A91BEA690}"/>
                </a:ext>
              </a:extLst>
            </p:cNvPr>
            <p:cNvSpPr/>
            <p:nvPr/>
          </p:nvSpPr>
          <p:spPr>
            <a:xfrm>
              <a:off x="4775641" y="2487797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AF5FE1F-DB25-41C4-987D-65E60821A35A}"/>
                </a:ext>
              </a:extLst>
            </p:cNvPr>
            <p:cNvSpPr/>
            <p:nvPr/>
          </p:nvSpPr>
          <p:spPr>
            <a:xfrm>
              <a:off x="5293131" y="2487796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0C1DC55-408D-46B5-BF2D-692BE2ADA32A}"/>
                </a:ext>
              </a:extLst>
            </p:cNvPr>
            <p:cNvSpPr/>
            <p:nvPr/>
          </p:nvSpPr>
          <p:spPr>
            <a:xfrm>
              <a:off x="5810621" y="2487796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8AE2F8C-BA17-49AA-BBE7-A43695FFA487}"/>
                </a:ext>
              </a:extLst>
            </p:cNvPr>
            <p:cNvSpPr/>
            <p:nvPr/>
          </p:nvSpPr>
          <p:spPr>
            <a:xfrm>
              <a:off x="4775641" y="2744030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C8E1082-EA69-4481-B87C-E59E16221B41}"/>
                </a:ext>
              </a:extLst>
            </p:cNvPr>
            <p:cNvSpPr/>
            <p:nvPr/>
          </p:nvSpPr>
          <p:spPr>
            <a:xfrm>
              <a:off x="5293131" y="2744029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4876958-996F-4291-A247-71ED22ABCCCA}"/>
                </a:ext>
              </a:extLst>
            </p:cNvPr>
            <p:cNvSpPr/>
            <p:nvPr/>
          </p:nvSpPr>
          <p:spPr>
            <a:xfrm>
              <a:off x="4775641" y="300026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879E5A7-3F39-4133-9C1A-69A8413F6BEA}"/>
                </a:ext>
              </a:extLst>
            </p:cNvPr>
            <p:cNvSpPr/>
            <p:nvPr/>
          </p:nvSpPr>
          <p:spPr>
            <a:xfrm>
              <a:off x="5293131" y="3000262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6DF0D27-832D-48D8-A9EA-5FCCCCA7BA4A}"/>
                </a:ext>
              </a:extLst>
            </p:cNvPr>
            <p:cNvSpPr/>
            <p:nvPr/>
          </p:nvSpPr>
          <p:spPr>
            <a:xfrm>
              <a:off x="5810621" y="3000262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2F68B7D-17AD-4F09-960A-CBA8C5FC51F7}"/>
                </a:ext>
              </a:extLst>
            </p:cNvPr>
            <p:cNvSpPr/>
            <p:nvPr/>
          </p:nvSpPr>
          <p:spPr>
            <a:xfrm>
              <a:off x="6328110" y="3000261"/>
              <a:ext cx="518835" cy="25994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9D9F159-C1C7-46CE-A085-A2C6949DCAA3}"/>
                </a:ext>
              </a:extLst>
            </p:cNvPr>
            <p:cNvSpPr/>
            <p:nvPr/>
          </p:nvSpPr>
          <p:spPr>
            <a:xfrm>
              <a:off x="4775641" y="3256495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7849D3A-6F6D-4924-8B98-FFFDD5E5A6DF}"/>
                </a:ext>
              </a:extLst>
            </p:cNvPr>
            <p:cNvSpPr/>
            <p:nvPr/>
          </p:nvSpPr>
          <p:spPr>
            <a:xfrm>
              <a:off x="5293131" y="3256494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EA65275-01AC-47F1-8596-F12ABEE2BB8A}"/>
                </a:ext>
              </a:extLst>
            </p:cNvPr>
            <p:cNvSpPr/>
            <p:nvPr/>
          </p:nvSpPr>
          <p:spPr>
            <a:xfrm>
              <a:off x="5810618" y="3256494"/>
              <a:ext cx="517493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18F016C-D13F-488E-97AC-F9F5AD920A3A}"/>
                </a:ext>
              </a:extLst>
            </p:cNvPr>
            <p:cNvSpPr txBox="1"/>
            <p:nvPr/>
          </p:nvSpPr>
          <p:spPr>
            <a:xfrm>
              <a:off x="4238487" y="250786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t=16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C162163-1341-4A7A-B5F0-2E9F43749913}"/>
                </a:ext>
              </a:extLst>
            </p:cNvPr>
            <p:cNvSpPr txBox="1"/>
            <p:nvPr/>
          </p:nvSpPr>
          <p:spPr>
            <a:xfrm>
              <a:off x="4237629" y="2732998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2CC9910-D96A-4705-B6B1-0913916CAF83}"/>
                </a:ext>
              </a:extLst>
            </p:cNvPr>
            <p:cNvSpPr txBox="1"/>
            <p:nvPr/>
          </p:nvSpPr>
          <p:spPr>
            <a:xfrm>
              <a:off x="4238487" y="302653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t=24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7366C8-A38B-403E-A751-8620C9B2EFC8}"/>
                </a:ext>
              </a:extLst>
            </p:cNvPr>
            <p:cNvSpPr txBox="1"/>
            <p:nvPr/>
          </p:nvSpPr>
          <p:spPr>
            <a:xfrm>
              <a:off x="4243968" y="3290289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t=28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BC14331-A144-49C8-B12A-1C6458A114B7}"/>
                </a:ext>
              </a:extLst>
            </p:cNvPr>
            <p:cNvSpPr/>
            <p:nvPr/>
          </p:nvSpPr>
          <p:spPr>
            <a:xfrm>
              <a:off x="6328109" y="2487795"/>
              <a:ext cx="512767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7104D1D-7086-4616-BD29-73142721393A}"/>
                </a:ext>
              </a:extLst>
            </p:cNvPr>
            <p:cNvSpPr/>
            <p:nvPr/>
          </p:nvSpPr>
          <p:spPr>
            <a:xfrm>
              <a:off x="6321751" y="2744028"/>
              <a:ext cx="52385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DF8FEAF-94E5-4072-A000-9AD216D07942}"/>
                </a:ext>
              </a:extLst>
            </p:cNvPr>
            <p:cNvCxnSpPr>
              <a:cxnSpLocks/>
            </p:cNvCxnSpPr>
            <p:nvPr/>
          </p:nvCxnSpPr>
          <p:spPr>
            <a:xfrm>
              <a:off x="4782336" y="2489648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8C0A10-2C12-491D-B2C5-09F01AB3347B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64" y="2745881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1F0B8E5-E4CA-43AA-B4F0-9D44CC2B0D9E}"/>
                </a:ext>
              </a:extLst>
            </p:cNvPr>
            <p:cNvCxnSpPr>
              <a:cxnSpLocks/>
            </p:cNvCxnSpPr>
            <p:nvPr/>
          </p:nvCxnSpPr>
          <p:spPr>
            <a:xfrm>
              <a:off x="4806957" y="2743890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E67D09A-8D76-4407-A883-D680F9629D34}"/>
                </a:ext>
              </a:extLst>
            </p:cNvPr>
            <p:cNvCxnSpPr>
              <a:cxnSpLocks/>
            </p:cNvCxnSpPr>
            <p:nvPr/>
          </p:nvCxnSpPr>
          <p:spPr>
            <a:xfrm>
              <a:off x="6329819" y="2238925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F568A1C-C3B6-4E0A-92B6-0B5E668DE9EE}"/>
                </a:ext>
              </a:extLst>
            </p:cNvPr>
            <p:cNvSpPr/>
            <p:nvPr/>
          </p:nvSpPr>
          <p:spPr>
            <a:xfrm>
              <a:off x="6327294" y="3260208"/>
              <a:ext cx="519651" cy="2525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B131F38-AFB1-4CF3-870A-CC6E20FD26D2}"/>
                </a:ext>
              </a:extLst>
            </p:cNvPr>
            <p:cNvSpPr txBox="1"/>
            <p:nvPr/>
          </p:nvSpPr>
          <p:spPr>
            <a:xfrm>
              <a:off x="4340635" y="4366573"/>
              <a:ext cx="473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AAI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A666902-481B-4229-8C8E-65C47A3EF517}"/>
                </a:ext>
              </a:extLst>
            </p:cNvPr>
            <p:cNvSpPr txBox="1"/>
            <p:nvPr/>
          </p:nvSpPr>
          <p:spPr>
            <a:xfrm>
              <a:off x="4139451" y="4667939"/>
              <a:ext cx="876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AEI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FAA38B8-A7F1-454A-A3AD-CCC459AF1AA2}"/>
                </a:ext>
              </a:extLst>
            </p:cNvPr>
            <p:cNvSpPr/>
            <p:nvPr/>
          </p:nvSpPr>
          <p:spPr>
            <a:xfrm>
              <a:off x="4775002" y="4395217"/>
              <a:ext cx="517490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4A566A3-2DEF-4A5E-BD5C-7D5ABD3C1EF9}"/>
                </a:ext>
              </a:extLst>
            </p:cNvPr>
            <p:cNvSpPr/>
            <p:nvPr/>
          </p:nvSpPr>
          <p:spPr>
            <a:xfrm>
              <a:off x="5292492" y="4395216"/>
              <a:ext cx="517490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585965A-8345-4FE0-A910-CB1EB0C81A48}"/>
                </a:ext>
              </a:extLst>
            </p:cNvPr>
            <p:cNvSpPr/>
            <p:nvPr/>
          </p:nvSpPr>
          <p:spPr>
            <a:xfrm>
              <a:off x="5809979" y="4395216"/>
              <a:ext cx="517493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2B8C177-4F7D-4F20-8303-07BFC7865382}"/>
                </a:ext>
              </a:extLst>
            </p:cNvPr>
            <p:cNvSpPr/>
            <p:nvPr/>
          </p:nvSpPr>
          <p:spPr>
            <a:xfrm>
              <a:off x="6326655" y="4396240"/>
              <a:ext cx="517493" cy="253601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8CC6DC2-57E7-4E7F-8ED4-ED0A29888406}"/>
                </a:ext>
              </a:extLst>
            </p:cNvPr>
            <p:cNvSpPr/>
            <p:nvPr/>
          </p:nvSpPr>
          <p:spPr>
            <a:xfrm>
              <a:off x="4775002" y="4704730"/>
              <a:ext cx="517490" cy="25623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C292797-7247-4838-B50C-032C51EFE3BD}"/>
                </a:ext>
              </a:extLst>
            </p:cNvPr>
            <p:cNvSpPr/>
            <p:nvPr/>
          </p:nvSpPr>
          <p:spPr>
            <a:xfrm>
              <a:off x="5292492" y="4704729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DAD456C-151D-407A-A432-4C2F6E869F90}"/>
                </a:ext>
              </a:extLst>
            </p:cNvPr>
            <p:cNvSpPr/>
            <p:nvPr/>
          </p:nvSpPr>
          <p:spPr>
            <a:xfrm>
              <a:off x="5809979" y="4704729"/>
              <a:ext cx="517493" cy="25623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D9FBC9A-F583-419A-BCB6-8E3E96AC54EF}"/>
                </a:ext>
              </a:extLst>
            </p:cNvPr>
            <p:cNvSpPr/>
            <p:nvPr/>
          </p:nvSpPr>
          <p:spPr>
            <a:xfrm>
              <a:off x="6326655" y="4703121"/>
              <a:ext cx="517493" cy="25784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2FAA9A2-BCB7-4F59-816B-073D6C9E30D9}"/>
                </a:ext>
              </a:extLst>
            </p:cNvPr>
            <p:cNvSpPr/>
            <p:nvPr/>
          </p:nvSpPr>
          <p:spPr>
            <a:xfrm>
              <a:off x="5810620" y="2744029"/>
              <a:ext cx="512429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875B676-6B53-4017-A2A3-7B219C13770D}"/>
                </a:ext>
              </a:extLst>
            </p:cNvPr>
            <p:cNvCxnSpPr>
              <a:cxnSpLocks/>
            </p:cNvCxnSpPr>
            <p:nvPr/>
          </p:nvCxnSpPr>
          <p:spPr>
            <a:xfrm>
              <a:off x="6845318" y="1404165"/>
              <a:ext cx="0" cy="2948705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02FF5C0-A65C-4134-9C11-A9E9966495EB}"/>
                </a:ext>
              </a:extLst>
            </p:cNvPr>
            <p:cNvSpPr/>
            <p:nvPr/>
          </p:nvSpPr>
          <p:spPr>
            <a:xfrm>
              <a:off x="4775765" y="3512902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68D5578-E705-48FD-B879-D39229703923}"/>
                </a:ext>
              </a:extLst>
            </p:cNvPr>
            <p:cNvSpPr/>
            <p:nvPr/>
          </p:nvSpPr>
          <p:spPr>
            <a:xfrm>
              <a:off x="5293255" y="351290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9ADCB04-E7F3-4F00-B519-A4A5EE8DC1C0}"/>
                </a:ext>
              </a:extLst>
            </p:cNvPr>
            <p:cNvSpPr/>
            <p:nvPr/>
          </p:nvSpPr>
          <p:spPr>
            <a:xfrm>
              <a:off x="5810742" y="3512901"/>
              <a:ext cx="517493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49ED3DC-9172-403D-9C22-7FDAE450EAF7}"/>
                </a:ext>
              </a:extLst>
            </p:cNvPr>
            <p:cNvSpPr/>
            <p:nvPr/>
          </p:nvSpPr>
          <p:spPr>
            <a:xfrm>
              <a:off x="6327418" y="3511247"/>
              <a:ext cx="521350" cy="2572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B5A06A3-C289-4125-9807-93B8A22E5465}"/>
                </a:ext>
              </a:extLst>
            </p:cNvPr>
            <p:cNvSpPr txBox="1"/>
            <p:nvPr/>
          </p:nvSpPr>
          <p:spPr>
            <a:xfrm>
              <a:off x="4250086" y="3546124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t=32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E420267-3201-42EC-9F17-6A87412F84D2}"/>
                </a:ext>
              </a:extLst>
            </p:cNvPr>
            <p:cNvCxnSpPr>
              <a:cxnSpLocks/>
            </p:cNvCxnSpPr>
            <p:nvPr/>
          </p:nvCxnSpPr>
          <p:spPr>
            <a:xfrm>
              <a:off x="5299192" y="2986521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DEA2FFD6-6DEA-4FF6-BA3A-B6FA4A5CA388}"/>
                </a:ext>
              </a:extLst>
            </p:cNvPr>
            <p:cNvSpPr/>
            <p:nvPr/>
          </p:nvSpPr>
          <p:spPr>
            <a:xfrm>
              <a:off x="1508104" y="1533179"/>
              <a:ext cx="2566077" cy="1291464"/>
            </a:xfrm>
            <a:prstGeom prst="roundRect">
              <a:avLst>
                <a:gd name="adj" fmla="val 405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EEA1618-83FB-4EA4-A728-8E63BC5BE002}"/>
                </a:ext>
              </a:extLst>
            </p:cNvPr>
            <p:cNvSpPr/>
            <p:nvPr/>
          </p:nvSpPr>
          <p:spPr>
            <a:xfrm>
              <a:off x="2008946" y="1531329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772A0FC-534E-4275-952C-D23977DEFC88}"/>
                </a:ext>
              </a:extLst>
            </p:cNvPr>
            <p:cNvSpPr/>
            <p:nvPr/>
          </p:nvSpPr>
          <p:spPr>
            <a:xfrm>
              <a:off x="2526436" y="153132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BF7C5E1-B438-42FF-A2D0-A9C3A8C58331}"/>
                </a:ext>
              </a:extLst>
            </p:cNvPr>
            <p:cNvSpPr/>
            <p:nvPr/>
          </p:nvSpPr>
          <p:spPr>
            <a:xfrm>
              <a:off x="3043926" y="1531328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299BA6A-99CC-4AE9-96FC-A9B2AC5CDCE2}"/>
                </a:ext>
              </a:extLst>
            </p:cNvPr>
            <p:cNvSpPr/>
            <p:nvPr/>
          </p:nvSpPr>
          <p:spPr>
            <a:xfrm>
              <a:off x="2008946" y="1787562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893B8E3-9FE8-4857-B9DF-C1834A8ECF93}"/>
                </a:ext>
              </a:extLst>
            </p:cNvPr>
            <p:cNvSpPr/>
            <p:nvPr/>
          </p:nvSpPr>
          <p:spPr>
            <a:xfrm>
              <a:off x="2526436" y="178756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106A8B4-3EE8-425F-BE9B-CB7A6B8F41A8}"/>
                </a:ext>
              </a:extLst>
            </p:cNvPr>
            <p:cNvSpPr/>
            <p:nvPr/>
          </p:nvSpPr>
          <p:spPr>
            <a:xfrm>
              <a:off x="2008946" y="2043795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9089110-E3AB-474D-A06C-16CA40E36B19}"/>
                </a:ext>
              </a:extLst>
            </p:cNvPr>
            <p:cNvSpPr/>
            <p:nvPr/>
          </p:nvSpPr>
          <p:spPr>
            <a:xfrm>
              <a:off x="2526436" y="2043794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D6C49A7-DED5-41D0-96E5-2D0587465287}"/>
                </a:ext>
              </a:extLst>
            </p:cNvPr>
            <p:cNvSpPr/>
            <p:nvPr/>
          </p:nvSpPr>
          <p:spPr>
            <a:xfrm>
              <a:off x="3043926" y="2043794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20A3291-BB77-4FEE-889A-6F747DBB1607}"/>
                </a:ext>
              </a:extLst>
            </p:cNvPr>
            <p:cNvSpPr/>
            <p:nvPr/>
          </p:nvSpPr>
          <p:spPr>
            <a:xfrm>
              <a:off x="3561416" y="2043793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D45E426-6E99-4E2A-B749-349517314A39}"/>
                </a:ext>
              </a:extLst>
            </p:cNvPr>
            <p:cNvSpPr/>
            <p:nvPr/>
          </p:nvSpPr>
          <p:spPr>
            <a:xfrm>
              <a:off x="2008946" y="2300027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DA266AB-C368-4CB1-91F2-2BC683EB165B}"/>
                </a:ext>
              </a:extLst>
            </p:cNvPr>
            <p:cNvSpPr/>
            <p:nvPr/>
          </p:nvSpPr>
          <p:spPr>
            <a:xfrm>
              <a:off x="2526436" y="2300026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97749A3-8AFD-44F7-B341-19BC645FCE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4168" y="1467747"/>
              <a:ext cx="4778" cy="146212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580D421-2815-4521-9EAE-B1F9D2D273AB}"/>
                </a:ext>
              </a:extLst>
            </p:cNvPr>
            <p:cNvSpPr/>
            <p:nvPr/>
          </p:nvSpPr>
          <p:spPr>
            <a:xfrm>
              <a:off x="3043923" y="2300026"/>
              <a:ext cx="517493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E959D6F-20C3-494D-846F-71622E866C7E}"/>
                </a:ext>
              </a:extLst>
            </p:cNvPr>
            <p:cNvSpPr txBox="1"/>
            <p:nvPr/>
          </p:nvSpPr>
          <p:spPr>
            <a:xfrm>
              <a:off x="1508962" y="1551392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9AACC8F-339D-4F31-B895-F31BD1B582DC}"/>
                </a:ext>
              </a:extLst>
            </p:cNvPr>
            <p:cNvSpPr txBox="1"/>
            <p:nvPr/>
          </p:nvSpPr>
          <p:spPr>
            <a:xfrm>
              <a:off x="1508104" y="179322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t=4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9FF5C58-F755-4EFB-8D6B-A01BF908C339}"/>
                </a:ext>
              </a:extLst>
            </p:cNvPr>
            <p:cNvSpPr txBox="1"/>
            <p:nvPr/>
          </p:nvSpPr>
          <p:spPr>
            <a:xfrm>
              <a:off x="1494094" y="2049467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t=8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5B5073F-585A-4549-9719-B723675B6859}"/>
                </a:ext>
              </a:extLst>
            </p:cNvPr>
            <p:cNvSpPr txBox="1"/>
            <p:nvPr/>
          </p:nvSpPr>
          <p:spPr>
            <a:xfrm>
              <a:off x="1469839" y="2284393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0A474DE-006A-4C21-8E74-D3AFC120A440}"/>
                </a:ext>
              </a:extLst>
            </p:cNvPr>
            <p:cNvSpPr/>
            <p:nvPr/>
          </p:nvSpPr>
          <p:spPr>
            <a:xfrm>
              <a:off x="3561414" y="1531327"/>
              <a:ext cx="512767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DEF16F0-307B-4EBA-9240-72CB30D70047}"/>
                </a:ext>
              </a:extLst>
            </p:cNvPr>
            <p:cNvSpPr/>
            <p:nvPr/>
          </p:nvSpPr>
          <p:spPr>
            <a:xfrm>
              <a:off x="3555056" y="1787560"/>
              <a:ext cx="52385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0C4063B-0374-4E47-9DA7-D7E23157213D}"/>
                </a:ext>
              </a:extLst>
            </p:cNvPr>
            <p:cNvCxnSpPr>
              <a:cxnSpLocks/>
            </p:cNvCxnSpPr>
            <p:nvPr/>
          </p:nvCxnSpPr>
          <p:spPr>
            <a:xfrm>
              <a:off x="2015641" y="1533180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72E82670-B4BB-4535-96C9-F140FF2AD817}"/>
                </a:ext>
              </a:extLst>
            </p:cNvPr>
            <p:cNvCxnSpPr>
              <a:cxnSpLocks/>
            </p:cNvCxnSpPr>
            <p:nvPr/>
          </p:nvCxnSpPr>
          <p:spPr>
            <a:xfrm>
              <a:off x="2013269" y="1789413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C1FE91A-5C29-483A-82EE-74565E4C760B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68" y="2040394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5DE01ADD-745C-4ECF-9D5B-553B0DBB35CD}"/>
                </a:ext>
              </a:extLst>
            </p:cNvPr>
            <p:cNvCxnSpPr>
              <a:cxnSpLocks/>
            </p:cNvCxnSpPr>
            <p:nvPr/>
          </p:nvCxnSpPr>
          <p:spPr>
            <a:xfrm>
              <a:off x="2008280" y="2295071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804A837-DAB8-4247-B103-7ED662C2B8B4}"/>
                </a:ext>
              </a:extLst>
            </p:cNvPr>
            <p:cNvCxnSpPr>
              <a:cxnSpLocks/>
            </p:cNvCxnSpPr>
            <p:nvPr/>
          </p:nvCxnSpPr>
          <p:spPr>
            <a:xfrm>
              <a:off x="2052220" y="1516926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4C0C9C86-86DE-45ED-B5E7-9F802DFE65BC}"/>
                </a:ext>
              </a:extLst>
            </p:cNvPr>
            <p:cNvCxnSpPr>
              <a:cxnSpLocks/>
            </p:cNvCxnSpPr>
            <p:nvPr/>
          </p:nvCxnSpPr>
          <p:spPr>
            <a:xfrm>
              <a:off x="2521658" y="1778152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C5D3FEEE-A9F5-4422-9181-B6682B8FA574}"/>
                </a:ext>
              </a:extLst>
            </p:cNvPr>
            <p:cNvCxnSpPr>
              <a:cxnSpLocks/>
            </p:cNvCxnSpPr>
            <p:nvPr/>
          </p:nvCxnSpPr>
          <p:spPr>
            <a:xfrm>
              <a:off x="3030373" y="2047087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B06F39C-C386-4183-8B4D-7D1DA801275D}"/>
                </a:ext>
              </a:extLst>
            </p:cNvPr>
            <p:cNvSpPr/>
            <p:nvPr/>
          </p:nvSpPr>
          <p:spPr>
            <a:xfrm>
              <a:off x="3560599" y="2296312"/>
              <a:ext cx="517493" cy="25994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C03901B-586A-4D20-882C-939B565E8C4D}"/>
                </a:ext>
              </a:extLst>
            </p:cNvPr>
            <p:cNvSpPr txBox="1"/>
            <p:nvPr/>
          </p:nvSpPr>
          <p:spPr>
            <a:xfrm>
              <a:off x="3327490" y="2491147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t=15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C8EC06-489A-4530-BAC3-D407A13675DC}"/>
                </a:ext>
              </a:extLst>
            </p:cNvPr>
            <p:cNvSpPr/>
            <p:nvPr/>
          </p:nvSpPr>
          <p:spPr>
            <a:xfrm>
              <a:off x="2009230" y="2551379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4A7F712-5D01-4DEC-8D41-CB36CA6D3273}"/>
                </a:ext>
              </a:extLst>
            </p:cNvPr>
            <p:cNvSpPr/>
            <p:nvPr/>
          </p:nvSpPr>
          <p:spPr>
            <a:xfrm>
              <a:off x="2526720" y="255137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C136241-A671-440D-8BFD-3B111D561905}"/>
                </a:ext>
              </a:extLst>
            </p:cNvPr>
            <p:cNvSpPr/>
            <p:nvPr/>
          </p:nvSpPr>
          <p:spPr>
            <a:xfrm>
              <a:off x="3044210" y="2551378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62546A1-AA76-4D67-926F-BB803BE75333}"/>
                </a:ext>
              </a:extLst>
            </p:cNvPr>
            <p:cNvSpPr txBox="1"/>
            <p:nvPr/>
          </p:nvSpPr>
          <p:spPr>
            <a:xfrm>
              <a:off x="1472076" y="2571442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t=16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D2B273A-1E82-4D05-920C-023415D0987D}"/>
                </a:ext>
              </a:extLst>
            </p:cNvPr>
            <p:cNvSpPr/>
            <p:nvPr/>
          </p:nvSpPr>
          <p:spPr>
            <a:xfrm>
              <a:off x="3561698" y="2551377"/>
              <a:ext cx="512767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4F3FAF61-0099-4F96-B3A5-EFADB9AF18E2}"/>
                </a:ext>
              </a:extLst>
            </p:cNvPr>
            <p:cNvCxnSpPr>
              <a:cxnSpLocks/>
            </p:cNvCxnSpPr>
            <p:nvPr/>
          </p:nvCxnSpPr>
          <p:spPr>
            <a:xfrm>
              <a:off x="2015925" y="2553230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CE57A63D-EB1C-46F2-B198-74F827B27796}"/>
                </a:ext>
              </a:extLst>
            </p:cNvPr>
            <p:cNvCxnSpPr>
              <a:cxnSpLocks/>
            </p:cNvCxnSpPr>
            <p:nvPr/>
          </p:nvCxnSpPr>
          <p:spPr>
            <a:xfrm>
              <a:off x="3563408" y="2302507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AFBFC74-7288-49EA-A656-D39326149ADE}"/>
                </a:ext>
              </a:extLst>
            </p:cNvPr>
            <p:cNvSpPr txBox="1"/>
            <p:nvPr/>
          </p:nvSpPr>
          <p:spPr>
            <a:xfrm>
              <a:off x="1569801" y="2930875"/>
              <a:ext cx="473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AAI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88CBE79-DCDB-43F0-A4CD-CC4BE0362A22}"/>
                </a:ext>
              </a:extLst>
            </p:cNvPr>
            <p:cNvSpPr txBox="1"/>
            <p:nvPr/>
          </p:nvSpPr>
          <p:spPr>
            <a:xfrm>
              <a:off x="1363994" y="3219249"/>
              <a:ext cx="876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AEI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CF23753-E64D-4A5A-A69B-2AB4C11DBD5C}"/>
                </a:ext>
              </a:extLst>
            </p:cNvPr>
            <p:cNvSpPr/>
            <p:nvPr/>
          </p:nvSpPr>
          <p:spPr>
            <a:xfrm>
              <a:off x="2004168" y="2959519"/>
              <a:ext cx="517490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DBF46D4-7C66-469C-A31C-6C1A6A8CB1D6}"/>
                </a:ext>
              </a:extLst>
            </p:cNvPr>
            <p:cNvSpPr/>
            <p:nvPr/>
          </p:nvSpPr>
          <p:spPr>
            <a:xfrm>
              <a:off x="2521658" y="2959518"/>
              <a:ext cx="517490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8354C93-D1F1-438E-B8F3-48F3CC895943}"/>
                </a:ext>
              </a:extLst>
            </p:cNvPr>
            <p:cNvSpPr/>
            <p:nvPr/>
          </p:nvSpPr>
          <p:spPr>
            <a:xfrm>
              <a:off x="3039145" y="2959518"/>
              <a:ext cx="517493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7543E5B-B91E-43DF-801A-4121A8604ACF}"/>
                </a:ext>
              </a:extLst>
            </p:cNvPr>
            <p:cNvSpPr/>
            <p:nvPr/>
          </p:nvSpPr>
          <p:spPr>
            <a:xfrm>
              <a:off x="3555821" y="2960542"/>
              <a:ext cx="517493" cy="253601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C7CA24B-0B21-44C0-B7D6-8120AC7A9042}"/>
                </a:ext>
              </a:extLst>
            </p:cNvPr>
            <p:cNvSpPr/>
            <p:nvPr/>
          </p:nvSpPr>
          <p:spPr>
            <a:xfrm>
              <a:off x="2004168" y="3269032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BD44051-D90C-4905-B4F0-27454A1341D7}"/>
                </a:ext>
              </a:extLst>
            </p:cNvPr>
            <p:cNvSpPr/>
            <p:nvPr/>
          </p:nvSpPr>
          <p:spPr>
            <a:xfrm>
              <a:off x="2521658" y="326903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A4610DB-312F-4CF7-944B-0E09FAC78206}"/>
                </a:ext>
              </a:extLst>
            </p:cNvPr>
            <p:cNvSpPr/>
            <p:nvPr/>
          </p:nvSpPr>
          <p:spPr>
            <a:xfrm>
              <a:off x="3039145" y="3269031"/>
              <a:ext cx="517493" cy="25623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ADC273D-4E01-4282-B06A-91054F7A3F89}"/>
                </a:ext>
              </a:extLst>
            </p:cNvPr>
            <p:cNvSpPr/>
            <p:nvPr/>
          </p:nvSpPr>
          <p:spPr>
            <a:xfrm>
              <a:off x="3555821" y="3265317"/>
              <a:ext cx="517493" cy="259946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DEA9B3F-E5DC-48D5-9528-16E8796C0582}"/>
                </a:ext>
              </a:extLst>
            </p:cNvPr>
            <p:cNvSpPr/>
            <p:nvPr/>
          </p:nvSpPr>
          <p:spPr>
            <a:xfrm>
              <a:off x="3049962" y="1787561"/>
              <a:ext cx="516673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0CE13F9E-6632-44F3-8E3E-B32C0A76E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868" y="1467747"/>
              <a:ext cx="6039" cy="146550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F43B0E3A-C43E-4318-9D61-5EB259073E67}"/>
                </a:ext>
              </a:extLst>
            </p:cNvPr>
            <p:cNvCxnSpPr>
              <a:cxnSpLocks/>
            </p:cNvCxnSpPr>
            <p:nvPr/>
          </p:nvCxnSpPr>
          <p:spPr>
            <a:xfrm>
              <a:off x="5804607" y="3254145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0DA7A60F-0287-425E-9D70-3A9F70F02509}"/>
                </a:ext>
              </a:extLst>
            </p:cNvPr>
            <p:cNvCxnSpPr>
              <a:cxnSpLocks/>
            </p:cNvCxnSpPr>
            <p:nvPr/>
          </p:nvCxnSpPr>
          <p:spPr>
            <a:xfrm>
              <a:off x="5800855" y="2995245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1BBDD7D8-B494-4012-B5B2-C857DC49122E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30" y="3518063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930031F1-0585-4CC2-8B8E-D29E1CAAD873}"/>
                </a:ext>
              </a:extLst>
            </p:cNvPr>
            <p:cNvSpPr/>
            <p:nvPr/>
          </p:nvSpPr>
          <p:spPr>
            <a:xfrm>
              <a:off x="4770579" y="3768630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CD1CC15-B8EF-4503-A291-6C819153E3E6}"/>
                </a:ext>
              </a:extLst>
            </p:cNvPr>
            <p:cNvSpPr/>
            <p:nvPr/>
          </p:nvSpPr>
          <p:spPr>
            <a:xfrm>
              <a:off x="5288069" y="3768629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6AB0047-7848-48D6-A8E0-1B6E557B1AFC}"/>
                </a:ext>
              </a:extLst>
            </p:cNvPr>
            <p:cNvSpPr/>
            <p:nvPr/>
          </p:nvSpPr>
          <p:spPr>
            <a:xfrm>
              <a:off x="5805556" y="3768629"/>
              <a:ext cx="517493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16ED1DA-C5EA-46EF-9B9B-9730A3427018}"/>
                </a:ext>
              </a:extLst>
            </p:cNvPr>
            <p:cNvSpPr/>
            <p:nvPr/>
          </p:nvSpPr>
          <p:spPr>
            <a:xfrm>
              <a:off x="6322232" y="3772342"/>
              <a:ext cx="527528" cy="253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F4C3F4F0-376B-4C11-A67A-734F5282A281}"/>
                </a:ext>
              </a:extLst>
            </p:cNvPr>
            <p:cNvCxnSpPr>
              <a:cxnSpLocks/>
            </p:cNvCxnSpPr>
            <p:nvPr/>
          </p:nvCxnSpPr>
          <p:spPr>
            <a:xfrm>
              <a:off x="5818687" y="3778229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411D0DE-7AC2-4C37-A507-7F163FECF024}"/>
                </a:ext>
              </a:extLst>
            </p:cNvPr>
            <p:cNvSpPr/>
            <p:nvPr/>
          </p:nvSpPr>
          <p:spPr>
            <a:xfrm>
              <a:off x="4770579" y="4022859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D7E6274-544F-4070-B98F-F0D4E00C1EAA}"/>
                </a:ext>
              </a:extLst>
            </p:cNvPr>
            <p:cNvSpPr/>
            <p:nvPr/>
          </p:nvSpPr>
          <p:spPr>
            <a:xfrm>
              <a:off x="5288069" y="402285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88681EA7-31B4-43C1-BAAA-CA38EA2DEBF6}"/>
                </a:ext>
              </a:extLst>
            </p:cNvPr>
            <p:cNvSpPr/>
            <p:nvPr/>
          </p:nvSpPr>
          <p:spPr>
            <a:xfrm>
              <a:off x="5805556" y="4022858"/>
              <a:ext cx="517493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B9410EE-5C51-4271-B7C3-6CE93164E17D}"/>
                </a:ext>
              </a:extLst>
            </p:cNvPr>
            <p:cNvSpPr/>
            <p:nvPr/>
          </p:nvSpPr>
          <p:spPr>
            <a:xfrm>
              <a:off x="6322232" y="4026571"/>
              <a:ext cx="528995" cy="253601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955D0BDF-405C-4BD9-8124-35F2DE06EBD1}"/>
                </a:ext>
              </a:extLst>
            </p:cNvPr>
            <p:cNvCxnSpPr>
              <a:cxnSpLocks/>
            </p:cNvCxnSpPr>
            <p:nvPr/>
          </p:nvCxnSpPr>
          <p:spPr>
            <a:xfrm>
              <a:off x="4771744" y="4028020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C6E87F-E4D5-4E6A-B55B-44C479BB5924}"/>
                </a:ext>
              </a:extLst>
            </p:cNvPr>
            <p:cNvSpPr/>
            <p:nvPr/>
          </p:nvSpPr>
          <p:spPr>
            <a:xfrm>
              <a:off x="5816373" y="1723979"/>
              <a:ext cx="516673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34F23EA9-FEFA-44B4-BCC7-4FAA938A9BF1}"/>
                </a:ext>
              </a:extLst>
            </p:cNvPr>
            <p:cNvSpPr txBox="1"/>
            <p:nvPr/>
          </p:nvSpPr>
          <p:spPr>
            <a:xfrm>
              <a:off x="4241540" y="4045093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t=40</a:t>
              </a: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703928A8-A086-4C7D-9FD7-F4632BBF442C}"/>
                </a:ext>
              </a:extLst>
            </p:cNvPr>
            <p:cNvCxnSpPr>
              <a:cxnSpLocks/>
            </p:cNvCxnSpPr>
            <p:nvPr/>
          </p:nvCxnSpPr>
          <p:spPr>
            <a:xfrm>
              <a:off x="6324957" y="3520990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AC5824E5-F0E3-4F59-BA2A-08C589067B94}"/>
                </a:ext>
              </a:extLst>
            </p:cNvPr>
            <p:cNvCxnSpPr>
              <a:cxnSpLocks/>
            </p:cNvCxnSpPr>
            <p:nvPr/>
          </p:nvCxnSpPr>
          <p:spPr>
            <a:xfrm>
              <a:off x="4796987" y="4023723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1C5DE55-C1D1-4EC0-B02B-E4452D77FF13}"/>
                </a:ext>
              </a:extLst>
            </p:cNvPr>
            <p:cNvSpPr txBox="1"/>
            <p:nvPr/>
          </p:nvSpPr>
          <p:spPr>
            <a:xfrm>
              <a:off x="4255505" y="3782157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t=36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167F8277-121F-47C9-9B0F-CF90CC56E3C9}"/>
                </a:ext>
              </a:extLst>
            </p:cNvPr>
            <p:cNvSpPr/>
            <p:nvPr/>
          </p:nvSpPr>
          <p:spPr>
            <a:xfrm>
              <a:off x="2061425" y="3615274"/>
              <a:ext cx="265772" cy="1539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AAE640CD-1ACD-4426-888B-17FC41C7FAB3}"/>
                </a:ext>
              </a:extLst>
            </p:cNvPr>
            <p:cNvSpPr/>
            <p:nvPr/>
          </p:nvSpPr>
          <p:spPr>
            <a:xfrm>
              <a:off x="2641659" y="3606747"/>
              <a:ext cx="288588" cy="1585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EB114AD-B5A5-441A-9109-73C013445821}"/>
                </a:ext>
              </a:extLst>
            </p:cNvPr>
            <p:cNvSpPr txBox="1"/>
            <p:nvPr/>
          </p:nvSpPr>
          <p:spPr>
            <a:xfrm>
              <a:off x="1674898" y="3727723"/>
              <a:ext cx="91617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Victim </a:t>
              </a:r>
            </a:p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task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38997DE-4B79-48F9-899F-D48D5220CE28}"/>
                </a:ext>
              </a:extLst>
            </p:cNvPr>
            <p:cNvSpPr txBox="1"/>
            <p:nvPr/>
          </p:nvSpPr>
          <p:spPr>
            <a:xfrm>
              <a:off x="2342775" y="3739069"/>
              <a:ext cx="784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</a:t>
              </a:r>
            </a:p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task</a:t>
              </a: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6EABF934-739A-46AE-9418-BB01AF82AB90}"/>
                </a:ext>
              </a:extLst>
            </p:cNvPr>
            <p:cNvSpPr/>
            <p:nvPr/>
          </p:nvSpPr>
          <p:spPr>
            <a:xfrm>
              <a:off x="3378573" y="3615339"/>
              <a:ext cx="269743" cy="151067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C0429D6C-CC7B-4D86-A244-25E0E6D3C83B}"/>
                </a:ext>
              </a:extLst>
            </p:cNvPr>
            <p:cNvSpPr txBox="1"/>
            <p:nvPr/>
          </p:nvSpPr>
          <p:spPr>
            <a:xfrm>
              <a:off x="2931141" y="3729928"/>
              <a:ext cx="12160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pre-empted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8814883-BB76-4827-9356-38EC33928C66}"/>
                    </a:ext>
                  </a:extLst>
                </p:cNvPr>
                <p:cNvSpPr txBox="1"/>
                <p:nvPr/>
              </p:nvSpPr>
              <p:spPr>
                <a:xfrm>
                  <a:off x="1693745" y="4159014"/>
                  <a:ext cx="253191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CASE 1: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𝒔𝒂𝒎𝒑𝒍𝒊𝒏𝒈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𝒓𝒂𝒕𝒆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a14:m>
                  <a:endPara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8814883-BB76-4827-9356-38EC33928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3745" y="4159014"/>
                  <a:ext cx="25319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41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C73979F-1F31-4EEF-9A3C-D0AA1131DC3F}"/>
                    </a:ext>
                  </a:extLst>
                </p:cNvPr>
                <p:cNvSpPr txBox="1"/>
                <p:nvPr/>
              </p:nvSpPr>
              <p:spPr>
                <a:xfrm>
                  <a:off x="1737861" y="4485059"/>
                  <a:ext cx="240798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CASE 2:</a:t>
                  </a:r>
                  <a:r>
                    <a:rPr lang="en-US" sz="12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𝒔𝒂𝒎𝒑𝒍𝒊𝒏𝒈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𝒓𝒂𝒕𝒆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𝒔𝒘𝒊𝒕𝒄𝒉𝒆𝒅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𝒇𝒓𝒐𝒎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𝒂𝒏𝒅</m:t>
                        </m:r>
                      </m:oMath>
                    </m:oMathPara>
                  </a14:m>
                  <a:endParaRPr lang="en-US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𝒔𝒂𝒎𝒑𝒍𝒊𝒏𝒈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𝒓𝒂𝒕𝒆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𝒇𝒓𝒐𝒎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C73979F-1F31-4EEF-9A3C-D0AA1131D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7861" y="4485059"/>
                  <a:ext cx="2407983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943" b="-283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06878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388EEA17-825B-481E-BEBF-A568C0F22357}"/>
              </a:ext>
            </a:extLst>
          </p:cNvPr>
          <p:cNvGrpSpPr/>
          <p:nvPr/>
        </p:nvGrpSpPr>
        <p:grpSpPr>
          <a:xfrm>
            <a:off x="2685899" y="1694392"/>
            <a:ext cx="2903883" cy="2514172"/>
            <a:chOff x="4922472" y="1850911"/>
            <a:chExt cx="2903883" cy="251417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CDB919C-C64F-4A30-8D19-DEF84CF5950E}"/>
                </a:ext>
              </a:extLst>
            </p:cNvPr>
            <p:cNvSpPr/>
            <p:nvPr/>
          </p:nvSpPr>
          <p:spPr>
            <a:xfrm>
              <a:off x="5066582" y="2371236"/>
              <a:ext cx="2566077" cy="1291464"/>
            </a:xfrm>
            <a:prstGeom prst="roundRect">
              <a:avLst>
                <a:gd name="adj" fmla="val 405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1ED73E-F2A2-4E82-9242-CE6EC7BEDA3B}"/>
                </a:ext>
              </a:extLst>
            </p:cNvPr>
            <p:cNvSpPr/>
            <p:nvPr/>
          </p:nvSpPr>
          <p:spPr>
            <a:xfrm>
              <a:off x="5720071" y="1859438"/>
              <a:ext cx="265772" cy="1539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63CC08-6D91-4DB8-915B-C26F73988521}"/>
                </a:ext>
              </a:extLst>
            </p:cNvPr>
            <p:cNvSpPr/>
            <p:nvPr/>
          </p:nvSpPr>
          <p:spPr>
            <a:xfrm>
              <a:off x="6300305" y="1850911"/>
              <a:ext cx="288588" cy="1585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C319F3-6E3E-4418-A954-11446B2247DC}"/>
                </a:ext>
              </a:extLst>
            </p:cNvPr>
            <p:cNvSpPr txBox="1"/>
            <p:nvPr/>
          </p:nvSpPr>
          <p:spPr>
            <a:xfrm>
              <a:off x="5354015" y="1972515"/>
              <a:ext cx="91617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Victim </a:t>
              </a:r>
            </a:p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task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6B8364-CF59-4743-A3CA-08E3539E228B}"/>
                </a:ext>
              </a:extLst>
            </p:cNvPr>
            <p:cNvSpPr txBox="1"/>
            <p:nvPr/>
          </p:nvSpPr>
          <p:spPr>
            <a:xfrm>
              <a:off x="6021892" y="1983861"/>
              <a:ext cx="784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</a:t>
              </a:r>
            </a:p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task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77FA20-1C45-4739-BC0A-C0DF125EB646}"/>
                </a:ext>
              </a:extLst>
            </p:cNvPr>
            <p:cNvSpPr/>
            <p:nvPr/>
          </p:nvSpPr>
          <p:spPr>
            <a:xfrm>
              <a:off x="7037219" y="1859503"/>
              <a:ext cx="269743" cy="151067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E7B881-8333-4473-BCD5-0807F4860F30}"/>
                </a:ext>
              </a:extLst>
            </p:cNvPr>
            <p:cNvSpPr txBox="1"/>
            <p:nvPr/>
          </p:nvSpPr>
          <p:spPr>
            <a:xfrm>
              <a:off x="6610258" y="1974720"/>
              <a:ext cx="12160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Attacker task pre-empted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831BA1-6FF9-4983-85C2-669CA701829A}"/>
                </a:ext>
              </a:extLst>
            </p:cNvPr>
            <p:cNvSpPr/>
            <p:nvPr/>
          </p:nvSpPr>
          <p:spPr>
            <a:xfrm>
              <a:off x="5567424" y="2369386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C66BC8-08A3-4AC6-85ED-65152F9462D7}"/>
                </a:ext>
              </a:extLst>
            </p:cNvPr>
            <p:cNvSpPr/>
            <p:nvPr/>
          </p:nvSpPr>
          <p:spPr>
            <a:xfrm>
              <a:off x="6084914" y="2369385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65DB9D-C3B4-4E71-BA1D-98889DE15B59}"/>
                </a:ext>
              </a:extLst>
            </p:cNvPr>
            <p:cNvSpPr/>
            <p:nvPr/>
          </p:nvSpPr>
          <p:spPr>
            <a:xfrm>
              <a:off x="6602404" y="2369385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FF0874-D189-4441-B415-4FFADE83341B}"/>
                </a:ext>
              </a:extLst>
            </p:cNvPr>
            <p:cNvSpPr/>
            <p:nvPr/>
          </p:nvSpPr>
          <p:spPr>
            <a:xfrm>
              <a:off x="5567424" y="2625619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888E86-6B39-4F60-9A79-B83EEABD422F}"/>
                </a:ext>
              </a:extLst>
            </p:cNvPr>
            <p:cNvSpPr/>
            <p:nvPr/>
          </p:nvSpPr>
          <p:spPr>
            <a:xfrm>
              <a:off x="6084914" y="2625618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29CE70-1D0D-41DA-9FFB-D26FEF6A0EAC}"/>
                </a:ext>
              </a:extLst>
            </p:cNvPr>
            <p:cNvSpPr/>
            <p:nvPr/>
          </p:nvSpPr>
          <p:spPr>
            <a:xfrm>
              <a:off x="5567424" y="2881852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33E0554-F1CE-48C2-A6D3-C467035A65B7}"/>
                </a:ext>
              </a:extLst>
            </p:cNvPr>
            <p:cNvSpPr/>
            <p:nvPr/>
          </p:nvSpPr>
          <p:spPr>
            <a:xfrm>
              <a:off x="6084914" y="288185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0C053D-1CB3-456C-ACBA-BDF482FD7B26}"/>
                </a:ext>
              </a:extLst>
            </p:cNvPr>
            <p:cNvSpPr/>
            <p:nvPr/>
          </p:nvSpPr>
          <p:spPr>
            <a:xfrm>
              <a:off x="6602404" y="2881851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784514-1697-4F68-A711-B702BDDAE426}"/>
                </a:ext>
              </a:extLst>
            </p:cNvPr>
            <p:cNvSpPr/>
            <p:nvPr/>
          </p:nvSpPr>
          <p:spPr>
            <a:xfrm>
              <a:off x="7119894" y="2881850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9F410D-FFF3-46AD-AE3D-C74AE3A9A4C8}"/>
                </a:ext>
              </a:extLst>
            </p:cNvPr>
            <p:cNvSpPr/>
            <p:nvPr/>
          </p:nvSpPr>
          <p:spPr>
            <a:xfrm>
              <a:off x="5567424" y="3138084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19C9798-7DC3-404B-89DF-1402272F157F}"/>
                </a:ext>
              </a:extLst>
            </p:cNvPr>
            <p:cNvSpPr/>
            <p:nvPr/>
          </p:nvSpPr>
          <p:spPr>
            <a:xfrm>
              <a:off x="6084914" y="3138083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8B707B-F0C6-4140-BEEF-C69A30AAF7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2646" y="2305804"/>
              <a:ext cx="4778" cy="1462128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E5DF12D-7F57-4D9C-B4E6-557682454E45}"/>
                </a:ext>
              </a:extLst>
            </p:cNvPr>
            <p:cNvSpPr/>
            <p:nvPr/>
          </p:nvSpPr>
          <p:spPr>
            <a:xfrm>
              <a:off x="6602401" y="3138083"/>
              <a:ext cx="517493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519E5A-93D8-4EC8-8203-9622748E5D07}"/>
                </a:ext>
              </a:extLst>
            </p:cNvPr>
            <p:cNvSpPr txBox="1"/>
            <p:nvPr/>
          </p:nvSpPr>
          <p:spPr>
            <a:xfrm>
              <a:off x="5067440" y="2389449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C99EF1-8DFD-4DEB-8396-BC0A1282805E}"/>
                </a:ext>
              </a:extLst>
            </p:cNvPr>
            <p:cNvSpPr txBox="1"/>
            <p:nvPr/>
          </p:nvSpPr>
          <p:spPr>
            <a:xfrm>
              <a:off x="5066582" y="2631277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2D22EE-7DBD-458B-8978-E1FA5A8D5D83}"/>
                </a:ext>
              </a:extLst>
            </p:cNvPr>
            <p:cNvSpPr txBox="1"/>
            <p:nvPr/>
          </p:nvSpPr>
          <p:spPr>
            <a:xfrm>
              <a:off x="5052572" y="2887524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76F626-2EAD-4ED5-AA34-EE100583E7C9}"/>
                </a:ext>
              </a:extLst>
            </p:cNvPr>
            <p:cNvSpPr txBox="1"/>
            <p:nvPr/>
          </p:nvSpPr>
          <p:spPr>
            <a:xfrm>
              <a:off x="5028317" y="3122450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A8B5CA7-1964-4645-A746-BEB4BE9D84C5}"/>
                </a:ext>
              </a:extLst>
            </p:cNvPr>
            <p:cNvSpPr/>
            <p:nvPr/>
          </p:nvSpPr>
          <p:spPr>
            <a:xfrm>
              <a:off x="7119892" y="2369384"/>
              <a:ext cx="512767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E521F0-84EF-4A1F-AFEF-50968B751F53}"/>
                </a:ext>
              </a:extLst>
            </p:cNvPr>
            <p:cNvSpPr/>
            <p:nvPr/>
          </p:nvSpPr>
          <p:spPr>
            <a:xfrm>
              <a:off x="7113534" y="2625617"/>
              <a:ext cx="52385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FA009D0-9509-42BC-901E-EC8DA721726B}"/>
                </a:ext>
              </a:extLst>
            </p:cNvPr>
            <p:cNvCxnSpPr>
              <a:cxnSpLocks/>
            </p:cNvCxnSpPr>
            <p:nvPr/>
          </p:nvCxnSpPr>
          <p:spPr>
            <a:xfrm>
              <a:off x="5574119" y="2371237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F55D7C1-5F6E-4AC1-8525-3A252CB2E87C}"/>
                </a:ext>
              </a:extLst>
            </p:cNvPr>
            <p:cNvCxnSpPr>
              <a:cxnSpLocks/>
            </p:cNvCxnSpPr>
            <p:nvPr/>
          </p:nvCxnSpPr>
          <p:spPr>
            <a:xfrm>
              <a:off x="5571747" y="2627470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2C9CC44-AE93-4A3C-BF16-227BD7C55BAC}"/>
                </a:ext>
              </a:extLst>
            </p:cNvPr>
            <p:cNvCxnSpPr>
              <a:cxnSpLocks/>
            </p:cNvCxnSpPr>
            <p:nvPr/>
          </p:nvCxnSpPr>
          <p:spPr>
            <a:xfrm>
              <a:off x="5570146" y="2878451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CD142F9-8AAE-4F5D-B6DC-85BB330BDA4B}"/>
                </a:ext>
              </a:extLst>
            </p:cNvPr>
            <p:cNvCxnSpPr>
              <a:cxnSpLocks/>
            </p:cNvCxnSpPr>
            <p:nvPr/>
          </p:nvCxnSpPr>
          <p:spPr>
            <a:xfrm>
              <a:off x="5566758" y="3133128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F7D4F4-87FE-4EE5-852C-628BB5094077}"/>
                </a:ext>
              </a:extLst>
            </p:cNvPr>
            <p:cNvCxnSpPr>
              <a:cxnSpLocks/>
            </p:cNvCxnSpPr>
            <p:nvPr/>
          </p:nvCxnSpPr>
          <p:spPr>
            <a:xfrm>
              <a:off x="5610698" y="2354983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A17C6A6-5530-416B-9D7F-492012CD29A0}"/>
                </a:ext>
              </a:extLst>
            </p:cNvPr>
            <p:cNvCxnSpPr>
              <a:cxnSpLocks/>
            </p:cNvCxnSpPr>
            <p:nvPr/>
          </p:nvCxnSpPr>
          <p:spPr>
            <a:xfrm>
              <a:off x="6080136" y="2616209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04338BF-C66C-4D35-A1F3-B96C1CADD63F}"/>
                </a:ext>
              </a:extLst>
            </p:cNvPr>
            <p:cNvCxnSpPr>
              <a:cxnSpLocks/>
            </p:cNvCxnSpPr>
            <p:nvPr/>
          </p:nvCxnSpPr>
          <p:spPr>
            <a:xfrm>
              <a:off x="6588851" y="2885144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4EF2A2-C46C-4565-9FEF-BB4E3F18EC9F}"/>
                </a:ext>
              </a:extLst>
            </p:cNvPr>
            <p:cNvSpPr/>
            <p:nvPr/>
          </p:nvSpPr>
          <p:spPr>
            <a:xfrm>
              <a:off x="7119077" y="3134369"/>
              <a:ext cx="517493" cy="25994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D8D31B-81C7-4B68-9B73-67699516BB66}"/>
                </a:ext>
              </a:extLst>
            </p:cNvPr>
            <p:cNvSpPr txBox="1"/>
            <p:nvPr/>
          </p:nvSpPr>
          <p:spPr>
            <a:xfrm>
              <a:off x="6885968" y="3329204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t=15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2D3C396-E0C1-4AE9-AE90-066906F78989}"/>
                </a:ext>
              </a:extLst>
            </p:cNvPr>
            <p:cNvSpPr/>
            <p:nvPr/>
          </p:nvSpPr>
          <p:spPr>
            <a:xfrm>
              <a:off x="5567708" y="3389436"/>
              <a:ext cx="517490" cy="256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6E4848C-3659-45F6-86BF-BCE47C81E612}"/>
                </a:ext>
              </a:extLst>
            </p:cNvPr>
            <p:cNvSpPr/>
            <p:nvPr/>
          </p:nvSpPr>
          <p:spPr>
            <a:xfrm>
              <a:off x="6085198" y="3389435"/>
              <a:ext cx="517490" cy="256233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5144C6C-4B56-44AA-8BC2-398443B406A9}"/>
                </a:ext>
              </a:extLst>
            </p:cNvPr>
            <p:cNvSpPr/>
            <p:nvPr/>
          </p:nvSpPr>
          <p:spPr>
            <a:xfrm>
              <a:off x="6602688" y="3389435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73B728-2B98-4F25-966E-F0A8CDCAA2DC}"/>
                </a:ext>
              </a:extLst>
            </p:cNvPr>
            <p:cNvSpPr txBox="1"/>
            <p:nvPr/>
          </p:nvSpPr>
          <p:spPr>
            <a:xfrm>
              <a:off x="5030554" y="3409499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t=16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E405237-2E4D-4DD6-B362-7D561DBA43D0}"/>
                </a:ext>
              </a:extLst>
            </p:cNvPr>
            <p:cNvSpPr/>
            <p:nvPr/>
          </p:nvSpPr>
          <p:spPr>
            <a:xfrm>
              <a:off x="7120176" y="3389434"/>
              <a:ext cx="512767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F491B94-B7B2-4C60-83ED-FA88823C53D5}"/>
                </a:ext>
              </a:extLst>
            </p:cNvPr>
            <p:cNvCxnSpPr>
              <a:cxnSpLocks/>
            </p:cNvCxnSpPr>
            <p:nvPr/>
          </p:nvCxnSpPr>
          <p:spPr>
            <a:xfrm>
              <a:off x="5574403" y="3391287"/>
              <a:ext cx="417" cy="2562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2C90367-3B1A-4215-BE05-ABD29428ECC0}"/>
                </a:ext>
              </a:extLst>
            </p:cNvPr>
            <p:cNvCxnSpPr>
              <a:cxnSpLocks/>
            </p:cNvCxnSpPr>
            <p:nvPr/>
          </p:nvCxnSpPr>
          <p:spPr>
            <a:xfrm>
              <a:off x="7121886" y="3140564"/>
              <a:ext cx="5636" cy="26893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ACC018F-2AE1-4BC8-8CBB-66D724A21512}"/>
                </a:ext>
              </a:extLst>
            </p:cNvPr>
            <p:cNvSpPr txBox="1"/>
            <p:nvPr/>
          </p:nvSpPr>
          <p:spPr>
            <a:xfrm>
              <a:off x="5128279" y="3768932"/>
              <a:ext cx="473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AAI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A03B641-E711-451B-80F9-FD1D47858A5B}"/>
                </a:ext>
              </a:extLst>
            </p:cNvPr>
            <p:cNvSpPr txBox="1"/>
            <p:nvPr/>
          </p:nvSpPr>
          <p:spPr>
            <a:xfrm>
              <a:off x="4922472" y="4057306"/>
              <a:ext cx="876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AEI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BB21E4F-70FC-4776-9BA1-E27E9C6EFA32}"/>
                </a:ext>
              </a:extLst>
            </p:cNvPr>
            <p:cNvSpPr/>
            <p:nvPr/>
          </p:nvSpPr>
          <p:spPr>
            <a:xfrm>
              <a:off x="5562646" y="3797576"/>
              <a:ext cx="517490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718324A-8E1A-4ABE-8E9B-CEE8A0A51228}"/>
                </a:ext>
              </a:extLst>
            </p:cNvPr>
            <p:cNvSpPr/>
            <p:nvPr/>
          </p:nvSpPr>
          <p:spPr>
            <a:xfrm>
              <a:off x="6080136" y="3797575"/>
              <a:ext cx="517490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13EB2A6-5822-44F6-98B5-78E9BA2779BF}"/>
                </a:ext>
              </a:extLst>
            </p:cNvPr>
            <p:cNvSpPr/>
            <p:nvPr/>
          </p:nvSpPr>
          <p:spPr>
            <a:xfrm>
              <a:off x="6597623" y="3797575"/>
              <a:ext cx="517493" cy="256233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8A6418E-4F6E-4A28-BA73-B9C5575D913C}"/>
                </a:ext>
              </a:extLst>
            </p:cNvPr>
            <p:cNvSpPr/>
            <p:nvPr/>
          </p:nvSpPr>
          <p:spPr>
            <a:xfrm>
              <a:off x="7114299" y="3798599"/>
              <a:ext cx="517493" cy="253601"/>
            </a:xfrm>
            <a:prstGeom prst="rect">
              <a:avLst/>
            </a:prstGeom>
            <a:pattFill prst="lgConfetti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6A06A7C-1CBD-4F16-8167-9B0A40A3B37F}"/>
                </a:ext>
              </a:extLst>
            </p:cNvPr>
            <p:cNvSpPr/>
            <p:nvPr/>
          </p:nvSpPr>
          <p:spPr>
            <a:xfrm>
              <a:off x="5562646" y="4107089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328F728-0721-4A91-A244-7DAF6E833D26}"/>
                </a:ext>
              </a:extLst>
            </p:cNvPr>
            <p:cNvSpPr/>
            <p:nvPr/>
          </p:nvSpPr>
          <p:spPr>
            <a:xfrm>
              <a:off x="6080136" y="4107088"/>
              <a:ext cx="517490" cy="25623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EB7B3D5-25E0-4680-A6A1-26B0D61DBE5A}"/>
                </a:ext>
              </a:extLst>
            </p:cNvPr>
            <p:cNvSpPr/>
            <p:nvPr/>
          </p:nvSpPr>
          <p:spPr>
            <a:xfrm>
              <a:off x="6597623" y="4107088"/>
              <a:ext cx="517493" cy="25623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B8A67B6-EB85-4905-8510-92CD77BCCBD7}"/>
                </a:ext>
              </a:extLst>
            </p:cNvPr>
            <p:cNvSpPr/>
            <p:nvPr/>
          </p:nvSpPr>
          <p:spPr>
            <a:xfrm>
              <a:off x="7114299" y="4103374"/>
              <a:ext cx="517493" cy="259946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64BE529-568E-4E97-8150-BB5FDC462A2A}"/>
                </a:ext>
              </a:extLst>
            </p:cNvPr>
            <p:cNvSpPr/>
            <p:nvPr/>
          </p:nvSpPr>
          <p:spPr>
            <a:xfrm>
              <a:off x="6608440" y="2625618"/>
              <a:ext cx="516673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3DF173A-8ADD-482E-8824-CCD22E8BE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1346" y="2305804"/>
              <a:ext cx="6039" cy="146550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53108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C6B97D-29AE-45D8-9D38-37847BB1A18F}"/>
              </a:ext>
            </a:extLst>
          </p:cNvPr>
          <p:cNvSpPr/>
          <p:nvPr/>
        </p:nvSpPr>
        <p:spPr>
          <a:xfrm>
            <a:off x="4209117" y="2750525"/>
            <a:ext cx="2642109" cy="1542134"/>
          </a:xfrm>
          <a:prstGeom prst="roundRect">
            <a:avLst>
              <a:gd name="adj" fmla="val 4056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04224-285E-487A-9DAE-77352487A0EE}"/>
              </a:ext>
            </a:extLst>
          </p:cNvPr>
          <p:cNvSpPr/>
          <p:nvPr/>
        </p:nvSpPr>
        <p:spPr>
          <a:xfrm>
            <a:off x="4198483" y="1469597"/>
            <a:ext cx="2642109" cy="1270835"/>
          </a:xfrm>
          <a:prstGeom prst="roundRect">
            <a:avLst>
              <a:gd name="adj" fmla="val 40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48723-C37D-4F25-852B-6291E409878E}"/>
              </a:ext>
            </a:extLst>
          </p:cNvPr>
          <p:cNvSpPr/>
          <p:nvPr/>
        </p:nvSpPr>
        <p:spPr>
          <a:xfrm>
            <a:off x="4775357" y="146774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76B0F4-568E-45EF-AC7E-466B00A7823F}"/>
              </a:ext>
            </a:extLst>
          </p:cNvPr>
          <p:cNvSpPr/>
          <p:nvPr/>
        </p:nvSpPr>
        <p:spPr>
          <a:xfrm>
            <a:off x="5292847" y="146774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9FD7-AAD2-4B30-8537-9D7422400AF3}"/>
              </a:ext>
            </a:extLst>
          </p:cNvPr>
          <p:cNvSpPr/>
          <p:nvPr/>
        </p:nvSpPr>
        <p:spPr>
          <a:xfrm>
            <a:off x="5810337" y="1467746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19F07D-02CC-40EF-9198-42D02AF9B6E8}"/>
              </a:ext>
            </a:extLst>
          </p:cNvPr>
          <p:cNvSpPr/>
          <p:nvPr/>
        </p:nvSpPr>
        <p:spPr>
          <a:xfrm>
            <a:off x="4775357" y="172398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7F126-A273-4975-9FDA-F1B85BC1607B}"/>
              </a:ext>
            </a:extLst>
          </p:cNvPr>
          <p:cNvSpPr/>
          <p:nvPr/>
        </p:nvSpPr>
        <p:spPr>
          <a:xfrm>
            <a:off x="5292847" y="172397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43FD80-F486-4007-862F-C31026C01C61}"/>
              </a:ext>
            </a:extLst>
          </p:cNvPr>
          <p:cNvSpPr/>
          <p:nvPr/>
        </p:nvSpPr>
        <p:spPr>
          <a:xfrm>
            <a:off x="4775357" y="1980213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D62C2-7051-4FAA-BCFF-E5102B849514}"/>
              </a:ext>
            </a:extLst>
          </p:cNvPr>
          <p:cNvSpPr/>
          <p:nvPr/>
        </p:nvSpPr>
        <p:spPr>
          <a:xfrm>
            <a:off x="5292847" y="1980212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616EC-AA0F-43F8-932C-13D486695A4F}"/>
              </a:ext>
            </a:extLst>
          </p:cNvPr>
          <p:cNvSpPr/>
          <p:nvPr/>
        </p:nvSpPr>
        <p:spPr>
          <a:xfrm>
            <a:off x="5810337" y="198021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91B4AA-D57F-4E13-B3F6-BFC6854F0A47}"/>
              </a:ext>
            </a:extLst>
          </p:cNvPr>
          <p:cNvSpPr/>
          <p:nvPr/>
        </p:nvSpPr>
        <p:spPr>
          <a:xfrm>
            <a:off x="6327827" y="1980211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95CB6-13CF-488B-A23D-ECD0F01438CB}"/>
              </a:ext>
            </a:extLst>
          </p:cNvPr>
          <p:cNvSpPr/>
          <p:nvPr/>
        </p:nvSpPr>
        <p:spPr>
          <a:xfrm>
            <a:off x="4775357" y="223644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56D7AE-5D0C-4E70-A007-EA89E0B35BFA}"/>
              </a:ext>
            </a:extLst>
          </p:cNvPr>
          <p:cNvSpPr/>
          <p:nvPr/>
        </p:nvSpPr>
        <p:spPr>
          <a:xfrm>
            <a:off x="5292847" y="223644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42E106-877F-46D3-897E-B22032C48BE9}"/>
              </a:ext>
            </a:extLst>
          </p:cNvPr>
          <p:cNvCxnSpPr>
            <a:cxnSpLocks/>
          </p:cNvCxnSpPr>
          <p:nvPr/>
        </p:nvCxnSpPr>
        <p:spPr>
          <a:xfrm flipH="1">
            <a:off x="4770579" y="1404165"/>
            <a:ext cx="4778" cy="294870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D6911-B6AB-4FFB-A528-C30F0D722F45}"/>
              </a:ext>
            </a:extLst>
          </p:cNvPr>
          <p:cNvSpPr/>
          <p:nvPr/>
        </p:nvSpPr>
        <p:spPr>
          <a:xfrm>
            <a:off x="5810334" y="2236444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D15126-E28B-4434-9FB7-D7E4374454C3}"/>
              </a:ext>
            </a:extLst>
          </p:cNvPr>
          <p:cNvSpPr txBox="1"/>
          <p:nvPr/>
        </p:nvSpPr>
        <p:spPr>
          <a:xfrm>
            <a:off x="4275373" y="148781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7E3653-FB31-4156-9767-A0A484537F06}"/>
              </a:ext>
            </a:extLst>
          </p:cNvPr>
          <p:cNvSpPr txBox="1"/>
          <p:nvPr/>
        </p:nvSpPr>
        <p:spPr>
          <a:xfrm>
            <a:off x="4274515" y="1746114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A491EA-6CCF-4335-9F8A-D93DD8605787}"/>
              </a:ext>
            </a:extLst>
          </p:cNvPr>
          <p:cNvSpPr txBox="1"/>
          <p:nvPr/>
        </p:nvSpPr>
        <p:spPr>
          <a:xfrm>
            <a:off x="4260505" y="200648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56D04-D88C-4FE5-A156-F0C7CA060AA6}"/>
              </a:ext>
            </a:extLst>
          </p:cNvPr>
          <p:cNvSpPr txBox="1"/>
          <p:nvPr/>
        </p:nvSpPr>
        <p:spPr>
          <a:xfrm>
            <a:off x="4236250" y="2270239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130AA4-B11F-4176-806F-F053A1CF4739}"/>
              </a:ext>
            </a:extLst>
          </p:cNvPr>
          <p:cNvSpPr/>
          <p:nvPr/>
        </p:nvSpPr>
        <p:spPr>
          <a:xfrm>
            <a:off x="6327825" y="1467745"/>
            <a:ext cx="512767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5DAC4C-D8C8-481D-BEB0-3E4A01FE1DC5}"/>
              </a:ext>
            </a:extLst>
          </p:cNvPr>
          <p:cNvSpPr/>
          <p:nvPr/>
        </p:nvSpPr>
        <p:spPr>
          <a:xfrm>
            <a:off x="6321467" y="1723978"/>
            <a:ext cx="52385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1A4B97-5B01-4E1B-A0F0-157AF8465D08}"/>
              </a:ext>
            </a:extLst>
          </p:cNvPr>
          <p:cNvCxnSpPr>
            <a:cxnSpLocks/>
          </p:cNvCxnSpPr>
          <p:nvPr/>
        </p:nvCxnSpPr>
        <p:spPr>
          <a:xfrm>
            <a:off x="4782052" y="1469598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65DC65-30BB-407A-8334-6260ED8818DA}"/>
              </a:ext>
            </a:extLst>
          </p:cNvPr>
          <p:cNvCxnSpPr>
            <a:cxnSpLocks/>
          </p:cNvCxnSpPr>
          <p:nvPr/>
        </p:nvCxnSpPr>
        <p:spPr>
          <a:xfrm>
            <a:off x="4779680" y="1725831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E40ED-F626-4092-B291-28828A8F3A78}"/>
              </a:ext>
            </a:extLst>
          </p:cNvPr>
          <p:cNvCxnSpPr>
            <a:cxnSpLocks/>
          </p:cNvCxnSpPr>
          <p:nvPr/>
        </p:nvCxnSpPr>
        <p:spPr>
          <a:xfrm>
            <a:off x="4778079" y="1976812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DCC3FE-63D6-4D59-90CD-0ED25DE54D12}"/>
              </a:ext>
            </a:extLst>
          </p:cNvPr>
          <p:cNvCxnSpPr>
            <a:cxnSpLocks/>
          </p:cNvCxnSpPr>
          <p:nvPr/>
        </p:nvCxnSpPr>
        <p:spPr>
          <a:xfrm>
            <a:off x="4774691" y="2231489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D71738-02AC-4C57-82E3-05E90847277F}"/>
              </a:ext>
            </a:extLst>
          </p:cNvPr>
          <p:cNvCxnSpPr>
            <a:cxnSpLocks/>
          </p:cNvCxnSpPr>
          <p:nvPr/>
        </p:nvCxnSpPr>
        <p:spPr>
          <a:xfrm>
            <a:off x="4818631" y="1453344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01C39E0-C9C7-4663-A96C-2FA800B18B4A}"/>
              </a:ext>
            </a:extLst>
          </p:cNvPr>
          <p:cNvCxnSpPr>
            <a:cxnSpLocks/>
          </p:cNvCxnSpPr>
          <p:nvPr/>
        </p:nvCxnSpPr>
        <p:spPr>
          <a:xfrm>
            <a:off x="5288069" y="1714570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1D7EE1-65DD-4A10-A53D-768CB583905C}"/>
              </a:ext>
            </a:extLst>
          </p:cNvPr>
          <p:cNvCxnSpPr>
            <a:cxnSpLocks/>
          </p:cNvCxnSpPr>
          <p:nvPr/>
        </p:nvCxnSpPr>
        <p:spPr>
          <a:xfrm>
            <a:off x="5796784" y="1983505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DE1B00D-95A0-42BD-AC1C-B0680AC4FCE8}"/>
              </a:ext>
            </a:extLst>
          </p:cNvPr>
          <p:cNvSpPr/>
          <p:nvPr/>
        </p:nvSpPr>
        <p:spPr>
          <a:xfrm>
            <a:off x="6327010" y="2232730"/>
            <a:ext cx="517493" cy="2599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7E0DA8-4FAB-437F-BDE0-E1991F41EE9D}"/>
              </a:ext>
            </a:extLst>
          </p:cNvPr>
          <p:cNvSpPr txBox="1"/>
          <p:nvPr/>
        </p:nvSpPr>
        <p:spPr>
          <a:xfrm>
            <a:off x="6093901" y="2427565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A74440-0B77-4A73-93D8-766D8EBFC10B}"/>
              </a:ext>
            </a:extLst>
          </p:cNvPr>
          <p:cNvSpPr/>
          <p:nvPr/>
        </p:nvSpPr>
        <p:spPr>
          <a:xfrm>
            <a:off x="4775641" y="248779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8732F4-66C9-4C4E-A722-54C2CED5B559}"/>
              </a:ext>
            </a:extLst>
          </p:cNvPr>
          <p:cNvSpPr/>
          <p:nvPr/>
        </p:nvSpPr>
        <p:spPr>
          <a:xfrm>
            <a:off x="5293131" y="248779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340DF7-F120-4667-9F3A-001D45AF4CA5}"/>
              </a:ext>
            </a:extLst>
          </p:cNvPr>
          <p:cNvSpPr/>
          <p:nvPr/>
        </p:nvSpPr>
        <p:spPr>
          <a:xfrm>
            <a:off x="5810621" y="2487796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F0AF62-8C95-462B-8EF8-28D312473241}"/>
              </a:ext>
            </a:extLst>
          </p:cNvPr>
          <p:cNvSpPr/>
          <p:nvPr/>
        </p:nvSpPr>
        <p:spPr>
          <a:xfrm>
            <a:off x="4775641" y="2744030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BF9EF3-D447-475C-AC51-74DBD4EEAB64}"/>
              </a:ext>
            </a:extLst>
          </p:cNvPr>
          <p:cNvSpPr/>
          <p:nvPr/>
        </p:nvSpPr>
        <p:spPr>
          <a:xfrm>
            <a:off x="5293131" y="274402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879BD3-FE13-4DE5-9E19-610663247596}"/>
              </a:ext>
            </a:extLst>
          </p:cNvPr>
          <p:cNvSpPr/>
          <p:nvPr/>
        </p:nvSpPr>
        <p:spPr>
          <a:xfrm>
            <a:off x="4775641" y="3000263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CFA3C2-5E14-4D88-B98C-FDB612289CFD}"/>
              </a:ext>
            </a:extLst>
          </p:cNvPr>
          <p:cNvSpPr/>
          <p:nvPr/>
        </p:nvSpPr>
        <p:spPr>
          <a:xfrm>
            <a:off x="5293131" y="3000262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06DEAE-F997-48DC-A966-DD23648D32D7}"/>
              </a:ext>
            </a:extLst>
          </p:cNvPr>
          <p:cNvSpPr/>
          <p:nvPr/>
        </p:nvSpPr>
        <p:spPr>
          <a:xfrm>
            <a:off x="5810621" y="300026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9EE1DD-6163-41E0-877E-52EDBA3F5D10}"/>
              </a:ext>
            </a:extLst>
          </p:cNvPr>
          <p:cNvSpPr/>
          <p:nvPr/>
        </p:nvSpPr>
        <p:spPr>
          <a:xfrm>
            <a:off x="6328110" y="3000261"/>
            <a:ext cx="518835" cy="259946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80187E-A97D-45C5-9524-7F738E63C3E8}"/>
              </a:ext>
            </a:extLst>
          </p:cNvPr>
          <p:cNvSpPr/>
          <p:nvPr/>
        </p:nvSpPr>
        <p:spPr>
          <a:xfrm>
            <a:off x="4775641" y="325649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6C9EB4-3C1E-42BF-A41B-6EFEDC0660DA}"/>
              </a:ext>
            </a:extLst>
          </p:cNvPr>
          <p:cNvSpPr/>
          <p:nvPr/>
        </p:nvSpPr>
        <p:spPr>
          <a:xfrm>
            <a:off x="5293131" y="325649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15677C-BBDB-455C-8342-4479CF40E5E4}"/>
              </a:ext>
            </a:extLst>
          </p:cNvPr>
          <p:cNvSpPr/>
          <p:nvPr/>
        </p:nvSpPr>
        <p:spPr>
          <a:xfrm>
            <a:off x="5810618" y="3256494"/>
            <a:ext cx="517493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54AED3-A128-464D-8859-A64A7089F09C}"/>
              </a:ext>
            </a:extLst>
          </p:cNvPr>
          <p:cNvSpPr txBox="1"/>
          <p:nvPr/>
        </p:nvSpPr>
        <p:spPr>
          <a:xfrm>
            <a:off x="4238487" y="250786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AFAC1B-22E0-444B-8D29-77E5EAEE710A}"/>
              </a:ext>
            </a:extLst>
          </p:cNvPr>
          <p:cNvSpPr txBox="1"/>
          <p:nvPr/>
        </p:nvSpPr>
        <p:spPr>
          <a:xfrm>
            <a:off x="4237629" y="2732998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3502D7-D8E2-4D66-BFC5-77A5554B60AC}"/>
              </a:ext>
            </a:extLst>
          </p:cNvPr>
          <p:cNvSpPr txBox="1"/>
          <p:nvPr/>
        </p:nvSpPr>
        <p:spPr>
          <a:xfrm>
            <a:off x="4238487" y="302653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8095D1-80E7-43DD-B0DC-B291D16490B9}"/>
              </a:ext>
            </a:extLst>
          </p:cNvPr>
          <p:cNvSpPr txBox="1"/>
          <p:nvPr/>
        </p:nvSpPr>
        <p:spPr>
          <a:xfrm>
            <a:off x="4243968" y="3290289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070B4A-9FC8-4992-A9B0-DE6390E906B6}"/>
              </a:ext>
            </a:extLst>
          </p:cNvPr>
          <p:cNvSpPr/>
          <p:nvPr/>
        </p:nvSpPr>
        <p:spPr>
          <a:xfrm>
            <a:off x="6328109" y="2487795"/>
            <a:ext cx="512767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63E73D-5CE5-4A2D-9E6D-2A56ECD68B4E}"/>
              </a:ext>
            </a:extLst>
          </p:cNvPr>
          <p:cNvSpPr/>
          <p:nvPr/>
        </p:nvSpPr>
        <p:spPr>
          <a:xfrm>
            <a:off x="6321751" y="2744028"/>
            <a:ext cx="52385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9DECF7-BB95-49D1-9E97-B2DD2B528DEA}"/>
              </a:ext>
            </a:extLst>
          </p:cNvPr>
          <p:cNvCxnSpPr>
            <a:cxnSpLocks/>
          </p:cNvCxnSpPr>
          <p:nvPr/>
        </p:nvCxnSpPr>
        <p:spPr>
          <a:xfrm>
            <a:off x="4782336" y="2489648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24DB01B-1DE9-4DD0-8DCA-73DB38CC4778}"/>
              </a:ext>
            </a:extLst>
          </p:cNvPr>
          <p:cNvCxnSpPr>
            <a:cxnSpLocks/>
          </p:cNvCxnSpPr>
          <p:nvPr/>
        </p:nvCxnSpPr>
        <p:spPr>
          <a:xfrm>
            <a:off x="4779964" y="2745881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6F0C64-4404-42EB-89A9-0F5B049755AD}"/>
              </a:ext>
            </a:extLst>
          </p:cNvPr>
          <p:cNvCxnSpPr>
            <a:cxnSpLocks/>
          </p:cNvCxnSpPr>
          <p:nvPr/>
        </p:nvCxnSpPr>
        <p:spPr>
          <a:xfrm>
            <a:off x="4806957" y="2743890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3B9D555-A7D3-405A-BFFD-66AD6936B4EB}"/>
              </a:ext>
            </a:extLst>
          </p:cNvPr>
          <p:cNvCxnSpPr>
            <a:cxnSpLocks/>
          </p:cNvCxnSpPr>
          <p:nvPr/>
        </p:nvCxnSpPr>
        <p:spPr>
          <a:xfrm>
            <a:off x="6329819" y="2238925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967A64B-6AA1-4F27-8807-DFF46C23AC8B}"/>
              </a:ext>
            </a:extLst>
          </p:cNvPr>
          <p:cNvSpPr/>
          <p:nvPr/>
        </p:nvSpPr>
        <p:spPr>
          <a:xfrm>
            <a:off x="6327294" y="3260208"/>
            <a:ext cx="519651" cy="252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656FE6-BBBB-4008-A87C-A7557A7C65F8}"/>
              </a:ext>
            </a:extLst>
          </p:cNvPr>
          <p:cNvSpPr txBox="1"/>
          <p:nvPr/>
        </p:nvSpPr>
        <p:spPr>
          <a:xfrm>
            <a:off x="4340635" y="4366573"/>
            <a:ext cx="473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AAI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500D4A-270F-4368-8D5A-F039E9641EB0}"/>
              </a:ext>
            </a:extLst>
          </p:cNvPr>
          <p:cNvSpPr txBox="1"/>
          <p:nvPr/>
        </p:nvSpPr>
        <p:spPr>
          <a:xfrm>
            <a:off x="4139451" y="4667939"/>
            <a:ext cx="87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AEI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27D3B2-2A84-4797-9EB5-793E39DC976A}"/>
              </a:ext>
            </a:extLst>
          </p:cNvPr>
          <p:cNvSpPr/>
          <p:nvPr/>
        </p:nvSpPr>
        <p:spPr>
          <a:xfrm>
            <a:off x="4775002" y="4395217"/>
            <a:ext cx="517490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90DB14-5EE7-414D-8771-519B417F228E}"/>
              </a:ext>
            </a:extLst>
          </p:cNvPr>
          <p:cNvSpPr/>
          <p:nvPr/>
        </p:nvSpPr>
        <p:spPr>
          <a:xfrm>
            <a:off x="5292492" y="4395216"/>
            <a:ext cx="517490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AF647D0-9C99-4351-89E1-A6527848812B}"/>
              </a:ext>
            </a:extLst>
          </p:cNvPr>
          <p:cNvSpPr/>
          <p:nvPr/>
        </p:nvSpPr>
        <p:spPr>
          <a:xfrm>
            <a:off x="5809979" y="4395216"/>
            <a:ext cx="517493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CEC5936-4141-4618-86A9-BF18E3990335}"/>
              </a:ext>
            </a:extLst>
          </p:cNvPr>
          <p:cNvSpPr/>
          <p:nvPr/>
        </p:nvSpPr>
        <p:spPr>
          <a:xfrm>
            <a:off x="6326655" y="4396240"/>
            <a:ext cx="517493" cy="253601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0F30E40-539C-4FB7-887B-48C4CDFA2D4C}"/>
              </a:ext>
            </a:extLst>
          </p:cNvPr>
          <p:cNvSpPr/>
          <p:nvPr/>
        </p:nvSpPr>
        <p:spPr>
          <a:xfrm>
            <a:off x="4775002" y="4704730"/>
            <a:ext cx="517490" cy="25623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DA34A4-2904-4870-AA33-90F421716613}"/>
              </a:ext>
            </a:extLst>
          </p:cNvPr>
          <p:cNvSpPr/>
          <p:nvPr/>
        </p:nvSpPr>
        <p:spPr>
          <a:xfrm>
            <a:off x="5292492" y="4704729"/>
            <a:ext cx="517490" cy="25623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1BE4890-D432-4D7F-8DF6-C463C1FE783E}"/>
              </a:ext>
            </a:extLst>
          </p:cNvPr>
          <p:cNvSpPr/>
          <p:nvPr/>
        </p:nvSpPr>
        <p:spPr>
          <a:xfrm>
            <a:off x="5809979" y="4704729"/>
            <a:ext cx="517493" cy="25623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4060AD-F78B-4BBF-AEAF-97659020AC2D}"/>
              </a:ext>
            </a:extLst>
          </p:cNvPr>
          <p:cNvSpPr/>
          <p:nvPr/>
        </p:nvSpPr>
        <p:spPr>
          <a:xfrm>
            <a:off x="6326655" y="4703121"/>
            <a:ext cx="517493" cy="25784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5754CCF-BAC0-4283-9591-C0A11998308A}"/>
              </a:ext>
            </a:extLst>
          </p:cNvPr>
          <p:cNvSpPr/>
          <p:nvPr/>
        </p:nvSpPr>
        <p:spPr>
          <a:xfrm>
            <a:off x="5810620" y="2744029"/>
            <a:ext cx="512429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BF2E777-DCB2-4C29-ADD8-FDE7DB8B9DC7}"/>
              </a:ext>
            </a:extLst>
          </p:cNvPr>
          <p:cNvCxnSpPr>
            <a:cxnSpLocks/>
          </p:cNvCxnSpPr>
          <p:nvPr/>
        </p:nvCxnSpPr>
        <p:spPr>
          <a:xfrm>
            <a:off x="6845318" y="1404165"/>
            <a:ext cx="0" cy="294870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2D1BA24-910E-400D-81C4-297DB2D81959}"/>
              </a:ext>
            </a:extLst>
          </p:cNvPr>
          <p:cNvSpPr/>
          <p:nvPr/>
        </p:nvSpPr>
        <p:spPr>
          <a:xfrm>
            <a:off x="4775765" y="351290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EDE6C8-7AF9-4E2B-A14C-67393472E07F}"/>
              </a:ext>
            </a:extLst>
          </p:cNvPr>
          <p:cNvSpPr/>
          <p:nvPr/>
        </p:nvSpPr>
        <p:spPr>
          <a:xfrm>
            <a:off x="5293255" y="351290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B7CEE5C-1678-405F-A009-C6F6F0F54E46}"/>
              </a:ext>
            </a:extLst>
          </p:cNvPr>
          <p:cNvSpPr/>
          <p:nvPr/>
        </p:nvSpPr>
        <p:spPr>
          <a:xfrm>
            <a:off x="5810742" y="3512901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0877FC6-AA60-4588-9644-723D67404E25}"/>
              </a:ext>
            </a:extLst>
          </p:cNvPr>
          <p:cNvSpPr/>
          <p:nvPr/>
        </p:nvSpPr>
        <p:spPr>
          <a:xfrm>
            <a:off x="6327418" y="3511247"/>
            <a:ext cx="521350" cy="2572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900244-214A-4464-BE9E-A11636FF1744}"/>
              </a:ext>
            </a:extLst>
          </p:cNvPr>
          <p:cNvSpPr txBox="1"/>
          <p:nvPr/>
        </p:nvSpPr>
        <p:spPr>
          <a:xfrm>
            <a:off x="4250086" y="3546124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t=32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6027EE2-3C8D-4208-AD89-2E9FF950C156}"/>
              </a:ext>
            </a:extLst>
          </p:cNvPr>
          <p:cNvCxnSpPr>
            <a:cxnSpLocks/>
          </p:cNvCxnSpPr>
          <p:nvPr/>
        </p:nvCxnSpPr>
        <p:spPr>
          <a:xfrm>
            <a:off x="5299192" y="2995067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A2AE03A-9D74-4514-8F94-8C1E171EC708}"/>
              </a:ext>
            </a:extLst>
          </p:cNvPr>
          <p:cNvSpPr/>
          <p:nvPr/>
        </p:nvSpPr>
        <p:spPr>
          <a:xfrm>
            <a:off x="1508104" y="1452152"/>
            <a:ext cx="2579445" cy="1710498"/>
          </a:xfrm>
          <a:prstGeom prst="roundRect">
            <a:avLst>
              <a:gd name="adj" fmla="val 40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7A11A23-FCD8-4878-A272-906A2A724BAE}"/>
              </a:ext>
            </a:extLst>
          </p:cNvPr>
          <p:cNvSpPr/>
          <p:nvPr/>
        </p:nvSpPr>
        <p:spPr>
          <a:xfrm>
            <a:off x="2008946" y="153132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24F5230-5030-4C87-9B73-F28225C9731A}"/>
              </a:ext>
            </a:extLst>
          </p:cNvPr>
          <p:cNvSpPr/>
          <p:nvPr/>
        </p:nvSpPr>
        <p:spPr>
          <a:xfrm>
            <a:off x="2526436" y="153132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A7B8352-35B7-43AE-B156-770A5471D5B6}"/>
              </a:ext>
            </a:extLst>
          </p:cNvPr>
          <p:cNvSpPr/>
          <p:nvPr/>
        </p:nvSpPr>
        <p:spPr>
          <a:xfrm>
            <a:off x="3043926" y="1531328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B4C0E3-2656-4C19-86CB-4D5B6D6C93DA}"/>
              </a:ext>
            </a:extLst>
          </p:cNvPr>
          <p:cNvSpPr/>
          <p:nvPr/>
        </p:nvSpPr>
        <p:spPr>
          <a:xfrm>
            <a:off x="2008946" y="1787562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1EBC863-D085-4DF3-A93D-49DB5F151A6A}"/>
              </a:ext>
            </a:extLst>
          </p:cNvPr>
          <p:cNvSpPr/>
          <p:nvPr/>
        </p:nvSpPr>
        <p:spPr>
          <a:xfrm>
            <a:off x="2526436" y="1787561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7CBBB83-C963-4AF7-B354-4C90BAB6F6F0}"/>
              </a:ext>
            </a:extLst>
          </p:cNvPr>
          <p:cNvSpPr/>
          <p:nvPr/>
        </p:nvSpPr>
        <p:spPr>
          <a:xfrm>
            <a:off x="2008946" y="2043795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5BFE208-C347-47D0-992C-2E17E75D2B59}"/>
              </a:ext>
            </a:extLst>
          </p:cNvPr>
          <p:cNvSpPr/>
          <p:nvPr/>
        </p:nvSpPr>
        <p:spPr>
          <a:xfrm>
            <a:off x="2526436" y="2043794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5E22375-19E6-4E57-BD4C-AD108FBE6E98}"/>
              </a:ext>
            </a:extLst>
          </p:cNvPr>
          <p:cNvSpPr/>
          <p:nvPr/>
        </p:nvSpPr>
        <p:spPr>
          <a:xfrm>
            <a:off x="3043926" y="2043794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89B6929-0266-4DFA-A8A5-B27E6F6DEB5B}"/>
              </a:ext>
            </a:extLst>
          </p:cNvPr>
          <p:cNvSpPr/>
          <p:nvPr/>
        </p:nvSpPr>
        <p:spPr>
          <a:xfrm>
            <a:off x="3561416" y="2043793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F20A6EF-42D7-4764-AE9F-C8B59A6143FD}"/>
              </a:ext>
            </a:extLst>
          </p:cNvPr>
          <p:cNvSpPr/>
          <p:nvPr/>
        </p:nvSpPr>
        <p:spPr>
          <a:xfrm>
            <a:off x="2008946" y="230002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642E72E-0369-4E12-8E1E-51BE95541A4B}"/>
              </a:ext>
            </a:extLst>
          </p:cNvPr>
          <p:cNvSpPr/>
          <p:nvPr/>
        </p:nvSpPr>
        <p:spPr>
          <a:xfrm>
            <a:off x="2526436" y="230002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43B7FFF-3EE2-45EC-8D4D-BF35E2B2D4F1}"/>
              </a:ext>
            </a:extLst>
          </p:cNvPr>
          <p:cNvCxnSpPr>
            <a:cxnSpLocks/>
          </p:cNvCxnSpPr>
          <p:nvPr/>
        </p:nvCxnSpPr>
        <p:spPr>
          <a:xfrm>
            <a:off x="2008946" y="1467747"/>
            <a:ext cx="0" cy="16949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1CBB36DA-0E44-4520-96E0-16E124CAE79E}"/>
              </a:ext>
            </a:extLst>
          </p:cNvPr>
          <p:cNvSpPr/>
          <p:nvPr/>
        </p:nvSpPr>
        <p:spPr>
          <a:xfrm>
            <a:off x="3043923" y="2300026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8D2369B-944F-4DAF-8FC4-146267F40F03}"/>
              </a:ext>
            </a:extLst>
          </p:cNvPr>
          <p:cNvSpPr txBox="1"/>
          <p:nvPr/>
        </p:nvSpPr>
        <p:spPr>
          <a:xfrm>
            <a:off x="1508962" y="1551392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C6D929-440B-4C89-AEFF-192342B7C379}"/>
              </a:ext>
            </a:extLst>
          </p:cNvPr>
          <p:cNvSpPr txBox="1"/>
          <p:nvPr/>
        </p:nvSpPr>
        <p:spPr>
          <a:xfrm>
            <a:off x="1508104" y="1793220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8D8157C-03CA-4C7A-A7E8-D020AAA89F02}"/>
              </a:ext>
            </a:extLst>
          </p:cNvPr>
          <p:cNvSpPr txBox="1"/>
          <p:nvPr/>
        </p:nvSpPr>
        <p:spPr>
          <a:xfrm>
            <a:off x="1494094" y="2049467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E2C1BE2-A081-4F95-B820-46531D87AC79}"/>
              </a:ext>
            </a:extLst>
          </p:cNvPr>
          <p:cNvSpPr txBox="1"/>
          <p:nvPr/>
        </p:nvSpPr>
        <p:spPr>
          <a:xfrm>
            <a:off x="1469839" y="2284393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E7129D9-B290-44F5-8B91-8A16FAF60036}"/>
              </a:ext>
            </a:extLst>
          </p:cNvPr>
          <p:cNvSpPr/>
          <p:nvPr/>
        </p:nvSpPr>
        <p:spPr>
          <a:xfrm>
            <a:off x="3561414" y="1531327"/>
            <a:ext cx="512767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E91AC54-8502-4AB8-A5D7-9B21FA0DD2BA}"/>
              </a:ext>
            </a:extLst>
          </p:cNvPr>
          <p:cNvSpPr/>
          <p:nvPr/>
        </p:nvSpPr>
        <p:spPr>
          <a:xfrm>
            <a:off x="3555056" y="1787560"/>
            <a:ext cx="52385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E3E093-A1A6-4DA1-AB37-FE67D1372A92}"/>
              </a:ext>
            </a:extLst>
          </p:cNvPr>
          <p:cNvCxnSpPr>
            <a:cxnSpLocks/>
          </p:cNvCxnSpPr>
          <p:nvPr/>
        </p:nvCxnSpPr>
        <p:spPr>
          <a:xfrm>
            <a:off x="2015641" y="1533180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3257FBB-ADBC-4BC2-8804-F4265D9225D0}"/>
              </a:ext>
            </a:extLst>
          </p:cNvPr>
          <p:cNvCxnSpPr>
            <a:cxnSpLocks/>
          </p:cNvCxnSpPr>
          <p:nvPr/>
        </p:nvCxnSpPr>
        <p:spPr>
          <a:xfrm>
            <a:off x="2013269" y="1789413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48D700B-AAEC-461D-9766-B7D77D2B081E}"/>
              </a:ext>
            </a:extLst>
          </p:cNvPr>
          <p:cNvCxnSpPr>
            <a:cxnSpLocks/>
          </p:cNvCxnSpPr>
          <p:nvPr/>
        </p:nvCxnSpPr>
        <p:spPr>
          <a:xfrm>
            <a:off x="2011668" y="2040394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4F697AC-A0C5-4527-B4F2-538277E8A618}"/>
              </a:ext>
            </a:extLst>
          </p:cNvPr>
          <p:cNvCxnSpPr>
            <a:cxnSpLocks/>
          </p:cNvCxnSpPr>
          <p:nvPr/>
        </p:nvCxnSpPr>
        <p:spPr>
          <a:xfrm>
            <a:off x="2008280" y="2295071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7D3C55B-60C9-4876-91CD-FE771FB117C8}"/>
              </a:ext>
            </a:extLst>
          </p:cNvPr>
          <p:cNvCxnSpPr>
            <a:cxnSpLocks/>
          </p:cNvCxnSpPr>
          <p:nvPr/>
        </p:nvCxnSpPr>
        <p:spPr>
          <a:xfrm>
            <a:off x="2052220" y="1516926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984599A-3008-4D11-8E31-F23E0E926261}"/>
              </a:ext>
            </a:extLst>
          </p:cNvPr>
          <p:cNvCxnSpPr>
            <a:cxnSpLocks/>
          </p:cNvCxnSpPr>
          <p:nvPr/>
        </p:nvCxnSpPr>
        <p:spPr>
          <a:xfrm>
            <a:off x="2521658" y="1778152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5CE25A9-CE11-48ED-A86A-41C6AA307102}"/>
              </a:ext>
            </a:extLst>
          </p:cNvPr>
          <p:cNvCxnSpPr>
            <a:cxnSpLocks/>
          </p:cNvCxnSpPr>
          <p:nvPr/>
        </p:nvCxnSpPr>
        <p:spPr>
          <a:xfrm>
            <a:off x="3030373" y="2047087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6C83663-9404-4D82-8B16-5C6CACC12CC4}"/>
              </a:ext>
            </a:extLst>
          </p:cNvPr>
          <p:cNvSpPr/>
          <p:nvPr/>
        </p:nvSpPr>
        <p:spPr>
          <a:xfrm>
            <a:off x="3560599" y="2296312"/>
            <a:ext cx="517493" cy="2599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F22883-2A97-4D17-A6C6-ED254BFBE1AC}"/>
              </a:ext>
            </a:extLst>
          </p:cNvPr>
          <p:cNvSpPr txBox="1"/>
          <p:nvPr/>
        </p:nvSpPr>
        <p:spPr>
          <a:xfrm>
            <a:off x="3327490" y="2491147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507C15F-A5BE-45C3-8864-C361F4FD6A56}"/>
              </a:ext>
            </a:extLst>
          </p:cNvPr>
          <p:cNvSpPr/>
          <p:nvPr/>
        </p:nvSpPr>
        <p:spPr>
          <a:xfrm>
            <a:off x="2009230" y="255137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7ABE5A1-15E7-4478-BC62-8595898B69F9}"/>
              </a:ext>
            </a:extLst>
          </p:cNvPr>
          <p:cNvSpPr/>
          <p:nvPr/>
        </p:nvSpPr>
        <p:spPr>
          <a:xfrm>
            <a:off x="2526720" y="255137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52D16A3-9DC8-4764-9318-699A3C1E4E1B}"/>
              </a:ext>
            </a:extLst>
          </p:cNvPr>
          <p:cNvSpPr/>
          <p:nvPr/>
        </p:nvSpPr>
        <p:spPr>
          <a:xfrm>
            <a:off x="3044210" y="2551378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E486CCE-10EC-4328-AA85-968F44272E53}"/>
              </a:ext>
            </a:extLst>
          </p:cNvPr>
          <p:cNvSpPr txBox="1"/>
          <p:nvPr/>
        </p:nvSpPr>
        <p:spPr>
          <a:xfrm>
            <a:off x="1472076" y="2571442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t=16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233C896-46FE-4495-9A50-F087C3195AAC}"/>
              </a:ext>
            </a:extLst>
          </p:cNvPr>
          <p:cNvSpPr/>
          <p:nvPr/>
        </p:nvSpPr>
        <p:spPr>
          <a:xfrm>
            <a:off x="3561698" y="2551377"/>
            <a:ext cx="512767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74F0C7F-3DAA-46AA-B3A1-CC9BF72329D5}"/>
              </a:ext>
            </a:extLst>
          </p:cNvPr>
          <p:cNvCxnSpPr>
            <a:cxnSpLocks/>
          </p:cNvCxnSpPr>
          <p:nvPr/>
        </p:nvCxnSpPr>
        <p:spPr>
          <a:xfrm>
            <a:off x="2015925" y="2553230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99673F9-E4C2-4963-BCC3-E63A39F57CD8}"/>
              </a:ext>
            </a:extLst>
          </p:cNvPr>
          <p:cNvCxnSpPr>
            <a:cxnSpLocks/>
          </p:cNvCxnSpPr>
          <p:nvPr/>
        </p:nvCxnSpPr>
        <p:spPr>
          <a:xfrm>
            <a:off x="3563408" y="2302507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585F5E98-0331-423B-94C7-F0EF75B47FBD}"/>
              </a:ext>
            </a:extLst>
          </p:cNvPr>
          <p:cNvSpPr txBox="1"/>
          <p:nvPr/>
        </p:nvSpPr>
        <p:spPr>
          <a:xfrm>
            <a:off x="1569801" y="3202641"/>
            <a:ext cx="473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AAI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986E91D-3B85-4A07-BA0A-E1D0C821CBF6}"/>
              </a:ext>
            </a:extLst>
          </p:cNvPr>
          <p:cNvSpPr txBox="1"/>
          <p:nvPr/>
        </p:nvSpPr>
        <p:spPr>
          <a:xfrm>
            <a:off x="1363994" y="3491015"/>
            <a:ext cx="87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AEI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DC603D4-914D-40FD-9446-32B49A69A081}"/>
              </a:ext>
            </a:extLst>
          </p:cNvPr>
          <p:cNvSpPr/>
          <p:nvPr/>
        </p:nvSpPr>
        <p:spPr>
          <a:xfrm>
            <a:off x="2004168" y="3231285"/>
            <a:ext cx="517490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E76521A-45C2-4112-B907-16A726C49C3B}"/>
              </a:ext>
            </a:extLst>
          </p:cNvPr>
          <p:cNvSpPr/>
          <p:nvPr/>
        </p:nvSpPr>
        <p:spPr>
          <a:xfrm>
            <a:off x="2521658" y="3231284"/>
            <a:ext cx="517490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A242AE7-B723-4277-8BF1-7D1BB46863ED}"/>
              </a:ext>
            </a:extLst>
          </p:cNvPr>
          <p:cNvSpPr/>
          <p:nvPr/>
        </p:nvSpPr>
        <p:spPr>
          <a:xfrm>
            <a:off x="3039145" y="3231284"/>
            <a:ext cx="517493" cy="256233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4C6C81C-1B41-4DCF-ADF3-FFFE28796A61}"/>
              </a:ext>
            </a:extLst>
          </p:cNvPr>
          <p:cNvSpPr/>
          <p:nvPr/>
        </p:nvSpPr>
        <p:spPr>
          <a:xfrm>
            <a:off x="3555821" y="3232308"/>
            <a:ext cx="517493" cy="253601"/>
          </a:xfrm>
          <a:prstGeom prst="rect">
            <a:avLst/>
          </a:prstGeom>
          <a:pattFill prst="lgConfetti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0BD3060-F3D5-4257-BB70-451374C228A0}"/>
              </a:ext>
            </a:extLst>
          </p:cNvPr>
          <p:cNvSpPr/>
          <p:nvPr/>
        </p:nvSpPr>
        <p:spPr>
          <a:xfrm>
            <a:off x="2004168" y="354079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F8A7657-6B21-4968-AE2D-6382F30A89CE}"/>
              </a:ext>
            </a:extLst>
          </p:cNvPr>
          <p:cNvSpPr/>
          <p:nvPr/>
        </p:nvSpPr>
        <p:spPr>
          <a:xfrm>
            <a:off x="2521658" y="3540797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ADE3110-7ED9-44ED-9897-FE3205746A0B}"/>
              </a:ext>
            </a:extLst>
          </p:cNvPr>
          <p:cNvSpPr/>
          <p:nvPr/>
        </p:nvSpPr>
        <p:spPr>
          <a:xfrm>
            <a:off x="3039145" y="3540797"/>
            <a:ext cx="517493" cy="256233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4127AEF-9D90-48AE-ABC3-EA7937B957BF}"/>
              </a:ext>
            </a:extLst>
          </p:cNvPr>
          <p:cNvSpPr/>
          <p:nvPr/>
        </p:nvSpPr>
        <p:spPr>
          <a:xfrm>
            <a:off x="3555821" y="3537083"/>
            <a:ext cx="517493" cy="259946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55F321A-5E82-4D15-B0C9-92019B042718}"/>
              </a:ext>
            </a:extLst>
          </p:cNvPr>
          <p:cNvSpPr/>
          <p:nvPr/>
        </p:nvSpPr>
        <p:spPr>
          <a:xfrm>
            <a:off x="3041870" y="1787561"/>
            <a:ext cx="516673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4E2345A-A6E0-463A-8C17-CBC8C15A8F29}"/>
              </a:ext>
            </a:extLst>
          </p:cNvPr>
          <p:cNvCxnSpPr>
            <a:cxnSpLocks/>
          </p:cNvCxnSpPr>
          <p:nvPr/>
        </p:nvCxnSpPr>
        <p:spPr>
          <a:xfrm flipH="1">
            <a:off x="4078907" y="1467747"/>
            <a:ext cx="1" cy="1687167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719405A-12C6-449D-BC87-1491F8B4182B}"/>
              </a:ext>
            </a:extLst>
          </p:cNvPr>
          <p:cNvCxnSpPr>
            <a:cxnSpLocks/>
          </p:cNvCxnSpPr>
          <p:nvPr/>
        </p:nvCxnSpPr>
        <p:spPr>
          <a:xfrm>
            <a:off x="5804607" y="3254145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D6C3331-744E-4787-A264-F11B80FF47FA}"/>
              </a:ext>
            </a:extLst>
          </p:cNvPr>
          <p:cNvCxnSpPr>
            <a:cxnSpLocks/>
          </p:cNvCxnSpPr>
          <p:nvPr/>
        </p:nvCxnSpPr>
        <p:spPr>
          <a:xfrm>
            <a:off x="5800855" y="2995245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2F443AC-0571-4B2A-ABCE-4D5C88E99B09}"/>
              </a:ext>
            </a:extLst>
          </p:cNvPr>
          <p:cNvCxnSpPr>
            <a:cxnSpLocks/>
          </p:cNvCxnSpPr>
          <p:nvPr/>
        </p:nvCxnSpPr>
        <p:spPr>
          <a:xfrm>
            <a:off x="4776930" y="3518063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A7DC232-4526-4C64-BAE3-86640F1BF038}"/>
              </a:ext>
            </a:extLst>
          </p:cNvPr>
          <p:cNvSpPr/>
          <p:nvPr/>
        </p:nvSpPr>
        <p:spPr>
          <a:xfrm>
            <a:off x="4770579" y="3768630"/>
            <a:ext cx="517490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4583551-8B2D-456D-91EE-0218DEF74A3A}"/>
              </a:ext>
            </a:extLst>
          </p:cNvPr>
          <p:cNvSpPr/>
          <p:nvPr/>
        </p:nvSpPr>
        <p:spPr>
          <a:xfrm>
            <a:off x="5288069" y="3768629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E2A4939-B9A3-40E1-83C0-D449C1E7B6D0}"/>
              </a:ext>
            </a:extLst>
          </p:cNvPr>
          <p:cNvSpPr/>
          <p:nvPr/>
        </p:nvSpPr>
        <p:spPr>
          <a:xfrm>
            <a:off x="5805556" y="3768629"/>
            <a:ext cx="517493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CDD533D-E80F-4A52-AB9B-05F8F58A6B5B}"/>
              </a:ext>
            </a:extLst>
          </p:cNvPr>
          <p:cNvSpPr/>
          <p:nvPr/>
        </p:nvSpPr>
        <p:spPr>
          <a:xfrm>
            <a:off x="6322232" y="3772342"/>
            <a:ext cx="527528" cy="2536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0DE8D92-9622-4A6F-B880-DD58C97F4755}"/>
              </a:ext>
            </a:extLst>
          </p:cNvPr>
          <p:cNvCxnSpPr>
            <a:cxnSpLocks/>
          </p:cNvCxnSpPr>
          <p:nvPr/>
        </p:nvCxnSpPr>
        <p:spPr>
          <a:xfrm>
            <a:off x="5818687" y="3778229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E0B7940-02E6-4059-BECA-E9710C26DC9C}"/>
              </a:ext>
            </a:extLst>
          </p:cNvPr>
          <p:cNvSpPr/>
          <p:nvPr/>
        </p:nvSpPr>
        <p:spPr>
          <a:xfrm>
            <a:off x="4770579" y="4022859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3E86428-0578-4C80-926C-A00A39F150B4}"/>
              </a:ext>
            </a:extLst>
          </p:cNvPr>
          <p:cNvSpPr/>
          <p:nvPr/>
        </p:nvSpPr>
        <p:spPr>
          <a:xfrm>
            <a:off x="5288069" y="4022858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4A3C468-9F27-4DF1-B4E8-ACE13C9A8E06}"/>
              </a:ext>
            </a:extLst>
          </p:cNvPr>
          <p:cNvSpPr/>
          <p:nvPr/>
        </p:nvSpPr>
        <p:spPr>
          <a:xfrm>
            <a:off x="5805556" y="4022858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5F741FE-5B49-44D8-8A30-61A6E97F0CEE}"/>
              </a:ext>
            </a:extLst>
          </p:cNvPr>
          <p:cNvSpPr/>
          <p:nvPr/>
        </p:nvSpPr>
        <p:spPr>
          <a:xfrm>
            <a:off x="6322232" y="4026571"/>
            <a:ext cx="528995" cy="2536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5EBF9F4-CD0E-40E5-9BA9-8B42F596450A}"/>
              </a:ext>
            </a:extLst>
          </p:cNvPr>
          <p:cNvCxnSpPr>
            <a:cxnSpLocks/>
          </p:cNvCxnSpPr>
          <p:nvPr/>
        </p:nvCxnSpPr>
        <p:spPr>
          <a:xfrm>
            <a:off x="4771744" y="4028020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B8D4E28-8662-4A95-A9F1-472646FEBA2F}"/>
              </a:ext>
            </a:extLst>
          </p:cNvPr>
          <p:cNvSpPr/>
          <p:nvPr/>
        </p:nvSpPr>
        <p:spPr>
          <a:xfrm>
            <a:off x="5816373" y="1723979"/>
            <a:ext cx="516673" cy="2562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C8F8A92-0D5D-4D41-9027-D18B712B833D}"/>
              </a:ext>
            </a:extLst>
          </p:cNvPr>
          <p:cNvSpPr txBox="1"/>
          <p:nvPr/>
        </p:nvSpPr>
        <p:spPr>
          <a:xfrm>
            <a:off x="4241540" y="4045093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t=40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C40D308-244A-4F44-A8CC-8E370D77DDE8}"/>
              </a:ext>
            </a:extLst>
          </p:cNvPr>
          <p:cNvCxnSpPr>
            <a:cxnSpLocks/>
          </p:cNvCxnSpPr>
          <p:nvPr/>
        </p:nvCxnSpPr>
        <p:spPr>
          <a:xfrm>
            <a:off x="6324957" y="3520990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8C2D885-94F4-4983-B9F7-BD4B760C841F}"/>
              </a:ext>
            </a:extLst>
          </p:cNvPr>
          <p:cNvCxnSpPr>
            <a:cxnSpLocks/>
          </p:cNvCxnSpPr>
          <p:nvPr/>
        </p:nvCxnSpPr>
        <p:spPr>
          <a:xfrm>
            <a:off x="4796987" y="4023723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CA1EB5E-94E6-4750-914B-85A4F83EAF31}"/>
              </a:ext>
            </a:extLst>
          </p:cNvPr>
          <p:cNvSpPr txBox="1"/>
          <p:nvPr/>
        </p:nvSpPr>
        <p:spPr>
          <a:xfrm>
            <a:off x="4255505" y="3782157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t=36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202E4CE-E065-416B-9C69-C37FC46B123A}"/>
              </a:ext>
            </a:extLst>
          </p:cNvPr>
          <p:cNvSpPr/>
          <p:nvPr/>
        </p:nvSpPr>
        <p:spPr>
          <a:xfrm>
            <a:off x="2061425" y="3887040"/>
            <a:ext cx="265772" cy="15395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9BC3766-0312-44B5-9613-BE7A0D0BAE40}"/>
              </a:ext>
            </a:extLst>
          </p:cNvPr>
          <p:cNvSpPr/>
          <p:nvPr/>
        </p:nvSpPr>
        <p:spPr>
          <a:xfrm>
            <a:off x="2641659" y="3878513"/>
            <a:ext cx="288588" cy="1585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4B50325-478A-48C8-9B00-EC5F661FD8B4}"/>
              </a:ext>
            </a:extLst>
          </p:cNvPr>
          <p:cNvSpPr txBox="1"/>
          <p:nvPr/>
        </p:nvSpPr>
        <p:spPr>
          <a:xfrm>
            <a:off x="1674898" y="3999489"/>
            <a:ext cx="916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Victim </a:t>
            </a:r>
          </a:p>
          <a:p>
            <a:pPr algn="ctr"/>
            <a:r>
              <a:rPr lang="en-IN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task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E6079E9-098F-4499-B55D-466B557A3A53}"/>
              </a:ext>
            </a:extLst>
          </p:cNvPr>
          <p:cNvSpPr txBox="1"/>
          <p:nvPr/>
        </p:nvSpPr>
        <p:spPr>
          <a:xfrm>
            <a:off x="2342775" y="4010835"/>
            <a:ext cx="7846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</a:t>
            </a:r>
          </a:p>
          <a:p>
            <a:pPr algn="ctr"/>
            <a:r>
              <a:rPr lang="en-IN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task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76D48E0-DBCB-49EC-AC01-81A24879170A}"/>
              </a:ext>
            </a:extLst>
          </p:cNvPr>
          <p:cNvSpPr/>
          <p:nvPr/>
        </p:nvSpPr>
        <p:spPr>
          <a:xfrm>
            <a:off x="3378573" y="3887105"/>
            <a:ext cx="269743" cy="151067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20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95F8729-3E7A-439B-8E95-7F6285718C20}"/>
              </a:ext>
            </a:extLst>
          </p:cNvPr>
          <p:cNvSpPr txBox="1"/>
          <p:nvPr/>
        </p:nvSpPr>
        <p:spPr>
          <a:xfrm>
            <a:off x="2931141" y="4001694"/>
            <a:ext cx="1216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Attacker task pre-empted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ACBA9543-9E31-4E30-A4DE-EECC35239A61}"/>
                  </a:ext>
                </a:extLst>
              </p:cNvPr>
              <p:cNvSpPr txBox="1"/>
              <p:nvPr/>
            </p:nvSpPr>
            <p:spPr>
              <a:xfrm>
                <a:off x="8706941" y="1366665"/>
                <a:ext cx="25319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𝒔𝒂𝒎𝒑𝒍𝒊𝒏𝒈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𝒓𝒂𝒕𝒆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𝒊𝒔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ACBA9543-9E31-4E30-A4DE-EECC35239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941" y="1366665"/>
                <a:ext cx="2531919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E53B3D4-DF9E-4044-9E4F-04097FCBEE3C}"/>
                  </a:ext>
                </a:extLst>
              </p:cNvPr>
              <p:cNvSpPr txBox="1"/>
              <p:nvPr/>
            </p:nvSpPr>
            <p:spPr>
              <a:xfrm>
                <a:off x="8751057" y="1692710"/>
                <a:ext cx="24079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CASE 2:</a:t>
                </a:r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𝒔𝒂𝒎𝒑𝒍𝒊𝒏𝒈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𝒓𝒂𝒕𝒆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𝒔𝒘𝒊𝒕𝒄𝒉𝒆𝒅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𝒇𝒓𝒐𝒎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𝒂𝒏𝒅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𝒔𝒂𝒎𝒑𝒍𝒊𝒏𝒈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𝒓𝒂𝒕𝒆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𝒇𝒓𝒐𝒎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E53B3D4-DF9E-4044-9E4F-04097FCBE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057" y="1692710"/>
                <a:ext cx="2407983" cy="646331"/>
              </a:xfrm>
              <a:prstGeom prst="rect">
                <a:avLst/>
              </a:prstGeom>
              <a:blipFill>
                <a:blip r:embed="rId3"/>
                <a:stretch>
                  <a:fillRect l="-253" t="-943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Rectangle 151">
            <a:extLst>
              <a:ext uri="{FF2B5EF4-FFF2-40B4-BE49-F238E27FC236}">
                <a16:creationId xmlns:a16="http://schemas.microsoft.com/office/drawing/2014/main" id="{C6453BE3-B463-4EAC-BD28-6B9E59CB752C}"/>
              </a:ext>
            </a:extLst>
          </p:cNvPr>
          <p:cNvSpPr/>
          <p:nvPr/>
        </p:nvSpPr>
        <p:spPr>
          <a:xfrm>
            <a:off x="2006353" y="2807297"/>
            <a:ext cx="517490" cy="256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1AB63D4-A0EB-4134-B626-B899EE7F7259}"/>
              </a:ext>
            </a:extLst>
          </p:cNvPr>
          <p:cNvSpPr/>
          <p:nvPr/>
        </p:nvSpPr>
        <p:spPr>
          <a:xfrm>
            <a:off x="2523843" y="280729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512B35E-DC87-410A-A8DD-83FBCF7B6CDF}"/>
              </a:ext>
            </a:extLst>
          </p:cNvPr>
          <p:cNvSpPr/>
          <p:nvPr/>
        </p:nvSpPr>
        <p:spPr>
          <a:xfrm>
            <a:off x="3041333" y="2807296"/>
            <a:ext cx="517490" cy="256233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75A2EEB-EF26-4404-9188-C8BCAC67DFF2}"/>
              </a:ext>
            </a:extLst>
          </p:cNvPr>
          <p:cNvSpPr/>
          <p:nvPr/>
        </p:nvSpPr>
        <p:spPr>
          <a:xfrm>
            <a:off x="3558821" y="2807295"/>
            <a:ext cx="512767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202E647-3B2E-46DF-8872-7F9F8B7CC2D8}"/>
              </a:ext>
            </a:extLst>
          </p:cNvPr>
          <p:cNvSpPr txBox="1"/>
          <p:nvPr/>
        </p:nvSpPr>
        <p:spPr>
          <a:xfrm>
            <a:off x="1467014" y="2832168"/>
            <a:ext cx="58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t=20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BA9FCB0-0E81-4A00-B401-CB713C4B3BB0}"/>
              </a:ext>
            </a:extLst>
          </p:cNvPr>
          <p:cNvCxnSpPr>
            <a:cxnSpLocks/>
          </p:cNvCxnSpPr>
          <p:nvPr/>
        </p:nvCxnSpPr>
        <p:spPr>
          <a:xfrm>
            <a:off x="2014590" y="2820822"/>
            <a:ext cx="417" cy="2562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450991D-1351-41D8-BB8F-861254BCF8D0}"/>
              </a:ext>
            </a:extLst>
          </p:cNvPr>
          <p:cNvCxnSpPr>
            <a:cxnSpLocks/>
          </p:cNvCxnSpPr>
          <p:nvPr/>
        </p:nvCxnSpPr>
        <p:spPr>
          <a:xfrm>
            <a:off x="2046530" y="2803508"/>
            <a:ext cx="5636" cy="2689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811A7C1-AC27-4EA6-9A6A-1AA87E6C084F}"/>
              </a:ext>
            </a:extLst>
          </p:cNvPr>
          <p:cNvSpPr/>
          <p:nvPr/>
        </p:nvSpPr>
        <p:spPr>
          <a:xfrm>
            <a:off x="3558821" y="2807662"/>
            <a:ext cx="519228" cy="252960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8840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1A378B9-8058-44D9-9F68-44713841CDF4}"/>
              </a:ext>
            </a:extLst>
          </p:cNvPr>
          <p:cNvGrpSpPr/>
          <p:nvPr/>
        </p:nvGrpSpPr>
        <p:grpSpPr>
          <a:xfrm>
            <a:off x="1363994" y="1224625"/>
            <a:ext cx="2911828" cy="3363005"/>
            <a:chOff x="1363994" y="1224625"/>
            <a:chExt cx="2911828" cy="336300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7ADD694-77A3-4C74-896D-95A8BC2DBBC1}"/>
                </a:ext>
              </a:extLst>
            </p:cNvPr>
            <p:cNvSpPr/>
            <p:nvPr/>
          </p:nvSpPr>
          <p:spPr>
            <a:xfrm>
              <a:off x="1508104" y="1231377"/>
              <a:ext cx="2681080" cy="1938061"/>
            </a:xfrm>
            <a:prstGeom prst="roundRect">
              <a:avLst>
                <a:gd name="adj" fmla="val 405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36DDF8-E623-4FC4-AB0C-02CC9A106806}"/>
                </a:ext>
              </a:extLst>
            </p:cNvPr>
            <p:cNvSpPr/>
            <p:nvPr/>
          </p:nvSpPr>
          <p:spPr>
            <a:xfrm>
              <a:off x="2008946" y="1531329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EAFE09-D40D-4D6C-81F9-AF7DAA13A489}"/>
                </a:ext>
              </a:extLst>
            </p:cNvPr>
            <p:cNvSpPr/>
            <p:nvPr/>
          </p:nvSpPr>
          <p:spPr>
            <a:xfrm>
              <a:off x="2526436" y="1531328"/>
              <a:ext cx="517490" cy="2562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6C40FE-288F-4226-9E80-D67393AA4B63}"/>
                </a:ext>
              </a:extLst>
            </p:cNvPr>
            <p:cNvSpPr/>
            <p:nvPr/>
          </p:nvSpPr>
          <p:spPr>
            <a:xfrm>
              <a:off x="3043926" y="1531328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835CD0-8DE0-44A4-8D9E-D3FA33BB36AA}"/>
                </a:ext>
              </a:extLst>
            </p:cNvPr>
            <p:cNvSpPr/>
            <p:nvPr/>
          </p:nvSpPr>
          <p:spPr>
            <a:xfrm>
              <a:off x="2008946" y="1787562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6875B1-F764-48F5-8143-9EDBB1B8C034}"/>
                </a:ext>
              </a:extLst>
            </p:cNvPr>
            <p:cNvSpPr/>
            <p:nvPr/>
          </p:nvSpPr>
          <p:spPr>
            <a:xfrm>
              <a:off x="2526436" y="1787561"/>
              <a:ext cx="517490" cy="2562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C05376-141A-4AE8-92D7-2C6E00AAAD7D}"/>
                </a:ext>
              </a:extLst>
            </p:cNvPr>
            <p:cNvSpPr/>
            <p:nvPr/>
          </p:nvSpPr>
          <p:spPr>
            <a:xfrm>
              <a:off x="2008946" y="2043795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6D6989-CE33-43CF-9B25-7A3C771F65C8}"/>
                </a:ext>
              </a:extLst>
            </p:cNvPr>
            <p:cNvSpPr/>
            <p:nvPr/>
          </p:nvSpPr>
          <p:spPr>
            <a:xfrm>
              <a:off x="2526436" y="2043794"/>
              <a:ext cx="517490" cy="2562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DF7E0C-28EA-4BCF-82C9-A11E1DBE6681}"/>
                </a:ext>
              </a:extLst>
            </p:cNvPr>
            <p:cNvSpPr/>
            <p:nvPr/>
          </p:nvSpPr>
          <p:spPr>
            <a:xfrm>
              <a:off x="3043926" y="2043794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A84465-EE95-44AD-A066-CF572C075644}"/>
                </a:ext>
              </a:extLst>
            </p:cNvPr>
            <p:cNvSpPr/>
            <p:nvPr/>
          </p:nvSpPr>
          <p:spPr>
            <a:xfrm>
              <a:off x="3561416" y="2043793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42A6074-028D-4D1D-9F5F-22959DF97E3F}"/>
                </a:ext>
              </a:extLst>
            </p:cNvPr>
            <p:cNvSpPr/>
            <p:nvPr/>
          </p:nvSpPr>
          <p:spPr>
            <a:xfrm>
              <a:off x="2008946" y="2300027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64CBFC-348A-4176-965A-F7CBA8890BE9}"/>
                </a:ext>
              </a:extLst>
            </p:cNvPr>
            <p:cNvSpPr/>
            <p:nvPr/>
          </p:nvSpPr>
          <p:spPr>
            <a:xfrm>
              <a:off x="2526436" y="2300026"/>
              <a:ext cx="517490" cy="2562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C4C32-F492-435B-BF43-F74F974F35DD}"/>
                </a:ext>
              </a:extLst>
            </p:cNvPr>
            <p:cNvCxnSpPr>
              <a:cxnSpLocks/>
            </p:cNvCxnSpPr>
            <p:nvPr/>
          </p:nvCxnSpPr>
          <p:spPr>
            <a:xfrm>
              <a:off x="2008946" y="1467747"/>
              <a:ext cx="0" cy="1694903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75A623-977F-478D-93E2-7864C0BA562C}"/>
                </a:ext>
              </a:extLst>
            </p:cNvPr>
            <p:cNvSpPr/>
            <p:nvPr/>
          </p:nvSpPr>
          <p:spPr>
            <a:xfrm>
              <a:off x="3043923" y="2300026"/>
              <a:ext cx="517493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88C39A-178D-49B4-9ABC-491A161B26D0}"/>
                </a:ext>
              </a:extLst>
            </p:cNvPr>
            <p:cNvSpPr txBox="1"/>
            <p:nvPr/>
          </p:nvSpPr>
          <p:spPr>
            <a:xfrm>
              <a:off x="1471642" y="1551392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A4A8A5-E0AE-4358-AAB4-584DBE9D5A29}"/>
                </a:ext>
              </a:extLst>
            </p:cNvPr>
            <p:cNvSpPr txBox="1"/>
            <p:nvPr/>
          </p:nvSpPr>
          <p:spPr>
            <a:xfrm>
              <a:off x="1464564" y="1793220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FD5AF9-49AB-49C5-82E8-26B4AF4E7A3E}"/>
                </a:ext>
              </a:extLst>
            </p:cNvPr>
            <p:cNvSpPr txBox="1"/>
            <p:nvPr/>
          </p:nvSpPr>
          <p:spPr>
            <a:xfrm>
              <a:off x="1462994" y="2049467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E15F26-EFC1-496D-915A-44D2AE84DCE1}"/>
                </a:ext>
              </a:extLst>
            </p:cNvPr>
            <p:cNvSpPr txBox="1"/>
            <p:nvPr/>
          </p:nvSpPr>
          <p:spPr>
            <a:xfrm>
              <a:off x="1450987" y="2284393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218347-ABC3-4C7D-AF45-8C2268A62C5B}"/>
                </a:ext>
              </a:extLst>
            </p:cNvPr>
            <p:cNvSpPr/>
            <p:nvPr/>
          </p:nvSpPr>
          <p:spPr>
            <a:xfrm>
              <a:off x="3561414" y="1531327"/>
              <a:ext cx="517491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430B50-BEB9-4197-B70B-598FE805CBF9}"/>
                </a:ext>
              </a:extLst>
            </p:cNvPr>
            <p:cNvSpPr/>
            <p:nvPr/>
          </p:nvSpPr>
          <p:spPr>
            <a:xfrm>
              <a:off x="3555056" y="1787560"/>
              <a:ext cx="52385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07C9C2D-08CF-4897-8B6E-86FAEF54C339}"/>
                </a:ext>
              </a:extLst>
            </p:cNvPr>
            <p:cNvCxnSpPr>
              <a:cxnSpLocks/>
            </p:cNvCxnSpPr>
            <p:nvPr/>
          </p:nvCxnSpPr>
          <p:spPr>
            <a:xfrm>
              <a:off x="2527942" y="1838246"/>
              <a:ext cx="0" cy="2021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2A83AC5-BFD0-4C36-8022-7D3789A879DE}"/>
                </a:ext>
              </a:extLst>
            </p:cNvPr>
            <p:cNvSpPr/>
            <p:nvPr/>
          </p:nvSpPr>
          <p:spPr>
            <a:xfrm>
              <a:off x="3560599" y="2296312"/>
              <a:ext cx="517493" cy="25994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C5C440E-57C5-45BD-A6E8-BB533E55D705}"/>
                </a:ext>
              </a:extLst>
            </p:cNvPr>
            <p:cNvSpPr txBox="1"/>
            <p:nvPr/>
          </p:nvSpPr>
          <p:spPr>
            <a:xfrm>
              <a:off x="3327490" y="2491147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90D5082-A16F-4378-B323-49F06D9081DF}"/>
                </a:ext>
              </a:extLst>
            </p:cNvPr>
            <p:cNvSpPr/>
            <p:nvPr/>
          </p:nvSpPr>
          <p:spPr>
            <a:xfrm>
              <a:off x="2009230" y="2551379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FB51DF1-D0A1-463E-9636-E0D3FA4BE2D3}"/>
                </a:ext>
              </a:extLst>
            </p:cNvPr>
            <p:cNvSpPr/>
            <p:nvPr/>
          </p:nvSpPr>
          <p:spPr>
            <a:xfrm>
              <a:off x="2526720" y="2551378"/>
              <a:ext cx="517490" cy="2562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4C2A1E-EDF7-4412-A728-12B340060622}"/>
                </a:ext>
              </a:extLst>
            </p:cNvPr>
            <p:cNvSpPr/>
            <p:nvPr/>
          </p:nvSpPr>
          <p:spPr>
            <a:xfrm>
              <a:off x="3044210" y="2551378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FB28D1-B8D2-4F88-832E-BC9A46B6EF64}"/>
                </a:ext>
              </a:extLst>
            </p:cNvPr>
            <p:cNvSpPr txBox="1"/>
            <p:nvPr/>
          </p:nvSpPr>
          <p:spPr>
            <a:xfrm>
              <a:off x="1450082" y="2571442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t=16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C9DB7D-A738-43F1-9B7E-FB5F3025953F}"/>
                </a:ext>
              </a:extLst>
            </p:cNvPr>
            <p:cNvSpPr/>
            <p:nvPr/>
          </p:nvSpPr>
          <p:spPr>
            <a:xfrm>
              <a:off x="3561698" y="2551377"/>
              <a:ext cx="516351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EEEDA5-CA9C-4248-91EE-73840386EA6D}"/>
                </a:ext>
              </a:extLst>
            </p:cNvPr>
            <p:cNvSpPr txBox="1"/>
            <p:nvPr/>
          </p:nvSpPr>
          <p:spPr>
            <a:xfrm>
              <a:off x="1569801" y="3233745"/>
              <a:ext cx="473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AAI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645665D-D23C-4850-87C2-BD6F4F67C204}"/>
                </a:ext>
              </a:extLst>
            </p:cNvPr>
            <p:cNvSpPr txBox="1"/>
            <p:nvPr/>
          </p:nvSpPr>
          <p:spPr>
            <a:xfrm>
              <a:off x="1363994" y="3522119"/>
              <a:ext cx="876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AEI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4F40B62-20EE-4CC1-9F39-BD47D5C1BE76}"/>
                </a:ext>
              </a:extLst>
            </p:cNvPr>
            <p:cNvSpPr/>
            <p:nvPr/>
          </p:nvSpPr>
          <p:spPr>
            <a:xfrm>
              <a:off x="2004168" y="3262390"/>
              <a:ext cx="517490" cy="24838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47D0CAA-EF19-42BD-B66D-C1AB689C1735}"/>
                </a:ext>
              </a:extLst>
            </p:cNvPr>
            <p:cNvSpPr/>
            <p:nvPr/>
          </p:nvSpPr>
          <p:spPr>
            <a:xfrm>
              <a:off x="2521658" y="3262389"/>
              <a:ext cx="517490" cy="25010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6A6EAC1-D320-4891-AFC7-DD5046A2C257}"/>
                </a:ext>
              </a:extLst>
            </p:cNvPr>
            <p:cNvSpPr/>
            <p:nvPr/>
          </p:nvSpPr>
          <p:spPr>
            <a:xfrm>
              <a:off x="3039145" y="3262388"/>
              <a:ext cx="517493" cy="25015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A0AFE95-9928-4065-9594-DE83EB433E3B}"/>
                </a:ext>
              </a:extLst>
            </p:cNvPr>
            <p:cNvSpPr/>
            <p:nvPr/>
          </p:nvSpPr>
          <p:spPr>
            <a:xfrm>
              <a:off x="3555821" y="3262388"/>
              <a:ext cx="517493" cy="25117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0C84FF1-98B6-4204-B596-A012A41FFA24}"/>
                </a:ext>
              </a:extLst>
            </p:cNvPr>
            <p:cNvSpPr/>
            <p:nvPr/>
          </p:nvSpPr>
          <p:spPr>
            <a:xfrm>
              <a:off x="2004168" y="3571902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BEE5DE8-B469-4E95-B5A5-77D8A13AF979}"/>
                </a:ext>
              </a:extLst>
            </p:cNvPr>
            <p:cNvSpPr/>
            <p:nvPr/>
          </p:nvSpPr>
          <p:spPr>
            <a:xfrm>
              <a:off x="2521658" y="3571901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A80DB1-1A67-448B-9CE7-9E5DE64CE6F0}"/>
                </a:ext>
              </a:extLst>
            </p:cNvPr>
            <p:cNvSpPr/>
            <p:nvPr/>
          </p:nvSpPr>
          <p:spPr>
            <a:xfrm>
              <a:off x="3039145" y="3571901"/>
              <a:ext cx="517493" cy="257995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20640C7-A18D-4382-982A-DB6050431EA9}"/>
                </a:ext>
              </a:extLst>
            </p:cNvPr>
            <p:cNvSpPr/>
            <p:nvPr/>
          </p:nvSpPr>
          <p:spPr>
            <a:xfrm>
              <a:off x="3555821" y="3571919"/>
              <a:ext cx="517493" cy="257462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225B508-5CC5-45E7-86D6-E770AAB4ABA8}"/>
                </a:ext>
              </a:extLst>
            </p:cNvPr>
            <p:cNvSpPr/>
            <p:nvPr/>
          </p:nvSpPr>
          <p:spPr>
            <a:xfrm>
              <a:off x="3041870" y="1787561"/>
              <a:ext cx="516673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8DAC110-836A-43F7-B0E1-82230A81412A}"/>
                </a:ext>
              </a:extLst>
            </p:cNvPr>
            <p:cNvSpPr/>
            <p:nvPr/>
          </p:nvSpPr>
          <p:spPr>
            <a:xfrm>
              <a:off x="2157296" y="3890204"/>
              <a:ext cx="265772" cy="1539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85D5FE-368B-4EBD-A2E6-4F32F672F84B}"/>
                </a:ext>
              </a:extLst>
            </p:cNvPr>
            <p:cNvSpPr/>
            <p:nvPr/>
          </p:nvSpPr>
          <p:spPr>
            <a:xfrm>
              <a:off x="2827524" y="3893051"/>
              <a:ext cx="288588" cy="1585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EFC25E2-6E3D-423D-A87D-BD1208337760}"/>
                    </a:ext>
                  </a:extLst>
                </p:cNvPr>
                <p:cNvSpPr txBox="1"/>
                <p:nvPr/>
              </p:nvSpPr>
              <p:spPr>
                <a:xfrm>
                  <a:off x="1938597" y="3994022"/>
                  <a:ext cx="75728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IN" sz="11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(Victim) </a:t>
                  </a: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EFC25E2-6E3D-423D-A87D-BD1208337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597" y="3994022"/>
                  <a:ext cx="757282" cy="430887"/>
                </a:xfrm>
                <a:prstGeom prst="rect">
                  <a:avLst/>
                </a:prstGeom>
                <a:blipFill>
                  <a:blip r:embed="rId2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8DE6569-1F40-4FD4-A0AD-EAC0E5FCA85C}"/>
                    </a:ext>
                  </a:extLst>
                </p:cNvPr>
                <p:cNvSpPr txBox="1"/>
                <p:nvPr/>
              </p:nvSpPr>
              <p:spPr>
                <a:xfrm>
                  <a:off x="3342971" y="3987466"/>
                  <a:ext cx="846213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100" b="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IN" sz="11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(Attacker ) </a:t>
                  </a:r>
                </a:p>
                <a:p>
                  <a:pPr algn="ctr"/>
                  <a:endParaRPr lang="en-IN" sz="11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8DE6569-1F40-4FD4-A0AD-EAC0E5FC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971" y="3987466"/>
                  <a:ext cx="846213" cy="600164"/>
                </a:xfrm>
                <a:prstGeom prst="rect">
                  <a:avLst/>
                </a:prstGeom>
                <a:blipFill>
                  <a:blip r:embed="rId3"/>
                  <a:stretch>
                    <a:fillRect r="-28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BEFBDB1-ED36-4393-BB1B-C9A28E57A2C5}"/>
                </a:ext>
              </a:extLst>
            </p:cNvPr>
            <p:cNvSpPr/>
            <p:nvPr/>
          </p:nvSpPr>
          <p:spPr>
            <a:xfrm>
              <a:off x="2006353" y="2807297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4B61BD5-5E92-4FA8-BC38-F79FB7AC70A6}"/>
                </a:ext>
              </a:extLst>
            </p:cNvPr>
            <p:cNvSpPr/>
            <p:nvPr/>
          </p:nvSpPr>
          <p:spPr>
            <a:xfrm>
              <a:off x="2523843" y="2807296"/>
              <a:ext cx="517490" cy="2562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1D13CF1-F7D2-4898-BB89-F37ECC5D2642}"/>
                </a:ext>
              </a:extLst>
            </p:cNvPr>
            <p:cNvSpPr/>
            <p:nvPr/>
          </p:nvSpPr>
          <p:spPr>
            <a:xfrm>
              <a:off x="3041333" y="2807296"/>
              <a:ext cx="517490" cy="256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5BBEF3-1776-4F0F-A9FA-B8DCF2882A84}"/>
                </a:ext>
              </a:extLst>
            </p:cNvPr>
            <p:cNvSpPr/>
            <p:nvPr/>
          </p:nvSpPr>
          <p:spPr>
            <a:xfrm>
              <a:off x="3558821" y="2807295"/>
              <a:ext cx="512767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2A9705D-BF6A-46FA-B9FF-5814AD5C39D0}"/>
                </a:ext>
              </a:extLst>
            </p:cNvPr>
            <p:cNvSpPr txBox="1"/>
            <p:nvPr/>
          </p:nvSpPr>
          <p:spPr>
            <a:xfrm>
              <a:off x="1451304" y="2832168"/>
              <a:ext cx="587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t=20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3BBE43-C1A1-45F8-80B4-EAFE97D3332A}"/>
                </a:ext>
              </a:extLst>
            </p:cNvPr>
            <p:cNvSpPr/>
            <p:nvPr/>
          </p:nvSpPr>
          <p:spPr>
            <a:xfrm>
              <a:off x="3558821" y="2807662"/>
              <a:ext cx="519228" cy="25296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57F05E0-2D71-4CD2-B9DA-56F4EC870400}"/>
                </a:ext>
              </a:extLst>
            </p:cNvPr>
            <p:cNvSpPr/>
            <p:nvPr/>
          </p:nvSpPr>
          <p:spPr>
            <a:xfrm>
              <a:off x="3582271" y="3873351"/>
              <a:ext cx="288588" cy="1585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AE9CDEC-254F-47BE-A308-DE9FD63DB919}"/>
                    </a:ext>
                  </a:extLst>
                </p:cNvPr>
                <p:cNvSpPr txBox="1"/>
                <p:nvPr/>
              </p:nvSpPr>
              <p:spPr>
                <a:xfrm>
                  <a:off x="2796424" y="3971824"/>
                  <a:ext cx="33821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IN" sz="11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AE9CDEC-254F-47BE-A308-DE9FD63DB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6424" y="3971824"/>
                  <a:ext cx="338214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19F9C36-CE7A-468A-B725-8BD3440ED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7907" y="1452778"/>
              <a:ext cx="1" cy="1721178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02D9D94-FE3C-41B2-A5D5-D54D340158FE}"/>
                </a:ext>
              </a:extLst>
            </p:cNvPr>
            <p:cNvCxnSpPr>
              <a:cxnSpLocks/>
            </p:cNvCxnSpPr>
            <p:nvPr/>
          </p:nvCxnSpPr>
          <p:spPr>
            <a:xfrm>
              <a:off x="3040335" y="2098795"/>
              <a:ext cx="0" cy="2021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AF31B277-EEC9-436A-AD8C-B16EBF54BB47}"/>
                </a:ext>
              </a:extLst>
            </p:cNvPr>
            <p:cNvCxnSpPr>
              <a:cxnSpLocks/>
            </p:cNvCxnSpPr>
            <p:nvPr/>
          </p:nvCxnSpPr>
          <p:spPr>
            <a:xfrm>
              <a:off x="3561340" y="2340349"/>
              <a:ext cx="0" cy="2021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7000D00-612E-40F3-9D9B-137BF0330098}"/>
                </a:ext>
              </a:extLst>
            </p:cNvPr>
            <p:cNvGrpSpPr/>
            <p:nvPr/>
          </p:nvGrpSpPr>
          <p:grpSpPr>
            <a:xfrm>
              <a:off x="1989849" y="1592864"/>
              <a:ext cx="29203" cy="200849"/>
              <a:chOff x="605480" y="1417317"/>
              <a:chExt cx="29203" cy="200849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5668415-954C-4FCA-946F-7E15C1476F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0" y="1421348"/>
                <a:ext cx="0" cy="19681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0906E18D-425E-410A-BE9D-BDB8D65D64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683" y="1417317"/>
                <a:ext cx="0" cy="196818"/>
              </a:xfrm>
              <a:prstGeom prst="straightConnector1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151CF47-F875-4C5E-A265-81153E83D792}"/>
                </a:ext>
              </a:extLst>
            </p:cNvPr>
            <p:cNvGrpSpPr/>
            <p:nvPr/>
          </p:nvGrpSpPr>
          <p:grpSpPr>
            <a:xfrm>
              <a:off x="1992470" y="1848141"/>
              <a:ext cx="29203" cy="200849"/>
              <a:chOff x="605480" y="1417317"/>
              <a:chExt cx="29203" cy="200849"/>
            </a:xfrm>
          </p:grpSpPr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F4E1DCEC-B897-49AE-8B57-3FC8919215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0" y="1421348"/>
                <a:ext cx="0" cy="19681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D76629C9-A2D1-45A9-9998-3C0507A9D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683" y="1417317"/>
                <a:ext cx="0" cy="196818"/>
              </a:xfrm>
              <a:prstGeom prst="straightConnector1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AD26BCE-3E83-413B-BBBA-EC571F63E0C2}"/>
                </a:ext>
              </a:extLst>
            </p:cNvPr>
            <p:cNvGrpSpPr/>
            <p:nvPr/>
          </p:nvGrpSpPr>
          <p:grpSpPr>
            <a:xfrm>
              <a:off x="1987340" y="2102580"/>
              <a:ext cx="29203" cy="200849"/>
              <a:chOff x="605480" y="1417317"/>
              <a:chExt cx="29203" cy="200849"/>
            </a:xfrm>
          </p:grpSpPr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83ECAFFF-234A-4841-B570-52A0413D2D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0" y="1421348"/>
                <a:ext cx="0" cy="19681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8D9C98BD-6B4E-4E32-8EF8-2F96C262E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683" y="1417317"/>
                <a:ext cx="0" cy="196818"/>
              </a:xfrm>
              <a:prstGeom prst="straightConnector1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4AEEA1E-3E4F-42E2-BE9D-EBB63D091F45}"/>
                </a:ext>
              </a:extLst>
            </p:cNvPr>
            <p:cNvGrpSpPr/>
            <p:nvPr/>
          </p:nvGrpSpPr>
          <p:grpSpPr>
            <a:xfrm>
              <a:off x="1989849" y="2358157"/>
              <a:ext cx="29203" cy="200849"/>
              <a:chOff x="605480" y="1417317"/>
              <a:chExt cx="29203" cy="200849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B56F36BD-EAFE-4687-B0BD-AAD2064C4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0" y="1421348"/>
                <a:ext cx="0" cy="19681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14B9728-06AC-424D-BD8B-810CA852A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683" y="1417317"/>
                <a:ext cx="0" cy="196818"/>
              </a:xfrm>
              <a:prstGeom prst="straightConnector1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CD71E54-E9BD-416E-A10F-BCA346AC5887}"/>
                </a:ext>
              </a:extLst>
            </p:cNvPr>
            <p:cNvGrpSpPr/>
            <p:nvPr/>
          </p:nvGrpSpPr>
          <p:grpSpPr>
            <a:xfrm>
              <a:off x="1984987" y="2607765"/>
              <a:ext cx="29203" cy="200849"/>
              <a:chOff x="605480" y="1417317"/>
              <a:chExt cx="29203" cy="200849"/>
            </a:xfrm>
          </p:grpSpPr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5789E844-6A78-45D7-A105-727A89CC9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0" y="1421348"/>
                <a:ext cx="0" cy="19681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39EB1BB-BFF0-4850-8FDF-2726D92B2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683" y="1417317"/>
                <a:ext cx="0" cy="196818"/>
              </a:xfrm>
              <a:prstGeom prst="straightConnector1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69C5F32-9A5D-4AD3-9547-86E3528D01C2}"/>
                </a:ext>
              </a:extLst>
            </p:cNvPr>
            <p:cNvGrpSpPr/>
            <p:nvPr/>
          </p:nvGrpSpPr>
          <p:grpSpPr>
            <a:xfrm>
              <a:off x="1988592" y="2860519"/>
              <a:ext cx="29203" cy="200849"/>
              <a:chOff x="605480" y="1417317"/>
              <a:chExt cx="29203" cy="200849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9C983E86-1E09-42A3-9043-37CC86A1C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0" y="1421348"/>
                <a:ext cx="0" cy="19681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E5CDC138-62EE-46AE-9BFC-5EFA1BAD7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683" y="1417317"/>
                <a:ext cx="0" cy="196818"/>
              </a:xfrm>
              <a:prstGeom prst="straightConnector1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B25B219-6C7A-43F1-8558-35DE977C5EAD}"/>
                </a:ext>
              </a:extLst>
            </p:cNvPr>
            <p:cNvCxnSpPr>
              <a:cxnSpLocks/>
            </p:cNvCxnSpPr>
            <p:nvPr/>
          </p:nvCxnSpPr>
          <p:spPr>
            <a:xfrm>
              <a:off x="2057098" y="1592311"/>
              <a:ext cx="0" cy="2021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87AB2AE0-A525-43A7-80B4-70B35A9D16D6}"/>
                </a:ext>
              </a:extLst>
            </p:cNvPr>
            <p:cNvCxnSpPr>
              <a:cxnSpLocks/>
            </p:cNvCxnSpPr>
            <p:nvPr/>
          </p:nvCxnSpPr>
          <p:spPr>
            <a:xfrm>
              <a:off x="2041040" y="2855189"/>
              <a:ext cx="0" cy="2021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A51F8F4-E6EB-43F7-8D92-97F1A89440AC}"/>
                </a:ext>
              </a:extLst>
            </p:cNvPr>
            <p:cNvSpPr txBox="1"/>
            <p:nvPr/>
          </p:nvSpPr>
          <p:spPr>
            <a:xfrm>
              <a:off x="2316038" y="1224625"/>
              <a:ext cx="4561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t+1</a:t>
              </a:r>
              <a:endParaRPr lang="en-IN" sz="105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1722060-9EB8-4AEA-B590-2C54CD24F5C1}"/>
                </a:ext>
              </a:extLst>
            </p:cNvPr>
            <p:cNvSpPr txBox="1"/>
            <p:nvPr/>
          </p:nvSpPr>
          <p:spPr>
            <a:xfrm>
              <a:off x="2821645" y="1228082"/>
              <a:ext cx="4561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t+2</a:t>
              </a:r>
              <a:endParaRPr lang="en-IN" sz="105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EC088FC-9EF0-4C98-BF5A-94D19CD60CBA}"/>
                </a:ext>
              </a:extLst>
            </p:cNvPr>
            <p:cNvSpPr txBox="1"/>
            <p:nvPr/>
          </p:nvSpPr>
          <p:spPr>
            <a:xfrm>
              <a:off x="3351014" y="1233139"/>
              <a:ext cx="4561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t+3</a:t>
              </a:r>
              <a:endParaRPr lang="en-IN" sz="105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78744B7-193E-446C-AC7D-7611239C2085}"/>
                </a:ext>
              </a:extLst>
            </p:cNvPr>
            <p:cNvSpPr txBox="1"/>
            <p:nvPr/>
          </p:nvSpPr>
          <p:spPr>
            <a:xfrm>
              <a:off x="3819638" y="1235750"/>
              <a:ext cx="4561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t+4</a:t>
              </a:r>
              <a:endParaRPr lang="en-IN" sz="105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FC1AF3C-93CE-4FC8-A465-7B869CDC662A}"/>
                </a:ext>
              </a:extLst>
            </p:cNvPr>
            <p:cNvSpPr txBox="1"/>
            <p:nvPr/>
          </p:nvSpPr>
          <p:spPr>
            <a:xfrm>
              <a:off x="1911499" y="1226172"/>
              <a:ext cx="27494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</a:t>
              </a:r>
              <a:endParaRPr lang="en-IN" sz="105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86658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E54773-768D-44A2-A6B5-48578CB61AC6}"/>
              </a:ext>
            </a:extLst>
          </p:cNvPr>
          <p:cNvSpPr/>
          <p:nvPr/>
        </p:nvSpPr>
        <p:spPr>
          <a:xfrm>
            <a:off x="2022928" y="1583424"/>
            <a:ext cx="1321815" cy="3596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3266C-8F98-4F2E-8BD4-BD891EFD24F0}"/>
              </a:ext>
            </a:extLst>
          </p:cNvPr>
          <p:cNvSpPr/>
          <p:nvPr/>
        </p:nvSpPr>
        <p:spPr>
          <a:xfrm>
            <a:off x="2022928" y="2675456"/>
            <a:ext cx="1321815" cy="3596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49485D-FBFE-431F-94BA-5B652280EEF9}"/>
              </a:ext>
            </a:extLst>
          </p:cNvPr>
          <p:cNvSpPr/>
          <p:nvPr/>
        </p:nvSpPr>
        <p:spPr>
          <a:xfrm>
            <a:off x="4701184" y="2133599"/>
            <a:ext cx="1367745" cy="3719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4D331A-340A-49DF-957B-35766EB513BC}"/>
              </a:ext>
            </a:extLst>
          </p:cNvPr>
          <p:cNvSpPr/>
          <p:nvPr/>
        </p:nvSpPr>
        <p:spPr>
          <a:xfrm>
            <a:off x="6056125" y="3222725"/>
            <a:ext cx="1321542" cy="3493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E8E786-2D08-4072-87BE-54C67DD8B214}"/>
              </a:ext>
            </a:extLst>
          </p:cNvPr>
          <p:cNvSpPr/>
          <p:nvPr/>
        </p:nvSpPr>
        <p:spPr>
          <a:xfrm>
            <a:off x="6056125" y="3752229"/>
            <a:ext cx="1321822" cy="3596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A8FAC1-42BD-43E2-A0CC-A5C7776D7C63}"/>
              </a:ext>
            </a:extLst>
          </p:cNvPr>
          <p:cNvSpPr/>
          <p:nvPr/>
        </p:nvSpPr>
        <p:spPr>
          <a:xfrm>
            <a:off x="3364547" y="4291013"/>
            <a:ext cx="1321815" cy="3596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2D3CE1-0D07-4AD3-A690-33CB896E411D}"/>
              </a:ext>
            </a:extLst>
          </p:cNvPr>
          <p:cNvSpPr/>
          <p:nvPr/>
        </p:nvSpPr>
        <p:spPr>
          <a:xfrm>
            <a:off x="4695155" y="4856124"/>
            <a:ext cx="1360697" cy="3596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1EED1A-BC64-497D-B157-1BE2CD420063}"/>
              </a:ext>
            </a:extLst>
          </p:cNvPr>
          <p:cNvSpPr/>
          <p:nvPr/>
        </p:nvSpPr>
        <p:spPr>
          <a:xfrm>
            <a:off x="3359041" y="5384405"/>
            <a:ext cx="1321815" cy="36697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2A98B-D668-4CB2-A38A-61D934830258}"/>
              </a:ext>
            </a:extLst>
          </p:cNvPr>
          <p:cNvSpPr/>
          <p:nvPr/>
        </p:nvSpPr>
        <p:spPr>
          <a:xfrm>
            <a:off x="3344743" y="1584537"/>
            <a:ext cx="1376022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094051-8D6B-4FBD-ABC2-6D15C8BAEA60}"/>
              </a:ext>
            </a:extLst>
          </p:cNvPr>
          <p:cNvSpPr/>
          <p:nvPr/>
        </p:nvSpPr>
        <p:spPr>
          <a:xfrm>
            <a:off x="3359799" y="3753575"/>
            <a:ext cx="1341387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B022E8-0EEC-424F-AA19-0C2FD2812D91}"/>
              </a:ext>
            </a:extLst>
          </p:cNvPr>
          <p:cNvSpPr/>
          <p:nvPr/>
        </p:nvSpPr>
        <p:spPr>
          <a:xfrm>
            <a:off x="4694405" y="3220917"/>
            <a:ext cx="1361723" cy="3550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6533F9-56A2-4B81-984B-AA8EE456CA7E}"/>
              </a:ext>
            </a:extLst>
          </p:cNvPr>
          <p:cNvSpPr/>
          <p:nvPr/>
        </p:nvSpPr>
        <p:spPr>
          <a:xfrm>
            <a:off x="6056125" y="4292163"/>
            <a:ext cx="1322863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C85D4D-43FF-48D2-86A2-7071F52FA6F8}"/>
              </a:ext>
            </a:extLst>
          </p:cNvPr>
          <p:cNvSpPr/>
          <p:nvPr/>
        </p:nvSpPr>
        <p:spPr>
          <a:xfrm>
            <a:off x="3365073" y="4856450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49D92-611A-44F2-B562-956EF454AD2F}"/>
              </a:ext>
            </a:extLst>
          </p:cNvPr>
          <p:cNvSpPr/>
          <p:nvPr/>
        </p:nvSpPr>
        <p:spPr>
          <a:xfrm>
            <a:off x="4694128" y="5384404"/>
            <a:ext cx="1361721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C903C5-9132-4FF1-A6E4-A9EAEBF0CBFC}"/>
              </a:ext>
            </a:extLst>
          </p:cNvPr>
          <p:cNvSpPr/>
          <p:nvPr/>
        </p:nvSpPr>
        <p:spPr>
          <a:xfrm>
            <a:off x="2025174" y="5385668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7A787F-1B77-4BB4-8916-325DB3941168}"/>
              </a:ext>
            </a:extLst>
          </p:cNvPr>
          <p:cNvSpPr/>
          <p:nvPr/>
        </p:nvSpPr>
        <p:spPr>
          <a:xfrm>
            <a:off x="6056125" y="4855557"/>
            <a:ext cx="1321821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FAD24F-FDFD-47EF-8725-EC310306AD60}"/>
              </a:ext>
            </a:extLst>
          </p:cNvPr>
          <p:cNvSpPr/>
          <p:nvPr/>
        </p:nvSpPr>
        <p:spPr>
          <a:xfrm>
            <a:off x="2030077" y="4289839"/>
            <a:ext cx="1354556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8FF7D3-C2AB-4D96-B0C4-114668F0603A}"/>
              </a:ext>
            </a:extLst>
          </p:cNvPr>
          <p:cNvSpPr/>
          <p:nvPr/>
        </p:nvSpPr>
        <p:spPr>
          <a:xfrm>
            <a:off x="2029336" y="3220917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092CE6-6120-4E36-9227-5ACE2381F884}"/>
              </a:ext>
            </a:extLst>
          </p:cNvPr>
          <p:cNvSpPr/>
          <p:nvPr/>
        </p:nvSpPr>
        <p:spPr>
          <a:xfrm>
            <a:off x="3333442" y="2669497"/>
            <a:ext cx="1361723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583B45-C77C-4486-BCA2-9EBDEC7EF9DE}"/>
              </a:ext>
            </a:extLst>
          </p:cNvPr>
          <p:cNvSpPr/>
          <p:nvPr/>
        </p:nvSpPr>
        <p:spPr>
          <a:xfrm>
            <a:off x="6056132" y="2667513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D4F319-0581-4F5E-A7ED-8F5AF35E77D3}"/>
              </a:ext>
            </a:extLst>
          </p:cNvPr>
          <p:cNvSpPr/>
          <p:nvPr/>
        </p:nvSpPr>
        <p:spPr>
          <a:xfrm>
            <a:off x="2034963" y="2140637"/>
            <a:ext cx="1321815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508F9A-7CB8-4758-9A1F-78F8B2342886}"/>
              </a:ext>
            </a:extLst>
          </p:cNvPr>
          <p:cNvSpPr/>
          <p:nvPr/>
        </p:nvSpPr>
        <p:spPr>
          <a:xfrm>
            <a:off x="6044079" y="2136289"/>
            <a:ext cx="1321815" cy="358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071CAE-A1E6-4931-ABA6-82C34270502F}"/>
              </a:ext>
            </a:extLst>
          </p:cNvPr>
          <p:cNvSpPr/>
          <p:nvPr/>
        </p:nvSpPr>
        <p:spPr>
          <a:xfrm>
            <a:off x="6042579" y="1583424"/>
            <a:ext cx="1321815" cy="372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396CB8-A6B1-47F0-997E-560C0E9610C8}"/>
              </a:ext>
            </a:extLst>
          </p:cNvPr>
          <p:cNvSpPr/>
          <p:nvPr/>
        </p:nvSpPr>
        <p:spPr>
          <a:xfrm>
            <a:off x="3367337" y="2139897"/>
            <a:ext cx="1321815" cy="3596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D826FB-B19E-400F-A18B-24ACD760B627}"/>
              </a:ext>
            </a:extLst>
          </p:cNvPr>
          <p:cNvSpPr/>
          <p:nvPr/>
        </p:nvSpPr>
        <p:spPr>
          <a:xfrm>
            <a:off x="4707207" y="2667087"/>
            <a:ext cx="1361723" cy="3596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607BBE-F50D-42FA-93A1-54063968962C}"/>
              </a:ext>
            </a:extLst>
          </p:cNvPr>
          <p:cNvSpPr/>
          <p:nvPr/>
        </p:nvSpPr>
        <p:spPr>
          <a:xfrm>
            <a:off x="3359781" y="3220917"/>
            <a:ext cx="1321815" cy="3550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64AA09-368A-4B87-83A5-A06BDA032B49}"/>
              </a:ext>
            </a:extLst>
          </p:cNvPr>
          <p:cNvSpPr/>
          <p:nvPr/>
        </p:nvSpPr>
        <p:spPr>
          <a:xfrm>
            <a:off x="2024432" y="3755174"/>
            <a:ext cx="1321815" cy="3596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737E1E-41A4-4660-92D2-7978B6D1970E}"/>
              </a:ext>
            </a:extLst>
          </p:cNvPr>
          <p:cNvSpPr/>
          <p:nvPr/>
        </p:nvSpPr>
        <p:spPr>
          <a:xfrm>
            <a:off x="4694404" y="4292172"/>
            <a:ext cx="1361721" cy="3596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4381CD-19AA-4105-972B-435CDD34C2BA}"/>
              </a:ext>
            </a:extLst>
          </p:cNvPr>
          <p:cNvSpPr/>
          <p:nvPr/>
        </p:nvSpPr>
        <p:spPr>
          <a:xfrm>
            <a:off x="2039869" y="4853943"/>
            <a:ext cx="1321815" cy="3596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AD8DAE-9AFE-4FA3-B516-3757AA346759}"/>
              </a:ext>
            </a:extLst>
          </p:cNvPr>
          <p:cNvSpPr/>
          <p:nvPr/>
        </p:nvSpPr>
        <p:spPr>
          <a:xfrm>
            <a:off x="6055852" y="5385719"/>
            <a:ext cx="1321815" cy="3596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9DCFD-21DD-47DE-96FB-F1BD9D78888D}"/>
                  </a:ext>
                </a:extLst>
              </p:cNvPr>
              <p:cNvSpPr txBox="1"/>
              <p:nvPr/>
            </p:nvSpPr>
            <p:spPr>
              <a:xfrm>
                <a:off x="1280429" y="1531839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9DCFD-21DD-47DE-96FB-F1BD9D788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429" y="1531839"/>
                <a:ext cx="911977" cy="304113"/>
              </a:xfrm>
              <a:prstGeom prst="rect">
                <a:avLst/>
              </a:prstGeom>
              <a:blipFill>
                <a:blip r:embed="rId2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490666-EBC5-49CF-8267-716F26E00D52}"/>
                  </a:ext>
                </a:extLst>
              </p:cNvPr>
              <p:cNvSpPr txBox="1"/>
              <p:nvPr/>
            </p:nvSpPr>
            <p:spPr>
              <a:xfrm>
                <a:off x="1270986" y="2126377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490666-EBC5-49CF-8267-716F26E00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986" y="2126377"/>
                <a:ext cx="911977" cy="304113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E47224-15B1-4108-AB82-0A77EAA12BB8}"/>
                  </a:ext>
                </a:extLst>
              </p:cNvPr>
              <p:cNvSpPr txBox="1"/>
              <p:nvPr/>
            </p:nvSpPr>
            <p:spPr>
              <a:xfrm>
                <a:off x="1246086" y="2693422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E47224-15B1-4108-AB82-0A77EAA12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86" y="2693422"/>
                <a:ext cx="911977" cy="304113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7DB12D-0DAA-4349-B535-77D857DF2719}"/>
                  </a:ext>
                </a:extLst>
              </p:cNvPr>
              <p:cNvSpPr txBox="1"/>
              <p:nvPr/>
            </p:nvSpPr>
            <p:spPr>
              <a:xfrm>
                <a:off x="1252060" y="3250449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7DB12D-0DAA-4349-B535-77D857DF2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060" y="3250449"/>
                <a:ext cx="911977" cy="304113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68133A-2837-482D-B164-9AB423B353DA}"/>
                  </a:ext>
                </a:extLst>
              </p:cNvPr>
              <p:cNvSpPr txBox="1"/>
              <p:nvPr/>
            </p:nvSpPr>
            <p:spPr>
              <a:xfrm>
                <a:off x="1279995" y="3759636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68133A-2837-482D-B164-9AB423B35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995" y="3759636"/>
                <a:ext cx="911977" cy="304113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B58866-34F5-4EAC-8452-124332FFA3EA}"/>
                  </a:ext>
                </a:extLst>
              </p:cNvPr>
              <p:cNvSpPr txBox="1"/>
              <p:nvPr/>
            </p:nvSpPr>
            <p:spPr>
              <a:xfrm>
                <a:off x="1245752" y="4309019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B58866-34F5-4EAC-8452-124332FFA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52" y="4309019"/>
                <a:ext cx="911977" cy="304113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539F4A-163F-429B-A3DD-28BEC3E2ECAA}"/>
                  </a:ext>
                </a:extLst>
              </p:cNvPr>
              <p:cNvSpPr txBox="1"/>
              <p:nvPr/>
            </p:nvSpPr>
            <p:spPr>
              <a:xfrm>
                <a:off x="1280365" y="4898843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539F4A-163F-429B-A3DD-28BEC3E2E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365" y="4898843"/>
                <a:ext cx="911977" cy="304113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5ACB5F5-7296-4064-97F0-47FB09D4DAB3}"/>
                  </a:ext>
                </a:extLst>
              </p:cNvPr>
              <p:cNvSpPr txBox="1"/>
              <p:nvPr/>
            </p:nvSpPr>
            <p:spPr>
              <a:xfrm>
                <a:off x="1270986" y="5425899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5ACB5F5-7296-4064-97F0-47FB09D4D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986" y="5425899"/>
                <a:ext cx="911977" cy="304113"/>
              </a:xfrm>
              <a:prstGeom prst="rect">
                <a:avLst/>
              </a:prstGeom>
              <a:blipFill>
                <a:blip r:embed="rId9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C80B2731-1D61-4F88-B8D8-A2CBE02DF001}"/>
              </a:ext>
            </a:extLst>
          </p:cNvPr>
          <p:cNvSpPr txBox="1"/>
          <p:nvPr/>
        </p:nvSpPr>
        <p:spPr>
          <a:xfrm>
            <a:off x="1873289" y="5790636"/>
            <a:ext cx="623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0                        1                        2                        3                       4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1FB6E9-F96C-44B8-837B-A86FE850EAA5}"/>
              </a:ext>
            </a:extLst>
          </p:cNvPr>
          <p:cNvSpPr/>
          <p:nvPr/>
        </p:nvSpPr>
        <p:spPr>
          <a:xfrm>
            <a:off x="8258918" y="3195547"/>
            <a:ext cx="762843" cy="3596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74303A-698B-4F96-B093-B18E9338EE79}"/>
              </a:ext>
            </a:extLst>
          </p:cNvPr>
          <p:cNvSpPr/>
          <p:nvPr/>
        </p:nvSpPr>
        <p:spPr>
          <a:xfrm>
            <a:off x="8247443" y="2334820"/>
            <a:ext cx="762843" cy="3586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545D88-AA66-4574-94A5-BC6A1CFF22D3}"/>
                  </a:ext>
                </a:extLst>
              </p:cNvPr>
              <p:cNvSpPr txBox="1"/>
              <p:nvPr/>
            </p:nvSpPr>
            <p:spPr>
              <a:xfrm>
                <a:off x="8172875" y="1850799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545D88-AA66-4574-94A5-BC6A1CFF2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75" y="1850799"/>
                <a:ext cx="911977" cy="304113"/>
              </a:xfrm>
              <a:prstGeom prst="rect">
                <a:avLst/>
              </a:prstGeom>
              <a:blipFill>
                <a:blip r:embed="rId10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0B3B95F-294C-4453-A504-FF90061A5496}"/>
                  </a:ext>
                </a:extLst>
              </p:cNvPr>
              <p:cNvSpPr txBox="1"/>
              <p:nvPr/>
            </p:nvSpPr>
            <p:spPr>
              <a:xfrm>
                <a:off x="8172875" y="2721331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0B3B95F-294C-4453-A504-FF90061A5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75" y="2721331"/>
                <a:ext cx="911977" cy="304113"/>
              </a:xfrm>
              <a:prstGeom prst="rect">
                <a:avLst/>
              </a:prstGeom>
              <a:blipFill>
                <a:blip r:embed="rId11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3E60029-4D57-4D13-85FF-84E8B2080469}"/>
                  </a:ext>
                </a:extLst>
              </p:cNvPr>
              <p:cNvSpPr txBox="1"/>
              <p:nvPr/>
            </p:nvSpPr>
            <p:spPr>
              <a:xfrm>
                <a:off x="8200513" y="3605859"/>
                <a:ext cx="911977" cy="3041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3E60029-4D57-4D13-85FF-84E8B2080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513" y="3605859"/>
                <a:ext cx="911977" cy="304113"/>
              </a:xfrm>
              <a:prstGeom prst="rect">
                <a:avLst/>
              </a:prstGeom>
              <a:blipFill>
                <a:blip r:embed="rId12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6C2FEAF0-5629-44F1-B652-311359425EAA}"/>
              </a:ext>
            </a:extLst>
          </p:cNvPr>
          <p:cNvSpPr/>
          <p:nvPr/>
        </p:nvSpPr>
        <p:spPr>
          <a:xfrm>
            <a:off x="4714085" y="1582109"/>
            <a:ext cx="1321806" cy="360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2213463-754B-43F6-9786-86E93247F856}"/>
                  </a:ext>
                </a:extLst>
              </p:cNvPr>
              <p:cNvSpPr txBox="1"/>
              <p:nvPr/>
            </p:nvSpPr>
            <p:spPr>
              <a:xfrm>
                <a:off x="3525433" y="1621740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2213463-754B-43F6-9786-86E93247F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433" y="1621740"/>
                <a:ext cx="911977" cy="306999"/>
              </a:xfrm>
              <a:prstGeom prst="rect">
                <a:avLst/>
              </a:prstGeom>
              <a:blipFill>
                <a:blip r:embed="rId13"/>
                <a:stretch>
                  <a:fillRect t="-2000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A97772-2AF4-45C8-9CB8-8EC0A342566F}"/>
                  </a:ext>
                </a:extLst>
              </p:cNvPr>
              <p:cNvSpPr txBox="1"/>
              <p:nvPr/>
            </p:nvSpPr>
            <p:spPr>
              <a:xfrm>
                <a:off x="4872191" y="1615718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A97772-2AF4-45C8-9CB8-8EC0A3425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191" y="1615718"/>
                <a:ext cx="911977" cy="307632"/>
              </a:xfrm>
              <a:prstGeom prst="rect">
                <a:avLst/>
              </a:prstGeom>
              <a:blipFill>
                <a:blip r:embed="rId14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1CE23C-B43F-44AD-8225-DA375D57A0F9}"/>
                  </a:ext>
                </a:extLst>
              </p:cNvPr>
              <p:cNvSpPr txBox="1"/>
              <p:nvPr/>
            </p:nvSpPr>
            <p:spPr>
              <a:xfrm>
                <a:off x="6260771" y="1632513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F1CE23C-B43F-44AD-8225-DA375D57A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771" y="1632513"/>
                <a:ext cx="911977" cy="307562"/>
              </a:xfrm>
              <a:prstGeom prst="rect">
                <a:avLst/>
              </a:prstGeom>
              <a:blipFill>
                <a:blip r:embed="rId15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1E6341A-68D9-4B4E-AF68-8C1AA0DE5E23}"/>
                  </a:ext>
                </a:extLst>
              </p:cNvPr>
              <p:cNvSpPr txBox="1"/>
              <p:nvPr/>
            </p:nvSpPr>
            <p:spPr>
              <a:xfrm>
                <a:off x="2198922" y="1625937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1E6341A-68D9-4B4E-AF68-8C1AA0DE5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922" y="1625937"/>
                <a:ext cx="911977" cy="309111"/>
              </a:xfrm>
              <a:prstGeom prst="rect">
                <a:avLst/>
              </a:prstGeom>
              <a:blipFill>
                <a:blip r:embed="rId16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98C959CD-C134-49C8-B859-A17A56F9C102}"/>
              </a:ext>
            </a:extLst>
          </p:cNvPr>
          <p:cNvSpPr/>
          <p:nvPr/>
        </p:nvSpPr>
        <p:spPr>
          <a:xfrm>
            <a:off x="8200513" y="1476784"/>
            <a:ext cx="762845" cy="358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FF58207-1B42-4BCF-A297-AD586334CFFA}"/>
                  </a:ext>
                </a:extLst>
              </p:cNvPr>
              <p:cNvSpPr txBox="1"/>
              <p:nvPr/>
            </p:nvSpPr>
            <p:spPr>
              <a:xfrm>
                <a:off x="4873923" y="2203584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FF58207-1B42-4BCF-A297-AD586334C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923" y="2203584"/>
                <a:ext cx="911977" cy="309111"/>
              </a:xfrm>
              <a:prstGeom prst="rect">
                <a:avLst/>
              </a:prstGeom>
              <a:blipFill>
                <a:blip r:embed="rId17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1792BB-34F0-486C-85A5-7C5130662AB8}"/>
                  </a:ext>
                </a:extLst>
              </p:cNvPr>
              <p:cNvSpPr txBox="1"/>
              <p:nvPr/>
            </p:nvSpPr>
            <p:spPr>
              <a:xfrm>
                <a:off x="2221450" y="2695547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1792BB-34F0-486C-85A5-7C5130662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50" y="2695547"/>
                <a:ext cx="911977" cy="309111"/>
              </a:xfrm>
              <a:prstGeom prst="rect">
                <a:avLst/>
              </a:prstGeom>
              <a:blipFill>
                <a:blip r:embed="rId18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E966CA-933E-4AE8-903E-E7FFC50BB903}"/>
                  </a:ext>
                </a:extLst>
              </p:cNvPr>
              <p:cNvSpPr txBox="1"/>
              <p:nvPr/>
            </p:nvSpPr>
            <p:spPr>
              <a:xfrm>
                <a:off x="6260771" y="3251215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E966CA-933E-4AE8-903E-E7FFC50BB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771" y="3251215"/>
                <a:ext cx="911977" cy="309111"/>
              </a:xfrm>
              <a:prstGeom prst="rect">
                <a:avLst/>
              </a:prstGeom>
              <a:blipFill>
                <a:blip r:embed="rId19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12AEC1A-19C1-4540-91A0-4804679D427C}"/>
                  </a:ext>
                </a:extLst>
              </p:cNvPr>
              <p:cNvSpPr txBox="1"/>
              <p:nvPr/>
            </p:nvSpPr>
            <p:spPr>
              <a:xfrm>
                <a:off x="6260771" y="3785272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12AEC1A-19C1-4540-91A0-4804679D4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771" y="3785272"/>
                <a:ext cx="911977" cy="309111"/>
              </a:xfrm>
              <a:prstGeom prst="rect">
                <a:avLst/>
              </a:prstGeom>
              <a:blipFill>
                <a:blip r:embed="rId20"/>
                <a:stretch>
                  <a:fillRect t="-1961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74EBF6FE-41A4-4F30-8577-ED5D18B5E8A4}"/>
              </a:ext>
            </a:extLst>
          </p:cNvPr>
          <p:cNvSpPr/>
          <p:nvPr/>
        </p:nvSpPr>
        <p:spPr>
          <a:xfrm>
            <a:off x="4704294" y="3751557"/>
            <a:ext cx="1341387" cy="35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B6EA5FD-FACF-4B26-A6A8-2CE692F70776}"/>
                  </a:ext>
                </a:extLst>
              </p:cNvPr>
              <p:cNvSpPr txBox="1"/>
              <p:nvPr/>
            </p:nvSpPr>
            <p:spPr>
              <a:xfrm>
                <a:off x="2231219" y="2188964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B6EA5FD-FACF-4B26-A6A8-2CE692F7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19" y="2188964"/>
                <a:ext cx="911977" cy="306999"/>
              </a:xfrm>
              <a:prstGeom prst="rect">
                <a:avLst/>
              </a:prstGeom>
              <a:blipFill>
                <a:blip r:embed="rId21"/>
                <a:stretch>
                  <a:fillRect t="-2000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7296585-C14D-4869-BC64-D47F44A6164D}"/>
                  </a:ext>
                </a:extLst>
              </p:cNvPr>
              <p:cNvSpPr txBox="1"/>
              <p:nvPr/>
            </p:nvSpPr>
            <p:spPr>
              <a:xfrm>
                <a:off x="2221450" y="3230127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7296585-C14D-4869-BC64-D47F44A61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50" y="3230127"/>
                <a:ext cx="911977" cy="306999"/>
              </a:xfrm>
              <a:prstGeom prst="rect">
                <a:avLst/>
              </a:prstGeom>
              <a:blipFill>
                <a:blip r:embed="rId22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01C3E1B-4C57-4A80-A2A7-1EB271A9D86B}"/>
                  </a:ext>
                </a:extLst>
              </p:cNvPr>
              <p:cNvSpPr txBox="1"/>
              <p:nvPr/>
            </p:nvSpPr>
            <p:spPr>
              <a:xfrm>
                <a:off x="2231219" y="4339433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01C3E1B-4C57-4A80-A2A7-1EB271A9D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19" y="4339433"/>
                <a:ext cx="911977" cy="306999"/>
              </a:xfrm>
              <a:prstGeom prst="rect">
                <a:avLst/>
              </a:prstGeom>
              <a:blipFill>
                <a:blip r:embed="rId23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E33F031-B2AC-41F6-9699-4BB3E31AA2B0}"/>
                  </a:ext>
                </a:extLst>
              </p:cNvPr>
              <p:cNvSpPr txBox="1"/>
              <p:nvPr/>
            </p:nvSpPr>
            <p:spPr>
              <a:xfrm>
                <a:off x="2244788" y="5434785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E33F031-B2AC-41F6-9699-4BB3E31AA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788" y="5434785"/>
                <a:ext cx="911977" cy="306999"/>
              </a:xfrm>
              <a:prstGeom prst="rect">
                <a:avLst/>
              </a:prstGeom>
              <a:blipFill>
                <a:blip r:embed="rId24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A574551-6DF5-4A35-AE03-A8E9539DA84E}"/>
                  </a:ext>
                </a:extLst>
              </p:cNvPr>
              <p:cNvSpPr txBox="1"/>
              <p:nvPr/>
            </p:nvSpPr>
            <p:spPr>
              <a:xfrm>
                <a:off x="3540990" y="4330593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A574551-6DF5-4A35-AE03-A8E9539DA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990" y="4330593"/>
                <a:ext cx="911977" cy="309111"/>
              </a:xfrm>
              <a:prstGeom prst="rect">
                <a:avLst/>
              </a:prstGeom>
              <a:blipFill>
                <a:blip r:embed="rId25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43FA1AC-F903-444B-B9D3-008434821058}"/>
                  </a:ext>
                </a:extLst>
              </p:cNvPr>
              <p:cNvSpPr txBox="1"/>
              <p:nvPr/>
            </p:nvSpPr>
            <p:spPr>
              <a:xfrm>
                <a:off x="4849517" y="4891863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43FA1AC-F903-444B-B9D3-008434821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517" y="4891863"/>
                <a:ext cx="911977" cy="309111"/>
              </a:xfrm>
              <a:prstGeom prst="rect">
                <a:avLst/>
              </a:prstGeom>
              <a:blipFill>
                <a:blip r:embed="rId26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986EBD-BB0E-4006-8458-CA59E8F861B3}"/>
                  </a:ext>
                </a:extLst>
              </p:cNvPr>
              <p:cNvSpPr txBox="1"/>
              <p:nvPr/>
            </p:nvSpPr>
            <p:spPr>
              <a:xfrm>
                <a:off x="3558315" y="5431652"/>
                <a:ext cx="911977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986EBD-BB0E-4006-8458-CA59E8F86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315" y="5431652"/>
                <a:ext cx="911977" cy="309111"/>
              </a:xfrm>
              <a:prstGeom prst="rect">
                <a:avLst/>
              </a:prstGeom>
              <a:blipFill>
                <a:blip r:embed="rId27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E347E8F-2594-41C9-BA59-1BEE75D5A817}"/>
                  </a:ext>
                </a:extLst>
              </p:cNvPr>
              <p:cNvSpPr txBox="1"/>
              <p:nvPr/>
            </p:nvSpPr>
            <p:spPr>
              <a:xfrm>
                <a:off x="3548538" y="3806397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E347E8F-2594-41C9-BA59-1BEE75D5A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538" y="3806397"/>
                <a:ext cx="911977" cy="306999"/>
              </a:xfrm>
              <a:prstGeom prst="rect">
                <a:avLst/>
              </a:prstGeom>
              <a:blipFill>
                <a:blip r:embed="rId28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4A0D163-8B62-4E31-AF94-D4CC223CDF5C}"/>
                  </a:ext>
                </a:extLst>
              </p:cNvPr>
              <p:cNvSpPr txBox="1"/>
              <p:nvPr/>
            </p:nvSpPr>
            <p:spPr>
              <a:xfrm>
                <a:off x="3534677" y="4892871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4A0D163-8B62-4E31-AF94-D4CC223CD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677" y="4892871"/>
                <a:ext cx="911977" cy="306999"/>
              </a:xfrm>
              <a:prstGeom prst="rect">
                <a:avLst/>
              </a:prstGeom>
              <a:blipFill>
                <a:blip r:embed="rId29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4B8FDC0-31A0-4D11-891E-23079592A4D6}"/>
                  </a:ext>
                </a:extLst>
              </p:cNvPr>
              <p:cNvSpPr txBox="1"/>
              <p:nvPr/>
            </p:nvSpPr>
            <p:spPr>
              <a:xfrm>
                <a:off x="2211921" y="3789901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4B8FDC0-31A0-4D11-891E-23079592A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921" y="3789901"/>
                <a:ext cx="911977" cy="307562"/>
              </a:xfrm>
              <a:prstGeom prst="rect">
                <a:avLst/>
              </a:prstGeom>
              <a:blipFill>
                <a:blip r:embed="rId30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E3401BA-B072-41C7-A064-E28121A1B7BE}"/>
                  </a:ext>
                </a:extLst>
              </p:cNvPr>
              <p:cNvSpPr txBox="1"/>
              <p:nvPr/>
            </p:nvSpPr>
            <p:spPr>
              <a:xfrm>
                <a:off x="2242350" y="4887223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E3401BA-B072-41C7-A064-E28121A1B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350" y="4887223"/>
                <a:ext cx="911977" cy="307562"/>
              </a:xfrm>
              <a:prstGeom prst="rect">
                <a:avLst/>
              </a:prstGeom>
              <a:blipFill>
                <a:blip r:embed="rId31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6F9970F-1932-4668-866D-A1C261B4D600}"/>
                  </a:ext>
                </a:extLst>
              </p:cNvPr>
              <p:cNvSpPr txBox="1"/>
              <p:nvPr/>
            </p:nvSpPr>
            <p:spPr>
              <a:xfrm>
                <a:off x="6260771" y="2207158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6F9970F-1932-4668-866D-A1C261B4D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771" y="2207158"/>
                <a:ext cx="911977" cy="307632"/>
              </a:xfrm>
              <a:prstGeom prst="rect">
                <a:avLst/>
              </a:prstGeom>
              <a:blipFill>
                <a:blip r:embed="rId32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06321D-F985-4616-8D90-870B7D6B4BAA}"/>
                  </a:ext>
                </a:extLst>
              </p:cNvPr>
              <p:cNvSpPr txBox="1"/>
              <p:nvPr/>
            </p:nvSpPr>
            <p:spPr>
              <a:xfrm>
                <a:off x="6247498" y="2717202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06321D-F985-4616-8D90-870B7D6B4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498" y="2717202"/>
                <a:ext cx="911977" cy="307632"/>
              </a:xfrm>
              <a:prstGeom prst="rect">
                <a:avLst/>
              </a:prstGeom>
              <a:blipFill>
                <a:blip r:embed="rId33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285D21F-A15F-465C-B5A8-E6DF430F3B4F}"/>
                  </a:ext>
                </a:extLst>
              </p:cNvPr>
              <p:cNvSpPr txBox="1"/>
              <p:nvPr/>
            </p:nvSpPr>
            <p:spPr>
              <a:xfrm>
                <a:off x="6275022" y="4315527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285D21F-A15F-465C-B5A8-E6DF430F3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022" y="4315527"/>
                <a:ext cx="911977" cy="307632"/>
              </a:xfrm>
              <a:prstGeom prst="rect">
                <a:avLst/>
              </a:prstGeom>
              <a:blipFill>
                <a:blip r:embed="rId34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E8AEF00-0E99-452A-A693-97F0EE55244E}"/>
                  </a:ext>
                </a:extLst>
              </p:cNvPr>
              <p:cNvSpPr txBox="1"/>
              <p:nvPr/>
            </p:nvSpPr>
            <p:spPr>
              <a:xfrm>
                <a:off x="6260771" y="4915714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E8AEF00-0E99-452A-A693-97F0EE552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771" y="4915714"/>
                <a:ext cx="911977" cy="307632"/>
              </a:xfrm>
              <a:prstGeom prst="rect">
                <a:avLst/>
              </a:prstGeom>
              <a:blipFill>
                <a:blip r:embed="rId35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EB7514E-21EF-4536-BC1B-9F1B886B81F7}"/>
                  </a:ext>
                </a:extLst>
              </p:cNvPr>
              <p:cNvSpPr txBox="1"/>
              <p:nvPr/>
            </p:nvSpPr>
            <p:spPr>
              <a:xfrm>
                <a:off x="4831990" y="5457096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EB7514E-21EF-4536-BC1B-9F1B886B8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990" y="5457096"/>
                <a:ext cx="911977" cy="307632"/>
              </a:xfrm>
              <a:prstGeom prst="rect">
                <a:avLst/>
              </a:prstGeom>
              <a:blipFill>
                <a:blip r:embed="rId36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949FEE5-5F0A-41BF-A09A-7887E9ABC142}"/>
                  </a:ext>
                </a:extLst>
              </p:cNvPr>
              <p:cNvSpPr txBox="1"/>
              <p:nvPr/>
            </p:nvSpPr>
            <p:spPr>
              <a:xfrm>
                <a:off x="3522088" y="2199421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949FEE5-5F0A-41BF-A09A-7887E9AB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88" y="2199421"/>
                <a:ext cx="911977" cy="307562"/>
              </a:xfrm>
              <a:prstGeom prst="rect">
                <a:avLst/>
              </a:prstGeom>
              <a:blipFill>
                <a:blip r:embed="rId37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DBD135F-9A61-4D06-852C-577E3D742BDB}"/>
                  </a:ext>
                </a:extLst>
              </p:cNvPr>
              <p:cNvSpPr txBox="1"/>
              <p:nvPr/>
            </p:nvSpPr>
            <p:spPr>
              <a:xfrm>
                <a:off x="4872191" y="2730721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DBD135F-9A61-4D06-852C-577E3D742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191" y="2730721"/>
                <a:ext cx="911977" cy="307562"/>
              </a:xfrm>
              <a:prstGeom prst="rect">
                <a:avLst/>
              </a:prstGeom>
              <a:blipFill>
                <a:blip r:embed="rId38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F93AFB-D674-4BB7-A570-7EF7B93CD8E0}"/>
                  </a:ext>
                </a:extLst>
              </p:cNvPr>
              <p:cNvSpPr txBox="1"/>
              <p:nvPr/>
            </p:nvSpPr>
            <p:spPr>
              <a:xfrm>
                <a:off x="3510627" y="3268561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F93AFB-D674-4BB7-A570-7EF7B93CD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627" y="3268561"/>
                <a:ext cx="911977" cy="307562"/>
              </a:xfrm>
              <a:prstGeom prst="rect">
                <a:avLst/>
              </a:prstGeom>
              <a:blipFill>
                <a:blip r:embed="rId39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67869AB-692D-405B-89D3-C009F7AE87B2}"/>
                  </a:ext>
                </a:extLst>
              </p:cNvPr>
              <p:cNvSpPr txBox="1"/>
              <p:nvPr/>
            </p:nvSpPr>
            <p:spPr>
              <a:xfrm>
                <a:off x="4905259" y="4310820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67869AB-692D-405B-89D3-C009F7AE8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259" y="4310820"/>
                <a:ext cx="911977" cy="307562"/>
              </a:xfrm>
              <a:prstGeom prst="rect">
                <a:avLst/>
              </a:prstGeom>
              <a:blipFill>
                <a:blip r:embed="rId40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39B0C83-C1DF-4DA2-A53C-7FED6475CD60}"/>
                  </a:ext>
                </a:extLst>
              </p:cNvPr>
              <p:cNvSpPr txBox="1"/>
              <p:nvPr/>
            </p:nvSpPr>
            <p:spPr>
              <a:xfrm>
                <a:off x="6260177" y="5438165"/>
                <a:ext cx="911977" cy="307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39B0C83-C1DF-4DA2-A53C-7FED6475C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77" y="5438165"/>
                <a:ext cx="911977" cy="307562"/>
              </a:xfrm>
              <a:prstGeom prst="rect">
                <a:avLst/>
              </a:prstGeom>
              <a:blipFill>
                <a:blip r:embed="rId41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597FE11-F443-448C-AD82-1CA7B4C47DFA}"/>
                  </a:ext>
                </a:extLst>
              </p:cNvPr>
              <p:cNvSpPr txBox="1"/>
              <p:nvPr/>
            </p:nvSpPr>
            <p:spPr>
              <a:xfrm>
                <a:off x="4874233" y="3809511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597FE11-F443-448C-AD82-1CA7B4C47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233" y="3809511"/>
                <a:ext cx="911977" cy="307632"/>
              </a:xfrm>
              <a:prstGeom prst="rect">
                <a:avLst/>
              </a:prstGeom>
              <a:blipFill>
                <a:blip r:embed="rId42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613AA91-6F32-4DFB-A65F-D94D50D3FCFE}"/>
                  </a:ext>
                </a:extLst>
              </p:cNvPr>
              <p:cNvSpPr txBox="1"/>
              <p:nvPr/>
            </p:nvSpPr>
            <p:spPr>
              <a:xfrm>
                <a:off x="4861987" y="3249043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613AA91-6F32-4DFB-A65F-D94D50D3F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987" y="3249043"/>
                <a:ext cx="911977" cy="307632"/>
              </a:xfrm>
              <a:prstGeom prst="rect">
                <a:avLst/>
              </a:prstGeom>
              <a:blipFill>
                <a:blip r:embed="rId43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E5B11CF-F1C7-4714-98E3-1DC3A2220C29}"/>
                  </a:ext>
                </a:extLst>
              </p:cNvPr>
              <p:cNvSpPr txBox="1"/>
              <p:nvPr/>
            </p:nvSpPr>
            <p:spPr>
              <a:xfrm>
                <a:off x="3522088" y="2725793"/>
                <a:ext cx="911977" cy="30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E5B11CF-F1C7-4714-98E3-1DC3A222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88" y="2725793"/>
                <a:ext cx="911977" cy="306999"/>
              </a:xfrm>
              <a:prstGeom prst="rect">
                <a:avLst/>
              </a:prstGeom>
              <a:blipFill>
                <a:blip r:embed="rId44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5E1D931-675D-4778-A0E3-5C8ADD1F3B06}"/>
              </a:ext>
            </a:extLst>
          </p:cNvPr>
          <p:cNvCxnSpPr>
            <a:cxnSpLocks/>
          </p:cNvCxnSpPr>
          <p:nvPr/>
        </p:nvCxnSpPr>
        <p:spPr>
          <a:xfrm>
            <a:off x="8656501" y="4063749"/>
            <a:ext cx="0" cy="30998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A144B9F-B1DF-4C49-A7DF-B6655B46D640}"/>
              </a:ext>
            </a:extLst>
          </p:cNvPr>
          <p:cNvCxnSpPr>
            <a:cxnSpLocks/>
          </p:cNvCxnSpPr>
          <p:nvPr/>
        </p:nvCxnSpPr>
        <p:spPr>
          <a:xfrm>
            <a:off x="2038672" y="1202501"/>
            <a:ext cx="3" cy="298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48F7C9A-C8DB-4CBC-8684-89367D0D780C}"/>
                  </a:ext>
                </a:extLst>
              </p:cNvPr>
              <p:cNvSpPr txBox="1"/>
              <p:nvPr/>
            </p:nvSpPr>
            <p:spPr>
              <a:xfrm>
                <a:off x="1566552" y="896730"/>
                <a:ext cx="1182354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b="0" dirty="0">
                    <a:solidFill>
                      <a:srgbClr val="0070C0"/>
                    </a:solidFill>
                  </a:rPr>
                  <a:t>,</a:t>
                </a:r>
                <a:r>
                  <a:rPr lang="en-I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b="0" dirty="0">
                    <a:solidFill>
                      <a:srgbClr val="0070C0"/>
                    </a:solidFill>
                  </a:rPr>
                  <a:t>,</a:t>
                </a:r>
                <a:r>
                  <a:rPr lang="en-I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IN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48F7C9A-C8DB-4CBC-8684-89367D0D7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552" y="896730"/>
                <a:ext cx="1182354" cy="309111"/>
              </a:xfrm>
              <a:prstGeom prst="rect">
                <a:avLst/>
              </a:prstGeom>
              <a:blipFill>
                <a:blip r:embed="rId45"/>
                <a:stretch>
                  <a:fillRect l="-5155" t="-23529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1FC328A-F703-4568-9F37-2FE20070D388}"/>
                  </a:ext>
                </a:extLst>
              </p:cNvPr>
              <p:cNvSpPr txBox="1"/>
              <p:nvPr/>
            </p:nvSpPr>
            <p:spPr>
              <a:xfrm>
                <a:off x="4535759" y="1175624"/>
                <a:ext cx="911977" cy="3076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1FC328A-F703-4568-9F37-2FE20070D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759" y="1175624"/>
                <a:ext cx="911977" cy="307632"/>
              </a:xfrm>
              <a:prstGeom prst="rect">
                <a:avLst/>
              </a:prstGeom>
              <a:blipFill>
                <a:blip r:embed="rId46"/>
                <a:stretch>
                  <a:fillRect t="-2000"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4C525BD6-AC69-4028-B9B2-1E5F54A7130D}"/>
              </a:ext>
            </a:extLst>
          </p:cNvPr>
          <p:cNvSpPr txBox="1"/>
          <p:nvPr/>
        </p:nvSpPr>
        <p:spPr>
          <a:xfrm>
            <a:off x="7946208" y="4407692"/>
            <a:ext cx="1376022" cy="709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job </a:t>
            </a:r>
          </a:p>
          <a:p>
            <a:pPr algn="ctr"/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arrivals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557E144-11C3-419B-A55C-B6547986BEE5}"/>
              </a:ext>
            </a:extLst>
          </p:cNvPr>
          <p:cNvCxnSpPr>
            <a:cxnSpLocks/>
          </p:cNvCxnSpPr>
          <p:nvPr/>
        </p:nvCxnSpPr>
        <p:spPr>
          <a:xfrm>
            <a:off x="8648924" y="5094356"/>
            <a:ext cx="0" cy="3099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3AE186E-A242-4246-9D1F-32E88362DE61}"/>
              </a:ext>
            </a:extLst>
          </p:cNvPr>
          <p:cNvSpPr txBox="1"/>
          <p:nvPr/>
        </p:nvSpPr>
        <p:spPr>
          <a:xfrm>
            <a:off x="7957951" y="5370027"/>
            <a:ext cx="1376022" cy="405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deadlines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3555F41-EF26-4097-A4FC-1AA071559BBF}"/>
              </a:ext>
            </a:extLst>
          </p:cNvPr>
          <p:cNvCxnSpPr>
            <a:cxnSpLocks/>
          </p:cNvCxnSpPr>
          <p:nvPr/>
        </p:nvCxnSpPr>
        <p:spPr>
          <a:xfrm>
            <a:off x="4714085" y="1242292"/>
            <a:ext cx="0" cy="2956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F57B0F4-ADEA-4C2E-982F-54D999B1994A}"/>
              </a:ext>
            </a:extLst>
          </p:cNvPr>
          <p:cNvCxnSpPr>
            <a:cxnSpLocks/>
          </p:cNvCxnSpPr>
          <p:nvPr/>
        </p:nvCxnSpPr>
        <p:spPr>
          <a:xfrm>
            <a:off x="7364394" y="1190928"/>
            <a:ext cx="0" cy="3099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8BC99C2-FAED-4D13-BC56-9930D56D0CD3}"/>
              </a:ext>
            </a:extLst>
          </p:cNvPr>
          <p:cNvCxnSpPr>
            <a:cxnSpLocks/>
          </p:cNvCxnSpPr>
          <p:nvPr/>
        </p:nvCxnSpPr>
        <p:spPr>
          <a:xfrm>
            <a:off x="4704293" y="899475"/>
            <a:ext cx="1" cy="3094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C3ED963-05AB-4E5B-A2CC-8D44E52471DE}"/>
                  </a:ext>
                </a:extLst>
              </p:cNvPr>
              <p:cNvSpPr txBox="1"/>
              <p:nvPr/>
            </p:nvSpPr>
            <p:spPr>
              <a:xfrm>
                <a:off x="6830840" y="836779"/>
                <a:ext cx="1182354" cy="309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b="0" dirty="0">
                    <a:solidFill>
                      <a:srgbClr val="FF0000"/>
                    </a:solidFill>
                  </a:rPr>
                  <a:t>,</a:t>
                </a:r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b="0" dirty="0">
                    <a:solidFill>
                      <a:srgbClr val="FF0000"/>
                    </a:solidFill>
                  </a:rPr>
                  <a:t>,</a:t>
                </a:r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lang="en-I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C3ED963-05AB-4E5B-A2CC-8D44E5247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40" y="836779"/>
                <a:ext cx="1182354" cy="309111"/>
              </a:xfrm>
              <a:prstGeom prst="rect">
                <a:avLst/>
              </a:prstGeom>
              <a:blipFill>
                <a:blip r:embed="rId47"/>
                <a:stretch>
                  <a:fillRect l="-5155" t="-23529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1DEEB89-A69C-4E88-84F7-45BA5475FCB8}"/>
                  </a:ext>
                </a:extLst>
              </p:cNvPr>
              <p:cNvSpPr/>
              <p:nvPr/>
            </p:nvSpPr>
            <p:spPr>
              <a:xfrm>
                <a:off x="4639572" y="780585"/>
                <a:ext cx="665933" cy="408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1DEEB89-A69C-4E88-84F7-45BA5475FC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72" y="780585"/>
                <a:ext cx="665933" cy="40836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8134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C7911D9-EA4A-47BC-AAF4-BE279B16E539}"/>
              </a:ext>
            </a:extLst>
          </p:cNvPr>
          <p:cNvGrpSpPr/>
          <p:nvPr/>
        </p:nvGrpSpPr>
        <p:grpSpPr>
          <a:xfrm>
            <a:off x="2898907" y="1284591"/>
            <a:ext cx="2852365" cy="3298505"/>
            <a:chOff x="2898907" y="1284591"/>
            <a:chExt cx="2852365" cy="329850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AD92F3-1C18-4E4B-B286-90B02F3401A5}"/>
                </a:ext>
              </a:extLst>
            </p:cNvPr>
            <p:cNvSpPr/>
            <p:nvPr/>
          </p:nvSpPr>
          <p:spPr>
            <a:xfrm>
              <a:off x="3496784" y="1632068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5A226F-7244-498B-839C-849018D15435}"/>
                </a:ext>
              </a:extLst>
            </p:cNvPr>
            <p:cNvSpPr/>
            <p:nvPr/>
          </p:nvSpPr>
          <p:spPr>
            <a:xfrm>
              <a:off x="4014274" y="1632067"/>
              <a:ext cx="517490" cy="2562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E9C5A2-E9D6-460D-A049-C46FA7B751EE}"/>
                </a:ext>
              </a:extLst>
            </p:cNvPr>
            <p:cNvSpPr/>
            <p:nvPr/>
          </p:nvSpPr>
          <p:spPr>
            <a:xfrm>
              <a:off x="4531764" y="1632067"/>
              <a:ext cx="517490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93FFFB-50CF-4E69-A336-35026F6C4083}"/>
                </a:ext>
              </a:extLst>
            </p:cNvPr>
            <p:cNvSpPr/>
            <p:nvPr/>
          </p:nvSpPr>
          <p:spPr>
            <a:xfrm>
              <a:off x="3496784" y="1888301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4E82B9-18DB-434E-8EF3-7253DBE3401B}"/>
                </a:ext>
              </a:extLst>
            </p:cNvPr>
            <p:cNvSpPr/>
            <p:nvPr/>
          </p:nvSpPr>
          <p:spPr>
            <a:xfrm>
              <a:off x="4014274" y="1888300"/>
              <a:ext cx="517490" cy="2562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DD473A0-0A5E-4B1F-8292-FBE77DE5674D}"/>
                </a:ext>
              </a:extLst>
            </p:cNvPr>
            <p:cNvSpPr/>
            <p:nvPr/>
          </p:nvSpPr>
          <p:spPr>
            <a:xfrm>
              <a:off x="3496784" y="2144534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2EAEA6-7CC0-4F38-B7AE-ADDDD86838BE}"/>
                </a:ext>
              </a:extLst>
            </p:cNvPr>
            <p:cNvSpPr/>
            <p:nvPr/>
          </p:nvSpPr>
          <p:spPr>
            <a:xfrm>
              <a:off x="4014274" y="2144533"/>
              <a:ext cx="517490" cy="2562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D7A484-780D-4F1A-89C8-1C23C86C178C}"/>
                </a:ext>
              </a:extLst>
            </p:cNvPr>
            <p:cNvSpPr/>
            <p:nvPr/>
          </p:nvSpPr>
          <p:spPr>
            <a:xfrm>
              <a:off x="4531764" y="2144533"/>
              <a:ext cx="517490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FA3AA7-5FE7-4968-9186-93E9799A9886}"/>
                </a:ext>
              </a:extLst>
            </p:cNvPr>
            <p:cNvSpPr/>
            <p:nvPr/>
          </p:nvSpPr>
          <p:spPr>
            <a:xfrm>
              <a:off x="5049254" y="2144532"/>
              <a:ext cx="517490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71410E-EECC-4A58-8A2C-BFAE808B0742}"/>
                </a:ext>
              </a:extLst>
            </p:cNvPr>
            <p:cNvSpPr/>
            <p:nvPr/>
          </p:nvSpPr>
          <p:spPr>
            <a:xfrm>
              <a:off x="3496784" y="2400766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C190AD-1C71-4A5F-AD9B-E78E7F5DCF42}"/>
                </a:ext>
              </a:extLst>
            </p:cNvPr>
            <p:cNvSpPr/>
            <p:nvPr/>
          </p:nvSpPr>
          <p:spPr>
            <a:xfrm>
              <a:off x="4014274" y="2400765"/>
              <a:ext cx="517490" cy="2562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6CD15BB-7FF8-4BB8-9948-DA9B095F5781}"/>
                </a:ext>
              </a:extLst>
            </p:cNvPr>
            <p:cNvSpPr/>
            <p:nvPr/>
          </p:nvSpPr>
          <p:spPr>
            <a:xfrm>
              <a:off x="4531761" y="2400765"/>
              <a:ext cx="517493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915136-923F-4C6C-B37A-223B996A0C8C}"/>
                </a:ext>
              </a:extLst>
            </p:cNvPr>
            <p:cNvSpPr txBox="1"/>
            <p:nvPr/>
          </p:nvSpPr>
          <p:spPr>
            <a:xfrm>
              <a:off x="2934262" y="1602017"/>
              <a:ext cx="4891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t=0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20C9FB-5328-4699-AFA6-41D95CA25AD6}"/>
                </a:ext>
              </a:extLst>
            </p:cNvPr>
            <p:cNvSpPr txBox="1"/>
            <p:nvPr/>
          </p:nvSpPr>
          <p:spPr>
            <a:xfrm>
              <a:off x="2934262" y="1889656"/>
              <a:ext cx="587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t=4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BB2F28-2187-44BE-9E3F-12B9C6980996}"/>
                </a:ext>
              </a:extLst>
            </p:cNvPr>
            <p:cNvSpPr txBox="1"/>
            <p:nvPr/>
          </p:nvSpPr>
          <p:spPr>
            <a:xfrm>
              <a:off x="2916411" y="2152289"/>
              <a:ext cx="587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t=8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6BC72F-0D22-417F-952A-F09E43C6A49B}"/>
                </a:ext>
              </a:extLst>
            </p:cNvPr>
            <p:cNvSpPr txBox="1"/>
            <p:nvPr/>
          </p:nvSpPr>
          <p:spPr>
            <a:xfrm>
              <a:off x="2910539" y="2392248"/>
              <a:ext cx="6414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t=12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13D4F4-8C0A-4F17-9032-B304B6225220}"/>
                </a:ext>
              </a:extLst>
            </p:cNvPr>
            <p:cNvSpPr/>
            <p:nvPr/>
          </p:nvSpPr>
          <p:spPr>
            <a:xfrm>
              <a:off x="5049252" y="1632066"/>
              <a:ext cx="517491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FFF4047-5030-4F87-8539-0F526B75B241}"/>
                </a:ext>
              </a:extLst>
            </p:cNvPr>
            <p:cNvSpPr/>
            <p:nvPr/>
          </p:nvSpPr>
          <p:spPr>
            <a:xfrm>
              <a:off x="5042894" y="1888299"/>
              <a:ext cx="523850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7C0B471-D182-4537-A425-CEA2E537CF87}"/>
                </a:ext>
              </a:extLst>
            </p:cNvPr>
            <p:cNvSpPr/>
            <p:nvPr/>
          </p:nvSpPr>
          <p:spPr>
            <a:xfrm>
              <a:off x="5048437" y="2397051"/>
              <a:ext cx="517493" cy="259946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139AC1-145B-4CBA-9291-8F19578B6A2B}"/>
                </a:ext>
              </a:extLst>
            </p:cNvPr>
            <p:cNvSpPr txBox="1"/>
            <p:nvPr/>
          </p:nvSpPr>
          <p:spPr>
            <a:xfrm>
              <a:off x="4815328" y="2591886"/>
              <a:ext cx="641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t=15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52ED69-41A0-450D-B442-48C589BF772E}"/>
                </a:ext>
              </a:extLst>
            </p:cNvPr>
            <p:cNvSpPr/>
            <p:nvPr/>
          </p:nvSpPr>
          <p:spPr>
            <a:xfrm>
              <a:off x="3497068" y="2652118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98F0C7A-3887-4C8B-9991-676A2D065955}"/>
                </a:ext>
              </a:extLst>
            </p:cNvPr>
            <p:cNvSpPr/>
            <p:nvPr/>
          </p:nvSpPr>
          <p:spPr>
            <a:xfrm>
              <a:off x="4014558" y="2652117"/>
              <a:ext cx="517490" cy="2562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32369F1-6719-41B3-9D19-91C4DFA3BF90}"/>
                </a:ext>
              </a:extLst>
            </p:cNvPr>
            <p:cNvSpPr/>
            <p:nvPr/>
          </p:nvSpPr>
          <p:spPr>
            <a:xfrm>
              <a:off x="4532048" y="2652117"/>
              <a:ext cx="517490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A489B76-5E01-460B-9940-180E26F4946B}"/>
                </a:ext>
              </a:extLst>
            </p:cNvPr>
            <p:cNvSpPr txBox="1"/>
            <p:nvPr/>
          </p:nvSpPr>
          <p:spPr>
            <a:xfrm>
              <a:off x="2909738" y="2656997"/>
              <a:ext cx="587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t=16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B5A04F0-41EC-4EFA-9AC3-48DE2358CB7A}"/>
                </a:ext>
              </a:extLst>
            </p:cNvPr>
            <p:cNvSpPr/>
            <p:nvPr/>
          </p:nvSpPr>
          <p:spPr>
            <a:xfrm>
              <a:off x="5049536" y="2652116"/>
              <a:ext cx="516351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95B1B32-EAA9-42F9-A255-40EA94508909}"/>
                </a:ext>
              </a:extLst>
            </p:cNvPr>
            <p:cNvSpPr txBox="1"/>
            <p:nvPr/>
          </p:nvSpPr>
          <p:spPr>
            <a:xfrm>
              <a:off x="2934263" y="3268048"/>
              <a:ext cx="5618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AAI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47A0F6-48EE-42E6-B4A3-2E1AE04683A2}"/>
                </a:ext>
              </a:extLst>
            </p:cNvPr>
            <p:cNvSpPr txBox="1"/>
            <p:nvPr/>
          </p:nvSpPr>
          <p:spPr>
            <a:xfrm>
              <a:off x="2929993" y="3556422"/>
              <a:ext cx="5618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AEI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77DACCB-BC35-47D2-B836-381A70973F4C}"/>
                </a:ext>
              </a:extLst>
            </p:cNvPr>
            <p:cNvSpPr/>
            <p:nvPr/>
          </p:nvSpPr>
          <p:spPr>
            <a:xfrm>
              <a:off x="3495914" y="3296693"/>
              <a:ext cx="517490" cy="25117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ECF78D6-3091-4482-89D4-1B9F5118F289}"/>
                </a:ext>
              </a:extLst>
            </p:cNvPr>
            <p:cNvSpPr/>
            <p:nvPr/>
          </p:nvSpPr>
          <p:spPr>
            <a:xfrm>
              <a:off x="4013404" y="3296692"/>
              <a:ext cx="517490" cy="25010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4F6827-7D34-48AE-971D-089D5D214944}"/>
                </a:ext>
              </a:extLst>
            </p:cNvPr>
            <p:cNvSpPr/>
            <p:nvPr/>
          </p:nvSpPr>
          <p:spPr>
            <a:xfrm>
              <a:off x="4530891" y="3296691"/>
              <a:ext cx="517493" cy="25015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C3E0903-8B6C-4A31-AF33-2682FE66DE4B}"/>
                </a:ext>
              </a:extLst>
            </p:cNvPr>
            <p:cNvSpPr/>
            <p:nvPr/>
          </p:nvSpPr>
          <p:spPr>
            <a:xfrm>
              <a:off x="5047567" y="3296691"/>
              <a:ext cx="517493" cy="25117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AFCF9D0-5606-4E93-AB2C-5C18BEE9CA83}"/>
                </a:ext>
              </a:extLst>
            </p:cNvPr>
            <p:cNvSpPr/>
            <p:nvPr/>
          </p:nvSpPr>
          <p:spPr>
            <a:xfrm>
              <a:off x="3495914" y="3606205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BC12CA-E7F7-40F3-BBDB-4CF8D2D68EA8}"/>
                </a:ext>
              </a:extLst>
            </p:cNvPr>
            <p:cNvSpPr/>
            <p:nvPr/>
          </p:nvSpPr>
          <p:spPr>
            <a:xfrm>
              <a:off x="4013404" y="3606204"/>
              <a:ext cx="517490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E4B085-7C20-413B-8FDB-5C66B5D7C899}"/>
                </a:ext>
              </a:extLst>
            </p:cNvPr>
            <p:cNvSpPr/>
            <p:nvPr/>
          </p:nvSpPr>
          <p:spPr>
            <a:xfrm>
              <a:off x="4530891" y="3606204"/>
              <a:ext cx="517493" cy="257995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7DCA52E-806C-4ACC-AA73-B4C722A9328A}"/>
                </a:ext>
              </a:extLst>
            </p:cNvPr>
            <p:cNvSpPr/>
            <p:nvPr/>
          </p:nvSpPr>
          <p:spPr>
            <a:xfrm>
              <a:off x="5047567" y="3606222"/>
              <a:ext cx="517493" cy="257462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>
                  <a:lumMod val="95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2AAE38-E896-4561-A143-2BA27CF92EC6}"/>
                </a:ext>
              </a:extLst>
            </p:cNvPr>
            <p:cNvSpPr/>
            <p:nvPr/>
          </p:nvSpPr>
          <p:spPr>
            <a:xfrm>
              <a:off x="4529708" y="1888300"/>
              <a:ext cx="516673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C1D28D9-C664-4365-8521-46D5470FD068}"/>
                </a:ext>
              </a:extLst>
            </p:cNvPr>
            <p:cNvSpPr/>
            <p:nvPr/>
          </p:nvSpPr>
          <p:spPr>
            <a:xfrm>
              <a:off x="3516177" y="3912783"/>
              <a:ext cx="265772" cy="1539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B7EA806-6B89-4839-9ED3-0E892F68BB5F}"/>
                </a:ext>
              </a:extLst>
            </p:cNvPr>
            <p:cNvSpPr/>
            <p:nvPr/>
          </p:nvSpPr>
          <p:spPr>
            <a:xfrm>
              <a:off x="4288006" y="3915630"/>
              <a:ext cx="288588" cy="1585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79FA4B3-D979-4AFC-939D-5B4DD786E628}"/>
                    </a:ext>
                  </a:extLst>
                </p:cNvPr>
                <p:cNvSpPr txBox="1"/>
                <p:nvPr/>
              </p:nvSpPr>
              <p:spPr>
                <a:xfrm>
                  <a:off x="3230067" y="3977724"/>
                  <a:ext cx="90907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latin typeface="Linux Biolinum" panose="02000503000000000000" pitchFamily="2" charset="0"/>
                    <a:ea typeface="Linux Biolinum" panose="02000503000000000000" pitchFamily="2" charset="0"/>
                    <a:cs typeface="Linux Biolinum" panose="02000503000000000000" pitchFamily="2" charset="0"/>
                  </a:endParaRPr>
                </a:p>
                <a:p>
                  <a:pPr algn="ctr"/>
                  <a:r>
                    <a:rPr lang="en-IN" sz="1600" dirty="0">
                      <a:latin typeface="Linux Biolinum" panose="02000503000000000000" pitchFamily="2" charset="0"/>
                      <a:ea typeface="Linux Biolinum" panose="02000503000000000000" pitchFamily="2" charset="0"/>
                      <a:cs typeface="Linux Biolinum" panose="02000503000000000000" pitchFamily="2" charset="0"/>
                    </a:rPr>
                    <a:t>(Victim) 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79FA4B3-D979-4AFC-939D-5B4DD786E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0067" y="3977724"/>
                  <a:ext cx="909071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1342" r="-6040" b="-1263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62518C2-98D9-486E-A3C4-6BB579B1B258}"/>
                    </a:ext>
                  </a:extLst>
                </p:cNvPr>
                <p:cNvSpPr txBox="1"/>
                <p:nvPr/>
              </p:nvSpPr>
              <p:spPr>
                <a:xfrm>
                  <a:off x="4646936" y="3998321"/>
                  <a:ext cx="110433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b="0" dirty="0">
                    <a:latin typeface="Linux Biolinum" panose="02000503000000000000" pitchFamily="2" charset="0"/>
                    <a:ea typeface="Linux Biolinum" panose="02000503000000000000" pitchFamily="2" charset="0"/>
                    <a:cs typeface="Linux Biolinum" panose="02000503000000000000" pitchFamily="2" charset="0"/>
                  </a:endParaRPr>
                </a:p>
                <a:p>
                  <a:pPr algn="ctr"/>
                  <a:r>
                    <a:rPr lang="en-IN" sz="1600" dirty="0">
                      <a:latin typeface="Linux Biolinum" panose="02000503000000000000" pitchFamily="2" charset="0"/>
                      <a:ea typeface="Linux Biolinum" panose="02000503000000000000" pitchFamily="2" charset="0"/>
                      <a:cs typeface="Linux Biolinum" panose="02000503000000000000" pitchFamily="2" charset="0"/>
                    </a:rPr>
                    <a:t>(Attacker ) </a:t>
                  </a: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62518C2-98D9-486E-A3C4-6BB579B1B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936" y="3998321"/>
                  <a:ext cx="1104336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1657" r="-6077" b="-114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F8C9002-1BDC-470C-8377-2E22EC2B2BAF}"/>
                </a:ext>
              </a:extLst>
            </p:cNvPr>
            <p:cNvSpPr/>
            <p:nvPr/>
          </p:nvSpPr>
          <p:spPr>
            <a:xfrm>
              <a:off x="3494191" y="2908036"/>
              <a:ext cx="517490" cy="2562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00229-DA5D-44AB-98E6-04630A941605}"/>
                </a:ext>
              </a:extLst>
            </p:cNvPr>
            <p:cNvSpPr/>
            <p:nvPr/>
          </p:nvSpPr>
          <p:spPr>
            <a:xfrm>
              <a:off x="4011681" y="2908035"/>
              <a:ext cx="517490" cy="25623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8A0FBD6-06B4-47D5-87B4-839AE097281B}"/>
                </a:ext>
              </a:extLst>
            </p:cNvPr>
            <p:cNvSpPr/>
            <p:nvPr/>
          </p:nvSpPr>
          <p:spPr>
            <a:xfrm>
              <a:off x="4529171" y="2908035"/>
              <a:ext cx="517490" cy="256233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CB67514-358E-4B5D-B902-16A995F2B24A}"/>
                </a:ext>
              </a:extLst>
            </p:cNvPr>
            <p:cNvSpPr/>
            <p:nvPr/>
          </p:nvSpPr>
          <p:spPr>
            <a:xfrm>
              <a:off x="5046659" y="2908034"/>
              <a:ext cx="512767" cy="2562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EF59246-24C3-4FDB-9A88-471FBCCE423D}"/>
                </a:ext>
              </a:extLst>
            </p:cNvPr>
            <p:cNvSpPr txBox="1"/>
            <p:nvPr/>
          </p:nvSpPr>
          <p:spPr>
            <a:xfrm>
              <a:off x="2898907" y="2921746"/>
              <a:ext cx="587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t=20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82E6A3B-4BEA-4D46-93BE-92A5B1A12E70}"/>
                </a:ext>
              </a:extLst>
            </p:cNvPr>
            <p:cNvSpPr/>
            <p:nvPr/>
          </p:nvSpPr>
          <p:spPr>
            <a:xfrm>
              <a:off x="5046659" y="2908401"/>
              <a:ext cx="519228" cy="252960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04CA5B7-8A6E-4D46-B216-6CB06848B93B}"/>
                </a:ext>
              </a:extLst>
            </p:cNvPr>
            <p:cNvSpPr/>
            <p:nvPr/>
          </p:nvSpPr>
          <p:spPr>
            <a:xfrm>
              <a:off x="5046661" y="3907654"/>
              <a:ext cx="288588" cy="158540"/>
            </a:xfrm>
            <a:prstGeom prst="rect">
              <a:avLst/>
            </a:prstGeom>
            <a:pattFill prst="wdDnDiag">
              <a:fgClr>
                <a:schemeClr val="tx1">
                  <a:lumMod val="50000"/>
                  <a:lumOff val="50000"/>
                </a:schemeClr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A0235E4-2B9D-460F-9F6F-4B90A3EE686B}"/>
                    </a:ext>
                  </a:extLst>
                </p:cNvPr>
                <p:cNvSpPr txBox="1"/>
                <p:nvPr/>
              </p:nvSpPr>
              <p:spPr>
                <a:xfrm>
                  <a:off x="4272538" y="3994403"/>
                  <a:ext cx="3382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IN" sz="1600" dirty="0">
                      <a:latin typeface="Linux Biolinum" panose="02000503000000000000" pitchFamily="2" charset="0"/>
                      <a:ea typeface="Linux Biolinum" panose="02000503000000000000" pitchFamily="2" charset="0"/>
                      <a:cs typeface="Linux Biolinum" panose="02000503000000000000" pitchFamily="2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A0235E4-2B9D-460F-9F6F-4B90A3EE6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2538" y="3994403"/>
                  <a:ext cx="338214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812E083-4492-4305-9160-ADC0F4BA7D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746" y="1553517"/>
              <a:ext cx="1" cy="1676006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09DA443-740C-4682-A472-C1C1F80959C5}"/>
                </a:ext>
              </a:extLst>
            </p:cNvPr>
            <p:cNvSpPr txBox="1"/>
            <p:nvPr/>
          </p:nvSpPr>
          <p:spPr>
            <a:xfrm>
              <a:off x="3723448" y="1284591"/>
              <a:ext cx="4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t+1</a:t>
              </a:r>
              <a:endPara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E4BD79F-C3DB-4FF6-853F-1F5F5EA6F05C}"/>
                </a:ext>
              </a:extLst>
            </p:cNvPr>
            <p:cNvSpPr txBox="1"/>
            <p:nvPr/>
          </p:nvSpPr>
          <p:spPr>
            <a:xfrm>
              <a:off x="4245153" y="1287466"/>
              <a:ext cx="4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t+2</a:t>
              </a:r>
              <a:endPara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F32AA99-55C8-4999-99A8-5CF0F837629C}"/>
                </a:ext>
              </a:extLst>
            </p:cNvPr>
            <p:cNvSpPr txBox="1"/>
            <p:nvPr/>
          </p:nvSpPr>
          <p:spPr>
            <a:xfrm>
              <a:off x="4774522" y="1296431"/>
              <a:ext cx="4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t+3</a:t>
              </a:r>
              <a:endPara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3A12EFB-CC35-4F14-8771-7B1130BC4F35}"/>
                </a:ext>
              </a:extLst>
            </p:cNvPr>
            <p:cNvSpPr txBox="1"/>
            <p:nvPr/>
          </p:nvSpPr>
          <p:spPr>
            <a:xfrm>
              <a:off x="5231422" y="1299042"/>
              <a:ext cx="4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t+4</a:t>
              </a:r>
              <a:endPara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204DC3-FF16-4188-B166-5D66D2BF6C59}"/>
                </a:ext>
              </a:extLst>
            </p:cNvPr>
            <p:cNvSpPr txBox="1"/>
            <p:nvPr/>
          </p:nvSpPr>
          <p:spPr>
            <a:xfrm>
              <a:off x="3365468" y="1285295"/>
              <a:ext cx="2749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t</a:t>
              </a:r>
              <a:endPara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546CD9-8E2C-495A-8435-E12D8E6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3496784" y="1568486"/>
              <a:ext cx="0" cy="1694903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7FD73651-157B-46D6-9587-4D5B24ED497F}"/>
                </a:ext>
              </a:extLst>
            </p:cNvPr>
            <p:cNvCxnSpPr>
              <a:cxnSpLocks/>
            </p:cNvCxnSpPr>
            <p:nvPr/>
          </p:nvCxnSpPr>
          <p:spPr>
            <a:xfrm>
              <a:off x="4014091" y="1913150"/>
              <a:ext cx="0" cy="23138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79A8A69-69F5-4214-BDAE-0D2559E68345}"/>
                </a:ext>
              </a:extLst>
            </p:cNvPr>
            <p:cNvCxnSpPr>
              <a:cxnSpLocks/>
            </p:cNvCxnSpPr>
            <p:nvPr/>
          </p:nvCxnSpPr>
          <p:spPr>
            <a:xfrm>
              <a:off x="4539420" y="2169383"/>
              <a:ext cx="0" cy="23138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113843F-0B9C-4057-9B69-4302F2250BB0}"/>
                </a:ext>
              </a:extLst>
            </p:cNvPr>
            <p:cNvCxnSpPr>
              <a:cxnSpLocks/>
            </p:cNvCxnSpPr>
            <p:nvPr/>
          </p:nvCxnSpPr>
          <p:spPr>
            <a:xfrm>
              <a:off x="5049252" y="2420734"/>
              <a:ext cx="0" cy="23138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2FE10A5B-492C-4DDD-862E-46789C17772D}"/>
                </a:ext>
              </a:extLst>
            </p:cNvPr>
            <p:cNvCxnSpPr>
              <a:cxnSpLocks/>
            </p:cNvCxnSpPr>
            <p:nvPr/>
          </p:nvCxnSpPr>
          <p:spPr>
            <a:xfrm>
              <a:off x="3498460" y="2949519"/>
              <a:ext cx="0" cy="23138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B80EF36-1CBD-401E-8D11-82E1D3D91755}"/>
                </a:ext>
              </a:extLst>
            </p:cNvPr>
            <p:cNvCxnSpPr>
              <a:cxnSpLocks/>
            </p:cNvCxnSpPr>
            <p:nvPr/>
          </p:nvCxnSpPr>
          <p:spPr>
            <a:xfrm>
              <a:off x="3497886" y="1668641"/>
              <a:ext cx="0" cy="23138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1E600A2-36CB-45EC-B91A-A8DE77697EFA}"/>
                </a:ext>
              </a:extLst>
            </p:cNvPr>
            <p:cNvSpPr/>
            <p:nvPr/>
          </p:nvSpPr>
          <p:spPr>
            <a:xfrm>
              <a:off x="3467998" y="1638261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D6AF7D9-8A67-4B7A-A305-51B4F909595A}"/>
                </a:ext>
              </a:extLst>
            </p:cNvPr>
            <p:cNvSpPr/>
            <p:nvPr/>
          </p:nvSpPr>
          <p:spPr>
            <a:xfrm>
              <a:off x="3464474" y="1932467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09000B4-F7B9-4B89-8004-8C006DE4BFD5}"/>
                </a:ext>
              </a:extLst>
            </p:cNvPr>
            <p:cNvSpPr/>
            <p:nvPr/>
          </p:nvSpPr>
          <p:spPr>
            <a:xfrm>
              <a:off x="3466234" y="2177496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2F87ACB-2929-4EB0-ACEA-4247C5A0BE61}"/>
                </a:ext>
              </a:extLst>
            </p:cNvPr>
            <p:cNvSpPr/>
            <p:nvPr/>
          </p:nvSpPr>
          <p:spPr>
            <a:xfrm>
              <a:off x="3460182" y="2428134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DA12C7CD-985C-4D3E-9D55-106725CE4E00}"/>
                </a:ext>
              </a:extLst>
            </p:cNvPr>
            <p:cNvSpPr/>
            <p:nvPr/>
          </p:nvSpPr>
          <p:spPr>
            <a:xfrm>
              <a:off x="3463599" y="2678774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3B3CCE3-24C3-4500-A4C6-792279833746}"/>
                </a:ext>
              </a:extLst>
            </p:cNvPr>
            <p:cNvSpPr/>
            <p:nvPr/>
          </p:nvSpPr>
          <p:spPr>
            <a:xfrm>
              <a:off x="3463599" y="2925272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7DCF3FC-CD9D-4E72-9AFE-FB78F42F67FB}"/>
                </a:ext>
              </a:extLst>
            </p:cNvPr>
            <p:cNvSpPr/>
            <p:nvPr/>
          </p:nvSpPr>
          <p:spPr>
            <a:xfrm>
              <a:off x="3474424" y="1733345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0C47D6E-D5A2-48FD-8566-B4143BCAAB51}"/>
                </a:ext>
              </a:extLst>
            </p:cNvPr>
            <p:cNvSpPr/>
            <p:nvPr/>
          </p:nvSpPr>
          <p:spPr>
            <a:xfrm>
              <a:off x="3477807" y="2045234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A7A11F5-608B-4993-B83D-6253896EC4B4}"/>
                </a:ext>
              </a:extLst>
            </p:cNvPr>
            <p:cNvSpPr/>
            <p:nvPr/>
          </p:nvSpPr>
          <p:spPr>
            <a:xfrm>
              <a:off x="3474424" y="2296101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0947FE1-3F79-4876-8C03-3D40DBE8B4EA}"/>
                </a:ext>
              </a:extLst>
            </p:cNvPr>
            <p:cNvSpPr/>
            <p:nvPr/>
          </p:nvSpPr>
          <p:spPr>
            <a:xfrm>
              <a:off x="3478196" y="2545283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03669F1-94E6-451B-AE58-D3381D7666CC}"/>
                </a:ext>
              </a:extLst>
            </p:cNvPr>
            <p:cNvSpPr/>
            <p:nvPr/>
          </p:nvSpPr>
          <p:spPr>
            <a:xfrm>
              <a:off x="3474424" y="2807652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D3DB8EE-F4E5-42F9-BA93-440EBC5C9EAA}"/>
                </a:ext>
              </a:extLst>
            </p:cNvPr>
            <p:cNvSpPr/>
            <p:nvPr/>
          </p:nvSpPr>
          <p:spPr>
            <a:xfrm>
              <a:off x="3476797" y="2960772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2D9C3C1-3FB9-447F-91C8-F824BA11BC14}"/>
                </a:ext>
              </a:extLst>
            </p:cNvPr>
            <p:cNvSpPr/>
            <p:nvPr/>
          </p:nvSpPr>
          <p:spPr>
            <a:xfrm>
              <a:off x="3474424" y="4137397"/>
              <a:ext cx="66846" cy="724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6127735-BE51-4E70-AFFC-0BEED7091D29}"/>
                </a:ext>
              </a:extLst>
            </p:cNvPr>
            <p:cNvSpPr/>
            <p:nvPr/>
          </p:nvSpPr>
          <p:spPr>
            <a:xfrm>
              <a:off x="4247566" y="4163680"/>
              <a:ext cx="45719" cy="485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F39ADCDD-3726-4A79-B441-F2F132D5C2EA}"/>
                </a:ext>
              </a:extLst>
            </p:cNvPr>
            <p:cNvCxnSpPr>
              <a:cxnSpLocks/>
            </p:cNvCxnSpPr>
            <p:nvPr/>
          </p:nvCxnSpPr>
          <p:spPr>
            <a:xfrm>
              <a:off x="4984181" y="4066194"/>
              <a:ext cx="0" cy="23138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44210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A130B5-7620-464C-B67E-154507762E2B}"/>
              </a:ext>
            </a:extLst>
          </p:cNvPr>
          <p:cNvSpPr/>
          <p:nvPr/>
        </p:nvSpPr>
        <p:spPr>
          <a:xfrm>
            <a:off x="3496784" y="1632068"/>
            <a:ext cx="517490" cy="256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16A3F-1BB6-449A-A5C0-39D1D59C7053}"/>
              </a:ext>
            </a:extLst>
          </p:cNvPr>
          <p:cNvSpPr/>
          <p:nvPr/>
        </p:nvSpPr>
        <p:spPr>
          <a:xfrm>
            <a:off x="4014274" y="1632067"/>
            <a:ext cx="517490" cy="256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E0EE8-02D6-4215-9F5B-799A8EA94159}"/>
              </a:ext>
            </a:extLst>
          </p:cNvPr>
          <p:cNvSpPr/>
          <p:nvPr/>
        </p:nvSpPr>
        <p:spPr>
          <a:xfrm>
            <a:off x="4531764" y="1632067"/>
            <a:ext cx="517490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77011-04A4-43FE-9CFE-8B9F92A3E30C}"/>
              </a:ext>
            </a:extLst>
          </p:cNvPr>
          <p:cNvSpPr/>
          <p:nvPr/>
        </p:nvSpPr>
        <p:spPr>
          <a:xfrm>
            <a:off x="3496784" y="1888301"/>
            <a:ext cx="517490" cy="256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862E91-822A-4BE7-9216-DD0B1F99AB4A}"/>
              </a:ext>
            </a:extLst>
          </p:cNvPr>
          <p:cNvSpPr/>
          <p:nvPr/>
        </p:nvSpPr>
        <p:spPr>
          <a:xfrm>
            <a:off x="4014274" y="1888300"/>
            <a:ext cx="517490" cy="256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B811A0-E6F7-46D2-8DE0-A15E9954CD79}"/>
              </a:ext>
            </a:extLst>
          </p:cNvPr>
          <p:cNvSpPr/>
          <p:nvPr/>
        </p:nvSpPr>
        <p:spPr>
          <a:xfrm>
            <a:off x="3496784" y="2144534"/>
            <a:ext cx="517490" cy="256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E59DF7-E62F-4B88-B360-69060111F121}"/>
              </a:ext>
            </a:extLst>
          </p:cNvPr>
          <p:cNvSpPr/>
          <p:nvPr/>
        </p:nvSpPr>
        <p:spPr>
          <a:xfrm>
            <a:off x="4014274" y="2144533"/>
            <a:ext cx="517490" cy="256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3BA4A1-DAEE-4E53-BF31-465D8377ECB4}"/>
              </a:ext>
            </a:extLst>
          </p:cNvPr>
          <p:cNvSpPr/>
          <p:nvPr/>
        </p:nvSpPr>
        <p:spPr>
          <a:xfrm>
            <a:off x="4531764" y="2144533"/>
            <a:ext cx="517490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B4CD5-1A08-4ADC-A733-DE7A8C78F7CA}"/>
              </a:ext>
            </a:extLst>
          </p:cNvPr>
          <p:cNvSpPr/>
          <p:nvPr/>
        </p:nvSpPr>
        <p:spPr>
          <a:xfrm>
            <a:off x="5049254" y="2144532"/>
            <a:ext cx="517490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4E52C-48BF-4611-AEA1-92CD7CA806E1}"/>
              </a:ext>
            </a:extLst>
          </p:cNvPr>
          <p:cNvSpPr/>
          <p:nvPr/>
        </p:nvSpPr>
        <p:spPr>
          <a:xfrm>
            <a:off x="3496784" y="2400766"/>
            <a:ext cx="517490" cy="256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B6E84D-80DE-42E6-BB33-5930140BB509}"/>
              </a:ext>
            </a:extLst>
          </p:cNvPr>
          <p:cNvSpPr/>
          <p:nvPr/>
        </p:nvSpPr>
        <p:spPr>
          <a:xfrm>
            <a:off x="4014274" y="2400765"/>
            <a:ext cx="517490" cy="256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0EEBCA-B336-4D8E-93B9-B31A7725C392}"/>
              </a:ext>
            </a:extLst>
          </p:cNvPr>
          <p:cNvSpPr/>
          <p:nvPr/>
        </p:nvSpPr>
        <p:spPr>
          <a:xfrm>
            <a:off x="4531761" y="2400765"/>
            <a:ext cx="517493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FD70E1-EF66-433B-87C9-81ECF23E1C76}"/>
              </a:ext>
            </a:extLst>
          </p:cNvPr>
          <p:cNvSpPr txBox="1"/>
          <p:nvPr/>
        </p:nvSpPr>
        <p:spPr>
          <a:xfrm>
            <a:off x="2934262" y="1602017"/>
            <a:ext cx="489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t=0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36510-3FE7-4E55-BED9-69EFB2CD1E0E}"/>
              </a:ext>
            </a:extLst>
          </p:cNvPr>
          <p:cNvSpPr txBox="1"/>
          <p:nvPr/>
        </p:nvSpPr>
        <p:spPr>
          <a:xfrm>
            <a:off x="2934262" y="1889656"/>
            <a:ext cx="587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t=4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46FB8-DF15-4170-B8AD-AF34FA1069A7}"/>
              </a:ext>
            </a:extLst>
          </p:cNvPr>
          <p:cNvSpPr txBox="1"/>
          <p:nvPr/>
        </p:nvSpPr>
        <p:spPr>
          <a:xfrm>
            <a:off x="2916411" y="2152289"/>
            <a:ext cx="587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t=8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DF4C8-A2F8-49BA-9089-80873011A883}"/>
              </a:ext>
            </a:extLst>
          </p:cNvPr>
          <p:cNvSpPr txBox="1"/>
          <p:nvPr/>
        </p:nvSpPr>
        <p:spPr>
          <a:xfrm>
            <a:off x="2910539" y="2392248"/>
            <a:ext cx="64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t=12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D6152-DEDE-4C35-BAA7-B238EA4335D3}"/>
              </a:ext>
            </a:extLst>
          </p:cNvPr>
          <p:cNvSpPr/>
          <p:nvPr/>
        </p:nvSpPr>
        <p:spPr>
          <a:xfrm>
            <a:off x="5049252" y="1632066"/>
            <a:ext cx="517491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ACFF05-CEF0-4157-BDC5-0C98DDA23BC6}"/>
              </a:ext>
            </a:extLst>
          </p:cNvPr>
          <p:cNvSpPr/>
          <p:nvPr/>
        </p:nvSpPr>
        <p:spPr>
          <a:xfrm>
            <a:off x="5042894" y="1888299"/>
            <a:ext cx="523850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E16D2C-1239-4B9D-9833-3AEE62520060}"/>
              </a:ext>
            </a:extLst>
          </p:cNvPr>
          <p:cNvSpPr/>
          <p:nvPr/>
        </p:nvSpPr>
        <p:spPr>
          <a:xfrm>
            <a:off x="5048437" y="2397051"/>
            <a:ext cx="517493" cy="259946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13738B-32C9-406D-8000-F0DCD277CA1C}"/>
              </a:ext>
            </a:extLst>
          </p:cNvPr>
          <p:cNvSpPr txBox="1"/>
          <p:nvPr/>
        </p:nvSpPr>
        <p:spPr>
          <a:xfrm>
            <a:off x="4815328" y="2591886"/>
            <a:ext cx="6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t=15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0A2110-8CC1-4106-84BB-1D38C056C46A}"/>
              </a:ext>
            </a:extLst>
          </p:cNvPr>
          <p:cNvSpPr/>
          <p:nvPr/>
        </p:nvSpPr>
        <p:spPr>
          <a:xfrm>
            <a:off x="3497068" y="2652118"/>
            <a:ext cx="517490" cy="256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6A4663-D7F6-4A59-B26A-C4896C01458C}"/>
              </a:ext>
            </a:extLst>
          </p:cNvPr>
          <p:cNvSpPr/>
          <p:nvPr/>
        </p:nvSpPr>
        <p:spPr>
          <a:xfrm>
            <a:off x="4014558" y="2652117"/>
            <a:ext cx="517490" cy="256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3DD69D-B541-4CEF-9420-5E723F21A5C5}"/>
              </a:ext>
            </a:extLst>
          </p:cNvPr>
          <p:cNvSpPr/>
          <p:nvPr/>
        </p:nvSpPr>
        <p:spPr>
          <a:xfrm>
            <a:off x="4532048" y="2652117"/>
            <a:ext cx="517490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7D7B8E-EAD3-4CEE-B2A9-575D4893E377}"/>
              </a:ext>
            </a:extLst>
          </p:cNvPr>
          <p:cNvSpPr txBox="1"/>
          <p:nvPr/>
        </p:nvSpPr>
        <p:spPr>
          <a:xfrm>
            <a:off x="2909738" y="2656997"/>
            <a:ext cx="587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t=16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4F1CC-2D75-4683-B991-125356FC8964}"/>
              </a:ext>
            </a:extLst>
          </p:cNvPr>
          <p:cNvSpPr/>
          <p:nvPr/>
        </p:nvSpPr>
        <p:spPr>
          <a:xfrm>
            <a:off x="5049536" y="2652116"/>
            <a:ext cx="516351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50582A-F625-469D-9167-08E3A4D9AFA6}"/>
              </a:ext>
            </a:extLst>
          </p:cNvPr>
          <p:cNvSpPr/>
          <p:nvPr/>
        </p:nvSpPr>
        <p:spPr>
          <a:xfrm>
            <a:off x="3486736" y="3326976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4D43EE-A4C2-42C0-80E7-A65C4495A3AB}"/>
              </a:ext>
            </a:extLst>
          </p:cNvPr>
          <p:cNvSpPr/>
          <p:nvPr/>
        </p:nvSpPr>
        <p:spPr>
          <a:xfrm>
            <a:off x="4004226" y="3326975"/>
            <a:ext cx="517490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C31AC5-CE21-44C8-8F3B-1411AED6CC60}"/>
              </a:ext>
            </a:extLst>
          </p:cNvPr>
          <p:cNvSpPr/>
          <p:nvPr/>
        </p:nvSpPr>
        <p:spPr>
          <a:xfrm>
            <a:off x="4521713" y="3326975"/>
            <a:ext cx="517493" cy="257995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E75EBD-CAD4-44DD-9FA4-BE65DFACCE79}"/>
              </a:ext>
            </a:extLst>
          </p:cNvPr>
          <p:cNvSpPr/>
          <p:nvPr/>
        </p:nvSpPr>
        <p:spPr>
          <a:xfrm>
            <a:off x="5038389" y="3326993"/>
            <a:ext cx="517493" cy="257462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>
                <a:lumMod val="95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687397-485A-4A54-89E2-04E558046ADF}"/>
              </a:ext>
            </a:extLst>
          </p:cNvPr>
          <p:cNvSpPr/>
          <p:nvPr/>
        </p:nvSpPr>
        <p:spPr>
          <a:xfrm>
            <a:off x="4529708" y="1888300"/>
            <a:ext cx="516673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1C435A-12D5-4D9A-BD54-59A34E65FE54}"/>
              </a:ext>
            </a:extLst>
          </p:cNvPr>
          <p:cNvSpPr/>
          <p:nvPr/>
        </p:nvSpPr>
        <p:spPr>
          <a:xfrm>
            <a:off x="3590562" y="3646795"/>
            <a:ext cx="265772" cy="153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59E80C-7F13-4454-B4CF-4C22FAE9E029}"/>
              </a:ext>
            </a:extLst>
          </p:cNvPr>
          <p:cNvSpPr/>
          <p:nvPr/>
        </p:nvSpPr>
        <p:spPr>
          <a:xfrm>
            <a:off x="4362391" y="3649642"/>
            <a:ext cx="288588" cy="158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388C43F-54D1-4168-89AF-378CF2D3E3BC}"/>
                  </a:ext>
                </a:extLst>
              </p:cNvPr>
              <p:cNvSpPr txBox="1"/>
              <p:nvPr/>
            </p:nvSpPr>
            <p:spPr>
              <a:xfrm>
                <a:off x="3299522" y="3796988"/>
                <a:ext cx="9090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endParaRPr>
              </a:p>
              <a:p>
                <a:pPr algn="ctr"/>
                <a:r>
                  <a:rPr lang="en-IN" sz="1600" dirty="0">
                    <a:latin typeface="Linux Biolinum" panose="02000503000000000000" pitchFamily="2" charset="0"/>
                    <a:ea typeface="Linux Biolinum" panose="02000503000000000000" pitchFamily="2" charset="0"/>
                    <a:cs typeface="Linux Biolinum" panose="02000503000000000000" pitchFamily="2" charset="0"/>
                  </a:rPr>
                  <a:t>(Victim)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388C43F-54D1-4168-89AF-378CF2D3E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522" y="3796988"/>
                <a:ext cx="909071" cy="584775"/>
              </a:xfrm>
              <a:prstGeom prst="rect">
                <a:avLst/>
              </a:prstGeom>
              <a:blipFill>
                <a:blip r:embed="rId2"/>
                <a:stretch>
                  <a:fillRect l="-671" r="-6711" b="-11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CCD461-C5FF-4229-AFA5-4940C217AA26}"/>
                  </a:ext>
                </a:extLst>
              </p:cNvPr>
              <p:cNvSpPr txBox="1"/>
              <p:nvPr/>
            </p:nvSpPr>
            <p:spPr>
              <a:xfrm>
                <a:off x="4716391" y="3817585"/>
                <a:ext cx="11043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endParaRPr>
              </a:p>
              <a:p>
                <a:pPr algn="ctr"/>
                <a:r>
                  <a:rPr lang="en-IN" sz="1600" dirty="0">
                    <a:latin typeface="Linux Biolinum" panose="02000503000000000000" pitchFamily="2" charset="0"/>
                    <a:ea typeface="Linux Biolinum" panose="02000503000000000000" pitchFamily="2" charset="0"/>
                    <a:cs typeface="Linux Biolinum" panose="02000503000000000000" pitchFamily="2" charset="0"/>
                  </a:rPr>
                  <a:t>(Attacker )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CCD461-C5FF-4229-AFA5-4940C217A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391" y="3817585"/>
                <a:ext cx="1104336" cy="584775"/>
              </a:xfrm>
              <a:prstGeom prst="rect">
                <a:avLst/>
              </a:prstGeom>
              <a:blipFill>
                <a:blip r:embed="rId3"/>
                <a:stretch>
                  <a:fillRect l="-2210" r="-5525" b="-11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FA22299A-775B-4817-8248-4BE669DDB050}"/>
              </a:ext>
            </a:extLst>
          </p:cNvPr>
          <p:cNvSpPr/>
          <p:nvPr/>
        </p:nvSpPr>
        <p:spPr>
          <a:xfrm>
            <a:off x="3494191" y="2908036"/>
            <a:ext cx="517490" cy="256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F22979-3C49-46AC-9A13-377A4A97C4C6}"/>
              </a:ext>
            </a:extLst>
          </p:cNvPr>
          <p:cNvSpPr/>
          <p:nvPr/>
        </p:nvSpPr>
        <p:spPr>
          <a:xfrm>
            <a:off x="4011681" y="2908035"/>
            <a:ext cx="517490" cy="256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B28DF8-6070-48CA-9790-667B40A12A0E}"/>
              </a:ext>
            </a:extLst>
          </p:cNvPr>
          <p:cNvSpPr/>
          <p:nvPr/>
        </p:nvSpPr>
        <p:spPr>
          <a:xfrm>
            <a:off x="4529171" y="2908035"/>
            <a:ext cx="517490" cy="256233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AEB6F7-AF91-4327-8DA3-C2BEA9D1D232}"/>
              </a:ext>
            </a:extLst>
          </p:cNvPr>
          <p:cNvSpPr/>
          <p:nvPr/>
        </p:nvSpPr>
        <p:spPr>
          <a:xfrm>
            <a:off x="5046659" y="2908034"/>
            <a:ext cx="512767" cy="2562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4C0C4E-E8FB-49DB-882F-C2C2EE4DA013}"/>
              </a:ext>
            </a:extLst>
          </p:cNvPr>
          <p:cNvSpPr txBox="1"/>
          <p:nvPr/>
        </p:nvSpPr>
        <p:spPr>
          <a:xfrm>
            <a:off x="2898907" y="2921746"/>
            <a:ext cx="587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t=20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4A7167-0E0C-4957-9DDA-0CE19BC18872}"/>
              </a:ext>
            </a:extLst>
          </p:cNvPr>
          <p:cNvSpPr/>
          <p:nvPr/>
        </p:nvSpPr>
        <p:spPr>
          <a:xfrm>
            <a:off x="5046659" y="2908401"/>
            <a:ext cx="519228" cy="252960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28F414-4524-4575-A5DB-19C1948F98CB}"/>
              </a:ext>
            </a:extLst>
          </p:cNvPr>
          <p:cNvSpPr/>
          <p:nvPr/>
        </p:nvSpPr>
        <p:spPr>
          <a:xfrm>
            <a:off x="5121046" y="3641666"/>
            <a:ext cx="288588" cy="158540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B9BBEEF-EC21-4BD1-B571-CFC21F4BEBA6}"/>
                  </a:ext>
                </a:extLst>
              </p:cNvPr>
              <p:cNvSpPr txBox="1"/>
              <p:nvPr/>
            </p:nvSpPr>
            <p:spPr>
              <a:xfrm>
                <a:off x="4341993" y="3813667"/>
                <a:ext cx="3382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600" dirty="0">
                    <a:latin typeface="Linux Biolinum" panose="02000503000000000000" pitchFamily="2" charset="0"/>
                    <a:ea typeface="Linux Biolinum" panose="02000503000000000000" pitchFamily="2" charset="0"/>
                    <a:cs typeface="Linux Biolinum" panose="020005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B9BBEEF-EC21-4BD1-B571-CFC21F4BE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93" y="3813667"/>
                <a:ext cx="33821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2F0D33-E6C5-4090-8490-A4F0DF36C538}"/>
              </a:ext>
            </a:extLst>
          </p:cNvPr>
          <p:cNvCxnSpPr>
            <a:cxnSpLocks/>
          </p:cNvCxnSpPr>
          <p:nvPr/>
        </p:nvCxnSpPr>
        <p:spPr>
          <a:xfrm flipH="1">
            <a:off x="5565746" y="1553517"/>
            <a:ext cx="1" cy="16760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BD2DE67-35E3-4F38-9387-B225A23F054F}"/>
              </a:ext>
            </a:extLst>
          </p:cNvPr>
          <p:cNvSpPr txBox="1"/>
          <p:nvPr/>
        </p:nvSpPr>
        <p:spPr>
          <a:xfrm>
            <a:off x="3723448" y="1284591"/>
            <a:ext cx="4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t+1</a:t>
            </a:r>
            <a:endParaRPr lang="en-IN" sz="1600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6F3463-D30C-4D55-B15B-FDB5FFF97A14}"/>
              </a:ext>
            </a:extLst>
          </p:cNvPr>
          <p:cNvSpPr txBox="1"/>
          <p:nvPr/>
        </p:nvSpPr>
        <p:spPr>
          <a:xfrm>
            <a:off x="4245153" y="1287466"/>
            <a:ext cx="4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t+2</a:t>
            </a:r>
            <a:endParaRPr lang="en-IN" sz="1600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CA74E6-0447-4C61-BE90-EB773D5DC6D1}"/>
              </a:ext>
            </a:extLst>
          </p:cNvPr>
          <p:cNvSpPr txBox="1"/>
          <p:nvPr/>
        </p:nvSpPr>
        <p:spPr>
          <a:xfrm>
            <a:off x="4774522" y="1296431"/>
            <a:ext cx="4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t+3</a:t>
            </a:r>
            <a:endParaRPr lang="en-IN" sz="1600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FCA593-00DF-43A6-9503-1A6186EDFE6D}"/>
              </a:ext>
            </a:extLst>
          </p:cNvPr>
          <p:cNvSpPr txBox="1"/>
          <p:nvPr/>
        </p:nvSpPr>
        <p:spPr>
          <a:xfrm>
            <a:off x="5231422" y="1299042"/>
            <a:ext cx="4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t+4</a:t>
            </a:r>
            <a:endParaRPr lang="en-IN" sz="1600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EBDC65-D351-4A96-9E8F-FDE97E5E2347}"/>
              </a:ext>
            </a:extLst>
          </p:cNvPr>
          <p:cNvSpPr txBox="1"/>
          <p:nvPr/>
        </p:nvSpPr>
        <p:spPr>
          <a:xfrm>
            <a:off x="3365468" y="1285295"/>
            <a:ext cx="27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</a:t>
            </a:r>
            <a:endParaRPr lang="en-IN" sz="1600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C689E27-D98C-497E-8B89-0A7805D20857}"/>
              </a:ext>
            </a:extLst>
          </p:cNvPr>
          <p:cNvCxnSpPr>
            <a:cxnSpLocks/>
          </p:cNvCxnSpPr>
          <p:nvPr/>
        </p:nvCxnSpPr>
        <p:spPr>
          <a:xfrm>
            <a:off x="3496784" y="1568486"/>
            <a:ext cx="0" cy="1694903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8BFB82E-630D-4D71-B7A0-80A0134AAE2E}"/>
              </a:ext>
            </a:extLst>
          </p:cNvPr>
          <p:cNvCxnSpPr>
            <a:cxnSpLocks/>
          </p:cNvCxnSpPr>
          <p:nvPr/>
        </p:nvCxnSpPr>
        <p:spPr>
          <a:xfrm>
            <a:off x="4014091" y="1913150"/>
            <a:ext cx="0" cy="231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EA06AC-6A43-48E0-936B-F4BBD17E283D}"/>
              </a:ext>
            </a:extLst>
          </p:cNvPr>
          <p:cNvCxnSpPr>
            <a:cxnSpLocks/>
          </p:cNvCxnSpPr>
          <p:nvPr/>
        </p:nvCxnSpPr>
        <p:spPr>
          <a:xfrm>
            <a:off x="4539420" y="2169383"/>
            <a:ext cx="0" cy="231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B9CA60E-9953-436F-A5CC-442E46FD0A77}"/>
              </a:ext>
            </a:extLst>
          </p:cNvPr>
          <p:cNvCxnSpPr>
            <a:cxnSpLocks/>
          </p:cNvCxnSpPr>
          <p:nvPr/>
        </p:nvCxnSpPr>
        <p:spPr>
          <a:xfrm>
            <a:off x="5049252" y="2420734"/>
            <a:ext cx="0" cy="231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E27D5D-F81A-43A1-A36D-6D7C1DFC4B66}"/>
              </a:ext>
            </a:extLst>
          </p:cNvPr>
          <p:cNvCxnSpPr>
            <a:cxnSpLocks/>
          </p:cNvCxnSpPr>
          <p:nvPr/>
        </p:nvCxnSpPr>
        <p:spPr>
          <a:xfrm>
            <a:off x="3498460" y="2949519"/>
            <a:ext cx="0" cy="231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FEA328E-AC30-454F-AC5B-459313710EC9}"/>
              </a:ext>
            </a:extLst>
          </p:cNvPr>
          <p:cNvCxnSpPr>
            <a:cxnSpLocks/>
          </p:cNvCxnSpPr>
          <p:nvPr/>
        </p:nvCxnSpPr>
        <p:spPr>
          <a:xfrm>
            <a:off x="3497886" y="1668641"/>
            <a:ext cx="0" cy="231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F2B05DE9-A728-46B5-B121-D24B4477C06F}"/>
              </a:ext>
            </a:extLst>
          </p:cNvPr>
          <p:cNvSpPr/>
          <p:nvPr/>
        </p:nvSpPr>
        <p:spPr>
          <a:xfrm>
            <a:off x="3467998" y="1638261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16CA42B-421E-4B46-BF40-58E15AAFD996}"/>
              </a:ext>
            </a:extLst>
          </p:cNvPr>
          <p:cNvSpPr/>
          <p:nvPr/>
        </p:nvSpPr>
        <p:spPr>
          <a:xfrm>
            <a:off x="3464474" y="1932467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AF5E702-316F-4EA8-8D8A-A14432935F9D}"/>
              </a:ext>
            </a:extLst>
          </p:cNvPr>
          <p:cNvSpPr/>
          <p:nvPr/>
        </p:nvSpPr>
        <p:spPr>
          <a:xfrm>
            <a:off x="3466234" y="2177496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CFE2962-9DC0-48D9-B59C-5D581A24B3C3}"/>
              </a:ext>
            </a:extLst>
          </p:cNvPr>
          <p:cNvSpPr/>
          <p:nvPr/>
        </p:nvSpPr>
        <p:spPr>
          <a:xfrm>
            <a:off x="3460182" y="2428134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159B261-5B61-448B-8352-F1A40691C911}"/>
              </a:ext>
            </a:extLst>
          </p:cNvPr>
          <p:cNvSpPr/>
          <p:nvPr/>
        </p:nvSpPr>
        <p:spPr>
          <a:xfrm>
            <a:off x="3463599" y="2678774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868BB0-8D7B-4BBD-A202-2A1971FA5660}"/>
              </a:ext>
            </a:extLst>
          </p:cNvPr>
          <p:cNvSpPr/>
          <p:nvPr/>
        </p:nvSpPr>
        <p:spPr>
          <a:xfrm>
            <a:off x="3463599" y="2925272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19BA23E-AB1C-46A3-A106-82683EAD43B1}"/>
              </a:ext>
            </a:extLst>
          </p:cNvPr>
          <p:cNvSpPr/>
          <p:nvPr/>
        </p:nvSpPr>
        <p:spPr>
          <a:xfrm>
            <a:off x="3474424" y="1733345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439D6F3-BEE1-4170-A9A0-796F9DAE8C68}"/>
              </a:ext>
            </a:extLst>
          </p:cNvPr>
          <p:cNvSpPr/>
          <p:nvPr/>
        </p:nvSpPr>
        <p:spPr>
          <a:xfrm>
            <a:off x="3477807" y="2045234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5B79157-2434-4070-87C0-E3505D931B44}"/>
              </a:ext>
            </a:extLst>
          </p:cNvPr>
          <p:cNvSpPr/>
          <p:nvPr/>
        </p:nvSpPr>
        <p:spPr>
          <a:xfrm>
            <a:off x="3474424" y="2296101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3141FCB-2D57-407F-890B-9217539DAC71}"/>
              </a:ext>
            </a:extLst>
          </p:cNvPr>
          <p:cNvSpPr/>
          <p:nvPr/>
        </p:nvSpPr>
        <p:spPr>
          <a:xfrm>
            <a:off x="3478196" y="2545283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1EFBD25-2996-4929-82F5-C8385CB384C0}"/>
              </a:ext>
            </a:extLst>
          </p:cNvPr>
          <p:cNvSpPr/>
          <p:nvPr/>
        </p:nvSpPr>
        <p:spPr>
          <a:xfrm>
            <a:off x="3474424" y="2807652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D4FBCB5-D8E1-45F2-A8FC-4206F91B6EDE}"/>
              </a:ext>
            </a:extLst>
          </p:cNvPr>
          <p:cNvSpPr/>
          <p:nvPr/>
        </p:nvSpPr>
        <p:spPr>
          <a:xfrm>
            <a:off x="3476797" y="2960772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7F06039-BE74-48F5-AEC7-2C8537B02C98}"/>
              </a:ext>
            </a:extLst>
          </p:cNvPr>
          <p:cNvSpPr/>
          <p:nvPr/>
        </p:nvSpPr>
        <p:spPr>
          <a:xfrm>
            <a:off x="3543879" y="3956661"/>
            <a:ext cx="66846" cy="72417"/>
          </a:xfrm>
          <a:prstGeom prst="ellips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3277713-624F-4053-AF6F-D0160F00FE6E}"/>
              </a:ext>
            </a:extLst>
          </p:cNvPr>
          <p:cNvSpPr/>
          <p:nvPr/>
        </p:nvSpPr>
        <p:spPr>
          <a:xfrm>
            <a:off x="4317021" y="3982944"/>
            <a:ext cx="45719" cy="48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8A2CD3B-9EAE-4007-8A72-80C68A415833}"/>
              </a:ext>
            </a:extLst>
          </p:cNvPr>
          <p:cNvCxnSpPr>
            <a:cxnSpLocks/>
          </p:cNvCxnSpPr>
          <p:nvPr/>
        </p:nvCxnSpPr>
        <p:spPr>
          <a:xfrm>
            <a:off x="5053636" y="3885458"/>
            <a:ext cx="0" cy="231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89A6FBF-1CA7-46E6-8DBF-4FB35BE07298}"/>
                  </a:ext>
                </a:extLst>
              </p:cNvPr>
              <p:cNvSpPr txBox="1"/>
              <p:nvPr/>
            </p:nvSpPr>
            <p:spPr>
              <a:xfrm>
                <a:off x="498079" y="5017377"/>
                <a:ext cx="6104106" cy="927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nary>
                            <m:naryPr>
                              <m:chr m:val="⋁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∈[1,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89A6FBF-1CA7-46E6-8DBF-4FB35BE07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79" y="5017377"/>
                <a:ext cx="6104106" cy="9270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5699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9E608FC-F371-467B-933E-33E8AC416225}"/>
              </a:ext>
            </a:extLst>
          </p:cNvPr>
          <p:cNvGrpSpPr/>
          <p:nvPr/>
        </p:nvGrpSpPr>
        <p:grpSpPr>
          <a:xfrm>
            <a:off x="2467698" y="2403763"/>
            <a:ext cx="7982588" cy="1047485"/>
            <a:chOff x="385708" y="4521292"/>
            <a:chExt cx="7982588" cy="10474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581348-5D1B-453F-82F4-A94CED6EEC9D}"/>
                </a:ext>
              </a:extLst>
            </p:cNvPr>
            <p:cNvSpPr txBox="1"/>
            <p:nvPr/>
          </p:nvSpPr>
          <p:spPr>
            <a:xfrm>
              <a:off x="385708" y="4928285"/>
              <a:ext cx="7868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0             1             2             3            4              5             6              7            8             9              10          11           12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9DC5190-215A-4B2A-B6EF-FBE16BAEF6AF}"/>
                </a:ext>
              </a:extLst>
            </p:cNvPr>
            <p:cNvGrpSpPr/>
            <p:nvPr/>
          </p:nvGrpSpPr>
          <p:grpSpPr>
            <a:xfrm>
              <a:off x="499430" y="4597529"/>
              <a:ext cx="7868866" cy="244528"/>
              <a:chOff x="501955" y="4597522"/>
              <a:chExt cx="11715346" cy="318748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3284249-47FA-4409-A14C-2DAA73FDD369}"/>
                  </a:ext>
                </a:extLst>
              </p:cNvPr>
              <p:cNvSpPr/>
              <p:nvPr/>
            </p:nvSpPr>
            <p:spPr>
              <a:xfrm>
                <a:off x="2346303" y="4597522"/>
                <a:ext cx="941881" cy="31244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294E439-F4E3-4D5F-8239-5807992A9D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955" y="4916270"/>
                <a:ext cx="11715346" cy="0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903E48B-1304-4387-AD4B-E55F0673BDDA}"/>
                  </a:ext>
                </a:extLst>
              </p:cNvPr>
              <p:cNvSpPr/>
              <p:nvPr/>
            </p:nvSpPr>
            <p:spPr>
              <a:xfrm>
                <a:off x="510242" y="4603434"/>
                <a:ext cx="910252" cy="30206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1FBDFC8-D6C6-482F-802C-78E401CDCA39}"/>
                  </a:ext>
                </a:extLst>
              </p:cNvPr>
              <p:cNvSpPr/>
              <p:nvPr/>
            </p:nvSpPr>
            <p:spPr>
              <a:xfrm>
                <a:off x="3271072" y="4599782"/>
                <a:ext cx="910252" cy="30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C39CB0A-6D75-425A-A9EE-95BF1B82D3D4}"/>
                  </a:ext>
                </a:extLst>
              </p:cNvPr>
              <p:cNvSpPr/>
              <p:nvPr/>
            </p:nvSpPr>
            <p:spPr>
              <a:xfrm>
                <a:off x="1427765" y="4602812"/>
                <a:ext cx="910252" cy="302069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613953D-31E9-485A-93C0-567CAE06A76D}"/>
                </a:ext>
              </a:extLst>
            </p:cNvPr>
            <p:cNvSpPr/>
            <p:nvPr/>
          </p:nvSpPr>
          <p:spPr>
            <a:xfrm>
              <a:off x="1116386" y="4521292"/>
              <a:ext cx="1268440" cy="41212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46BDB5-DA0F-4352-B1AF-11AD3B28C3D3}"/>
                </a:ext>
              </a:extLst>
            </p:cNvPr>
            <p:cNvSpPr/>
            <p:nvPr/>
          </p:nvSpPr>
          <p:spPr>
            <a:xfrm>
              <a:off x="1637104" y="5376115"/>
              <a:ext cx="250652" cy="16987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DD7F863-B1D2-450D-82E0-DC79ABE05C18}"/>
                </a:ext>
              </a:extLst>
            </p:cNvPr>
            <p:cNvSpPr/>
            <p:nvPr/>
          </p:nvSpPr>
          <p:spPr>
            <a:xfrm>
              <a:off x="1040488" y="5392950"/>
              <a:ext cx="241049" cy="16360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23216DE-DB18-4171-9267-C9A9F0985BA6}"/>
                    </a:ext>
                  </a:extLst>
                </p:cNvPr>
                <p:cNvSpPr txBox="1"/>
                <p:nvPr/>
              </p:nvSpPr>
              <p:spPr>
                <a:xfrm>
                  <a:off x="711146" y="5346522"/>
                  <a:ext cx="358675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Baskerville Old Face" panose="02020602080505020303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23216DE-DB18-4171-9267-C9A9F0985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46" y="5346522"/>
                  <a:ext cx="358675" cy="215444"/>
                </a:xfrm>
                <a:prstGeom prst="rect">
                  <a:avLst/>
                </a:prstGeom>
                <a:blipFill>
                  <a:blip r:embed="rId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C778B71-A29D-45B7-9509-DA9A0E2617C8}"/>
                    </a:ext>
                  </a:extLst>
                </p:cNvPr>
                <p:cNvSpPr txBox="1"/>
                <p:nvPr/>
              </p:nvSpPr>
              <p:spPr>
                <a:xfrm>
                  <a:off x="1226414" y="5353333"/>
                  <a:ext cx="398289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Baskerville Old Face" panose="02020602080505020303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C778B71-A29D-45B7-9509-DA9A0E261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6414" y="5353333"/>
                  <a:ext cx="398289" cy="215444"/>
                </a:xfrm>
                <a:prstGeom prst="rect">
                  <a:avLst/>
                </a:prstGeom>
                <a:blipFill>
                  <a:blip r:embed="rId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C84327C-F0F1-4B46-9051-A4C5BAC79C99}"/>
                    </a:ext>
                  </a:extLst>
                </p:cNvPr>
                <p:cNvSpPr txBox="1"/>
                <p:nvPr/>
              </p:nvSpPr>
              <p:spPr>
                <a:xfrm>
                  <a:off x="1862730" y="5330550"/>
                  <a:ext cx="323078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Baskerville Old Face" panose="02020602080505020303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C84327C-F0F1-4B46-9051-A4C5BAC79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2730" y="5330550"/>
                  <a:ext cx="323078" cy="215444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40D1600-7ADA-4B08-8C22-41957F9A710C}"/>
                </a:ext>
              </a:extLst>
            </p:cNvPr>
            <p:cNvSpPr/>
            <p:nvPr/>
          </p:nvSpPr>
          <p:spPr>
            <a:xfrm>
              <a:off x="499430" y="5392950"/>
              <a:ext cx="272211" cy="1653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59010C2-9729-469E-88EB-078BE40542F9}"/>
              </a:ext>
            </a:extLst>
          </p:cNvPr>
          <p:cNvGrpSpPr/>
          <p:nvPr/>
        </p:nvGrpSpPr>
        <p:grpSpPr>
          <a:xfrm>
            <a:off x="5055636" y="2479670"/>
            <a:ext cx="2465761" cy="239690"/>
            <a:chOff x="5074298" y="2470339"/>
            <a:chExt cx="2465761" cy="23969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F1CAF2A-4ABA-4E1E-AF0B-C7D63AC44E77}"/>
                </a:ext>
              </a:extLst>
            </p:cNvPr>
            <p:cNvSpPr/>
            <p:nvPr/>
          </p:nvSpPr>
          <p:spPr>
            <a:xfrm>
              <a:off x="6307528" y="2470339"/>
              <a:ext cx="632635" cy="2396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14EDAB5-2AF5-4628-9DB4-E4C5B6BFDE24}"/>
                </a:ext>
              </a:extLst>
            </p:cNvPr>
            <p:cNvSpPr/>
            <p:nvPr/>
          </p:nvSpPr>
          <p:spPr>
            <a:xfrm>
              <a:off x="5074298" y="2474874"/>
              <a:ext cx="611390" cy="2317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7F1C87D-26CC-4DDF-9437-DDB57919BC0C}"/>
                </a:ext>
              </a:extLst>
            </p:cNvPr>
            <p:cNvSpPr/>
            <p:nvPr/>
          </p:nvSpPr>
          <p:spPr>
            <a:xfrm>
              <a:off x="6928669" y="2472073"/>
              <a:ext cx="611390" cy="2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500ACA-AEE0-410B-814A-C680959C53D7}"/>
                </a:ext>
              </a:extLst>
            </p:cNvPr>
            <p:cNvSpPr/>
            <p:nvPr/>
          </p:nvSpPr>
          <p:spPr>
            <a:xfrm>
              <a:off x="5690572" y="2474397"/>
              <a:ext cx="611390" cy="23173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E3B7DD1-0F28-4596-A247-B952D873D9BB}"/>
              </a:ext>
            </a:extLst>
          </p:cNvPr>
          <p:cNvGrpSpPr/>
          <p:nvPr/>
        </p:nvGrpSpPr>
        <p:grpSpPr>
          <a:xfrm>
            <a:off x="7523180" y="2477936"/>
            <a:ext cx="2465761" cy="239690"/>
            <a:chOff x="7532511" y="2477936"/>
            <a:chExt cx="2465761" cy="23969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ACA7E0D-0763-4168-BDF1-15992ED95151}"/>
                </a:ext>
              </a:extLst>
            </p:cNvPr>
            <p:cNvSpPr/>
            <p:nvPr/>
          </p:nvSpPr>
          <p:spPr>
            <a:xfrm>
              <a:off x="8765741" y="2477936"/>
              <a:ext cx="632635" cy="2396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04EF496-2BA0-4DF4-9C1E-56546448E18B}"/>
                </a:ext>
              </a:extLst>
            </p:cNvPr>
            <p:cNvSpPr/>
            <p:nvPr/>
          </p:nvSpPr>
          <p:spPr>
            <a:xfrm>
              <a:off x="7532511" y="2482471"/>
              <a:ext cx="611390" cy="2317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922E123-EC1D-40F2-BBDC-9D0DA426A5DC}"/>
                </a:ext>
              </a:extLst>
            </p:cNvPr>
            <p:cNvSpPr/>
            <p:nvPr/>
          </p:nvSpPr>
          <p:spPr>
            <a:xfrm>
              <a:off x="9386882" y="2479670"/>
              <a:ext cx="611390" cy="2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11C9C29-1CC5-4F3B-8D06-12A37F33F026}"/>
                </a:ext>
              </a:extLst>
            </p:cNvPr>
            <p:cNvSpPr/>
            <p:nvPr/>
          </p:nvSpPr>
          <p:spPr>
            <a:xfrm>
              <a:off x="8148785" y="2481994"/>
              <a:ext cx="611390" cy="23173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FE3B1-BF77-4329-94CC-E36BCDD66292}"/>
              </a:ext>
            </a:extLst>
          </p:cNvPr>
          <p:cNvSpPr/>
          <p:nvPr/>
        </p:nvSpPr>
        <p:spPr>
          <a:xfrm>
            <a:off x="5674258" y="2389103"/>
            <a:ext cx="1268440" cy="4121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E37779-C10C-48C1-8E63-8F9A5A36C66E}"/>
              </a:ext>
            </a:extLst>
          </p:cNvPr>
          <p:cNvSpPr/>
          <p:nvPr/>
        </p:nvSpPr>
        <p:spPr>
          <a:xfrm>
            <a:off x="8141114" y="2389102"/>
            <a:ext cx="1268440" cy="4121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E7D8BB-F52E-4C69-BB92-4048F23EE920}"/>
              </a:ext>
            </a:extLst>
          </p:cNvPr>
          <p:cNvSpPr txBox="1"/>
          <p:nvPr/>
        </p:nvSpPr>
        <p:spPr>
          <a:xfrm>
            <a:off x="2354592" y="5292221"/>
            <a:ext cx="8328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0             1             2             3            4              5            6              7             8             9             10           11          12       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7B20B0-97FB-4EDA-A5EE-7E2F906ECD3A}"/>
              </a:ext>
            </a:extLst>
          </p:cNvPr>
          <p:cNvSpPr/>
          <p:nvPr/>
        </p:nvSpPr>
        <p:spPr>
          <a:xfrm>
            <a:off x="3075167" y="5002621"/>
            <a:ext cx="611390" cy="2364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62D364F-DD79-4C7B-A2D3-A32A7B3D4684}"/>
              </a:ext>
            </a:extLst>
          </p:cNvPr>
          <p:cNvSpPr/>
          <p:nvPr/>
        </p:nvSpPr>
        <p:spPr>
          <a:xfrm>
            <a:off x="3692697" y="5002620"/>
            <a:ext cx="629849" cy="2317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5D6D44F-3B59-4553-A3CD-30CCC104BB4F}"/>
              </a:ext>
            </a:extLst>
          </p:cNvPr>
          <p:cNvSpPr/>
          <p:nvPr/>
        </p:nvSpPr>
        <p:spPr>
          <a:xfrm>
            <a:off x="2458203" y="5003434"/>
            <a:ext cx="611390" cy="2317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62DBC9A-AB33-4C9F-B8CA-87675CED1118}"/>
              </a:ext>
            </a:extLst>
          </p:cNvPr>
          <p:cNvCxnSpPr>
            <a:cxnSpLocks/>
          </p:cNvCxnSpPr>
          <p:nvPr/>
        </p:nvCxnSpPr>
        <p:spPr>
          <a:xfrm>
            <a:off x="2447470" y="5241238"/>
            <a:ext cx="788909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E307D899-2A94-4E6C-8039-306D6A1D7C4C}"/>
              </a:ext>
            </a:extLst>
          </p:cNvPr>
          <p:cNvSpPr/>
          <p:nvPr/>
        </p:nvSpPr>
        <p:spPr>
          <a:xfrm>
            <a:off x="4322547" y="5003467"/>
            <a:ext cx="611390" cy="231732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10A10A-A9CA-45EC-BB6E-7C21E658F945}"/>
              </a:ext>
            </a:extLst>
          </p:cNvPr>
          <p:cNvSpPr/>
          <p:nvPr/>
        </p:nvSpPr>
        <p:spPr>
          <a:xfrm>
            <a:off x="2458202" y="4928006"/>
            <a:ext cx="1247381" cy="4121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86F28FB-5DEB-4117-9DA0-830BA3BBC233}"/>
              </a:ext>
            </a:extLst>
          </p:cNvPr>
          <p:cNvGrpSpPr/>
          <p:nvPr/>
        </p:nvGrpSpPr>
        <p:grpSpPr>
          <a:xfrm>
            <a:off x="4936319" y="4997939"/>
            <a:ext cx="2475734" cy="236470"/>
            <a:chOff x="7521397" y="5291407"/>
            <a:chExt cx="2475734" cy="23647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117519F-F422-4A31-B11E-CA63FBF01AC7}"/>
                </a:ext>
              </a:extLst>
            </p:cNvPr>
            <p:cNvSpPr/>
            <p:nvPr/>
          </p:nvSpPr>
          <p:spPr>
            <a:xfrm>
              <a:off x="8138361" y="5291408"/>
              <a:ext cx="611390" cy="2364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A855E86-F096-4776-87F3-E498CC66EC22}"/>
                </a:ext>
              </a:extLst>
            </p:cNvPr>
            <p:cNvSpPr/>
            <p:nvPr/>
          </p:nvSpPr>
          <p:spPr>
            <a:xfrm>
              <a:off x="8755891" y="5291407"/>
              <a:ext cx="629849" cy="23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D10F747-EE20-4F87-BB60-7EEEB76EFFFB}"/>
                </a:ext>
              </a:extLst>
            </p:cNvPr>
            <p:cNvSpPr/>
            <p:nvPr/>
          </p:nvSpPr>
          <p:spPr>
            <a:xfrm>
              <a:off x="7521397" y="5292221"/>
              <a:ext cx="611390" cy="23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0557B1B-50FF-4A6B-A560-0C1FE459AD2A}"/>
                </a:ext>
              </a:extLst>
            </p:cNvPr>
            <p:cNvSpPr/>
            <p:nvPr/>
          </p:nvSpPr>
          <p:spPr>
            <a:xfrm>
              <a:off x="9385741" y="5292254"/>
              <a:ext cx="611390" cy="23173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DEBA39C-4E40-4609-9E85-0AF472C1B12E}"/>
              </a:ext>
            </a:extLst>
          </p:cNvPr>
          <p:cNvCxnSpPr>
            <a:cxnSpLocks/>
          </p:cNvCxnSpPr>
          <p:nvPr/>
        </p:nvCxnSpPr>
        <p:spPr>
          <a:xfrm flipV="1">
            <a:off x="4933937" y="4766150"/>
            <a:ext cx="0" cy="475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C999B0F-EC6B-44AD-ACDE-4FBEAA342944}"/>
              </a:ext>
            </a:extLst>
          </p:cNvPr>
          <p:cNvGrpSpPr/>
          <p:nvPr/>
        </p:nvGrpSpPr>
        <p:grpSpPr>
          <a:xfrm>
            <a:off x="7409425" y="4996004"/>
            <a:ext cx="2475734" cy="236470"/>
            <a:chOff x="7521397" y="5291407"/>
            <a:chExt cx="2475734" cy="23647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CCD2D5C-398B-4829-A3F5-4E84FBDDDCF9}"/>
                </a:ext>
              </a:extLst>
            </p:cNvPr>
            <p:cNvSpPr/>
            <p:nvPr/>
          </p:nvSpPr>
          <p:spPr>
            <a:xfrm>
              <a:off x="8138361" y="5291408"/>
              <a:ext cx="611390" cy="23646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64F91C8-E191-4BDB-A269-BD14EBC2F31B}"/>
                </a:ext>
              </a:extLst>
            </p:cNvPr>
            <p:cNvSpPr/>
            <p:nvPr/>
          </p:nvSpPr>
          <p:spPr>
            <a:xfrm>
              <a:off x="8755891" y="5291407"/>
              <a:ext cx="629849" cy="23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F48DDF4-B5DA-4ADE-8E19-70D5F9A652C1}"/>
                </a:ext>
              </a:extLst>
            </p:cNvPr>
            <p:cNvSpPr/>
            <p:nvPr/>
          </p:nvSpPr>
          <p:spPr>
            <a:xfrm>
              <a:off x="7521397" y="5292221"/>
              <a:ext cx="611390" cy="2317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D9BBDB6-CA28-4559-9B4F-9655E36046FF}"/>
                </a:ext>
              </a:extLst>
            </p:cNvPr>
            <p:cNvSpPr/>
            <p:nvPr/>
          </p:nvSpPr>
          <p:spPr>
            <a:xfrm>
              <a:off x="9385741" y="5292254"/>
              <a:ext cx="611390" cy="23173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C47AC74-8863-4500-8600-D3A546531B5B}"/>
              </a:ext>
            </a:extLst>
          </p:cNvPr>
          <p:cNvCxnSpPr>
            <a:cxnSpLocks/>
          </p:cNvCxnSpPr>
          <p:nvPr/>
        </p:nvCxnSpPr>
        <p:spPr>
          <a:xfrm flipV="1">
            <a:off x="7409425" y="4789364"/>
            <a:ext cx="0" cy="475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F90922F-1CD7-4C02-948C-DACFAD2B6520}"/>
              </a:ext>
            </a:extLst>
          </p:cNvPr>
          <p:cNvSpPr/>
          <p:nvPr/>
        </p:nvSpPr>
        <p:spPr>
          <a:xfrm>
            <a:off x="4922813" y="4928005"/>
            <a:ext cx="1247381" cy="4121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988131D-F746-4FAB-8B9E-27E201D83378}"/>
              </a:ext>
            </a:extLst>
          </p:cNvPr>
          <p:cNvCxnSpPr>
            <a:cxnSpLocks/>
          </p:cNvCxnSpPr>
          <p:nvPr/>
        </p:nvCxnSpPr>
        <p:spPr>
          <a:xfrm flipV="1">
            <a:off x="2456801" y="4789365"/>
            <a:ext cx="0" cy="475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757C37C-31EE-4496-8546-0D1EEF99894D}"/>
              </a:ext>
            </a:extLst>
          </p:cNvPr>
          <p:cNvSpPr/>
          <p:nvPr/>
        </p:nvSpPr>
        <p:spPr>
          <a:xfrm>
            <a:off x="7418193" y="4933798"/>
            <a:ext cx="1247381" cy="41212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8197685-DDE4-411F-BCA6-A8D6802A7A24}"/>
                  </a:ext>
                </a:extLst>
              </p:cNvPr>
              <p:cNvSpPr txBox="1"/>
              <p:nvPr/>
            </p:nvSpPr>
            <p:spPr>
              <a:xfrm>
                <a:off x="4994491" y="5792007"/>
                <a:ext cx="2526906" cy="504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𝑇𝐴𝑃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</m:t>
                        </m:r>
                      </m:den>
                    </m:f>
                  </m:oMath>
                </a14:m>
                <a:r>
                  <a:rPr lang="en-IN" dirty="0"/>
                  <a:t> = 0.33</a:t>
                </a: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8197685-DDE4-411F-BCA6-A8D6802A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491" y="5792007"/>
                <a:ext cx="2526906" cy="504882"/>
              </a:xfrm>
              <a:prstGeom prst="rect">
                <a:avLst/>
              </a:prstGeom>
              <a:blipFill>
                <a:blip r:embed="rId5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E26D9A8-1E2A-4E6E-8808-6F847A5E5BEA}"/>
              </a:ext>
            </a:extLst>
          </p:cNvPr>
          <p:cNvCxnSpPr>
            <a:cxnSpLocks/>
          </p:cNvCxnSpPr>
          <p:nvPr/>
        </p:nvCxnSpPr>
        <p:spPr>
          <a:xfrm flipV="1">
            <a:off x="2581420" y="2250543"/>
            <a:ext cx="0" cy="475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E34D1EE-493E-4EB1-A16F-1746D46244B6}"/>
              </a:ext>
            </a:extLst>
          </p:cNvPr>
          <p:cNvCxnSpPr>
            <a:cxnSpLocks/>
          </p:cNvCxnSpPr>
          <p:nvPr/>
        </p:nvCxnSpPr>
        <p:spPr>
          <a:xfrm flipV="1">
            <a:off x="5062078" y="2250543"/>
            <a:ext cx="0" cy="475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7EE7BDE-32AA-4707-8C31-ED6C5E3DC592}"/>
              </a:ext>
            </a:extLst>
          </p:cNvPr>
          <p:cNvCxnSpPr>
            <a:cxnSpLocks/>
          </p:cNvCxnSpPr>
          <p:nvPr/>
        </p:nvCxnSpPr>
        <p:spPr>
          <a:xfrm flipV="1">
            <a:off x="7531881" y="2244909"/>
            <a:ext cx="0" cy="475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5254C69-53E3-47C7-9833-2B9C2D43FAA3}"/>
                  </a:ext>
                </a:extLst>
              </p:cNvPr>
              <p:cNvSpPr txBox="1"/>
              <p:nvPr/>
            </p:nvSpPr>
            <p:spPr>
              <a:xfrm>
                <a:off x="5524980" y="3292200"/>
                <a:ext cx="2043356" cy="504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𝑇𝐴𝑃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dirty="0"/>
                  <a:t> = 0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5254C69-53E3-47C7-9833-2B9C2D43F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980" y="3292200"/>
                <a:ext cx="2043356" cy="504882"/>
              </a:xfrm>
              <a:prstGeom prst="rect">
                <a:avLst/>
              </a:prstGeom>
              <a:blipFill>
                <a:blip r:embed="rId6"/>
                <a:stretch>
                  <a:fillRect r="-2381" b="-72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24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2B7F9-D5EB-49C6-9AD6-78F467F1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36227-E4F0-4BBA-ABFD-7B7B0BC2511F}" type="datetime1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A5A5B-111E-483A-AACB-35C731D1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Arkaprava Sain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7E8E8-347D-4853-B7C6-0FAEEB18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2DB34-4F87-4204-8D3C-F955BAC20B2B}" type="slidenum">
              <a:rPr lang="en-IN" smtClean="0"/>
              <a:t>67</a:t>
            </a:fld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CEB4B6-D14F-4C8F-A967-E0F48263C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Experimental Evaluation</a:t>
            </a:r>
            <a:endParaRPr lang="en-IN" dirty="0"/>
          </a:p>
        </p:txBody>
      </p:sp>
      <p:pic>
        <p:nvPicPr>
          <p:cNvPr id="7" name="Google Shape;310;g2a7e1ea9d35_6_22">
            <a:extLst>
              <a:ext uri="{FF2B5EF4-FFF2-40B4-BE49-F238E27FC236}">
                <a16:creationId xmlns:a16="http://schemas.microsoft.com/office/drawing/2014/main" id="{212D5492-50AA-4AB6-9E86-634C47E5B12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73018" y="4197315"/>
            <a:ext cx="3456586" cy="1940039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</p:pic>
      <p:pic>
        <p:nvPicPr>
          <p:cNvPr id="8" name="Google Shape;311;g2a7e1ea9d35_6_22">
            <a:extLst>
              <a:ext uri="{FF2B5EF4-FFF2-40B4-BE49-F238E27FC236}">
                <a16:creationId xmlns:a16="http://schemas.microsoft.com/office/drawing/2014/main" id="{949C827F-EF0A-4CAF-BFFE-DB0341F400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839" y="4197315"/>
            <a:ext cx="3385747" cy="1940039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</p:pic>
      <p:pic>
        <p:nvPicPr>
          <p:cNvPr id="9" name="Google Shape;312;g2a7e1ea9d35_6_22">
            <a:extLst>
              <a:ext uri="{FF2B5EF4-FFF2-40B4-BE49-F238E27FC236}">
                <a16:creationId xmlns:a16="http://schemas.microsoft.com/office/drawing/2014/main" id="{30D9931A-2ED4-47FF-BA11-0EFBB0998F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059"/>
          <a:stretch/>
        </p:blipFill>
        <p:spPr>
          <a:xfrm>
            <a:off x="8208749" y="4183583"/>
            <a:ext cx="3322566" cy="1940039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F3F367-2BDD-4EEF-922E-20ECA3E25034}"/>
              </a:ext>
            </a:extLst>
          </p:cNvPr>
          <p:cNvSpPr txBox="1"/>
          <p:nvPr/>
        </p:nvSpPr>
        <p:spPr>
          <a:xfrm>
            <a:off x="121306" y="930829"/>
            <a:ext cx="11240264" cy="369332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latin typeface="Baskerville Old Face" panose="02020602080505020303" pitchFamily="18" charset="0"/>
                <a:ea typeface="Cambria" panose="020405030504060302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Baskerville Old Face" panose="020206020805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Baskerville Old Face" panose="020206020805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Baskerville Old Face" panose="020206020805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Baskerville Old Face" panose="02020602080505020303" pitchFamily="18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IN" dirty="0"/>
              <a:t>3. Lane-Keep-Assist-System (LKAS) on a 1/10-th Scale Autonomous Vehicle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76613E-E344-4996-BC77-72A04B7681DC}"/>
              </a:ext>
            </a:extLst>
          </p:cNvPr>
          <p:cNvSpPr txBox="1"/>
          <p:nvPr/>
        </p:nvSpPr>
        <p:spPr>
          <a:xfrm>
            <a:off x="265147" y="1467780"/>
            <a:ext cx="5383094" cy="132343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A Jetson-Nano based autonomous </a:t>
            </a:r>
            <a:r>
              <a:rPr lang="en-IN" sz="1600" dirty="0">
                <a:latin typeface="Baskerville Old Face" panose="02020602080505020303" pitchFamily="18" charset="0"/>
                <a:ea typeface="Cambria Math" panose="02040503050406030204" pitchFamily="18" charset="0"/>
              </a:rPr>
              <a:t>c</a:t>
            </a:r>
            <a:r>
              <a:rPr lang="en-IN" sz="1600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ar with sensors - </a:t>
            </a:r>
            <a:r>
              <a:rPr lang="en-IN" sz="1600" i="1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Camera, IMU, </a:t>
            </a:r>
            <a:r>
              <a:rPr lang="en-IN" sz="1600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and </a:t>
            </a:r>
            <a:r>
              <a:rPr lang="en-IN" sz="1600" i="1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Lidar</a:t>
            </a:r>
            <a:r>
              <a:rPr lang="en-IN" sz="1600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. </a:t>
            </a:r>
            <a:endParaRPr lang="en-IN" sz="1600" dirty="0">
              <a:latin typeface="Baskerville Old Face" panose="02020602080505020303" pitchFamily="18" charset="0"/>
              <a:ea typeface="Cambria Math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dirty="0">
                <a:latin typeface="Baskerville Old Face" panose="02020602080505020303" pitchFamily="18" charset="0"/>
                <a:ea typeface="Cambria Math" panose="02040503050406030204" pitchFamily="18" charset="0"/>
              </a:rPr>
              <a:t>A PID </a:t>
            </a:r>
            <a:r>
              <a:rPr lang="en-IN" sz="1600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controller is designed which is responsible for reducing the cross-track error, thus controlling the amount of steering to the vehicle. </a:t>
            </a:r>
            <a:endParaRPr lang="en-IN" sz="1600" dirty="0">
              <a:latin typeface="Baskerville Old Face" panose="02020602080505020303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3EE43-D9DA-4610-A241-EF3C437150AE}"/>
              </a:ext>
            </a:extLst>
          </p:cNvPr>
          <p:cNvSpPr txBox="1"/>
          <p:nvPr/>
        </p:nvSpPr>
        <p:spPr>
          <a:xfrm>
            <a:off x="264409" y="2869432"/>
            <a:ext cx="5383094" cy="58477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1600">
                <a:solidFill>
                  <a:schemeClr val="dk1"/>
                </a:solidFill>
                <a:effectLst/>
                <a:latin typeface="Baskerville Old Face" panose="02020602080505020303" pitchFamily="18" charset="0"/>
                <a:ea typeface="Cambria Math" panose="020405030504060302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dirty="0">
                <a:solidFill>
                  <a:srgbClr val="FF0000"/>
                </a:solidFill>
              </a:rPr>
              <a:t>Attack Goal:  </a:t>
            </a:r>
            <a:r>
              <a:rPr lang="en-IN" dirty="0"/>
              <a:t>Override the control input (steering angle) from PID controller using a posterior-type attack.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92D1D9-04CD-4AF2-AB46-9A5CBACABE8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" t="49110" r="54597" b="7602"/>
          <a:stretch/>
        </p:blipFill>
        <p:spPr>
          <a:xfrm>
            <a:off x="5893389" y="1476720"/>
            <a:ext cx="1842592" cy="1314499"/>
          </a:xfrm>
          <a:prstGeom prst="rect">
            <a:avLst/>
          </a:prstGeom>
          <a:ln w="9525" cap="sq">
            <a:solidFill>
              <a:srgbClr val="00206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5">
                <a:extLst>
                  <a:ext uri="{FF2B5EF4-FFF2-40B4-BE49-F238E27FC236}">
                    <a16:creationId xmlns:a16="http://schemas.microsoft.com/office/drawing/2014/main" id="{56B1BADD-72A1-4CB1-8F9C-6CD58755BB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33682" y="1458225"/>
              <a:ext cx="3322567" cy="2019373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359489">
                      <a:extLst>
                        <a:ext uri="{9D8B030D-6E8A-4147-A177-3AD203B41FA5}">
                          <a16:colId xmlns:a16="http://schemas.microsoft.com/office/drawing/2014/main" val="1070972859"/>
                        </a:ext>
                      </a:extLst>
                    </a:gridCol>
                    <a:gridCol w="1064862">
                      <a:extLst>
                        <a:ext uri="{9D8B030D-6E8A-4147-A177-3AD203B41FA5}">
                          <a16:colId xmlns:a16="http://schemas.microsoft.com/office/drawing/2014/main" val="3828264121"/>
                        </a:ext>
                      </a:extLst>
                    </a:gridCol>
                    <a:gridCol w="898216">
                      <a:extLst>
                        <a:ext uri="{9D8B030D-6E8A-4147-A177-3AD203B41FA5}">
                          <a16:colId xmlns:a16="http://schemas.microsoft.com/office/drawing/2014/main" val="335374692"/>
                        </a:ext>
                      </a:extLst>
                    </a:gridCol>
                  </a:tblGrid>
                  <a:tr h="180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Task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72803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I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b="1" dirty="0">
                            <a:latin typeface="Baskerville Old Face" panose="02020602080505020303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172803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𝐢𝐧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𝐦𝐬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800" b="1" dirty="0">
                            <a:latin typeface="Baskerville Old Face" panose="02020602080505020303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I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1800" b="1" i="0" dirty="0">
                            <a:latin typeface="Baskerville Old Face" panose="02020602080505020303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𝐢𝐧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𝐦𝐬</m:t>
                                </m:r>
                                <m:r>
                                  <a:rPr lang="en-IN" sz="18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800" b="1" dirty="0">
                            <a:latin typeface="Baskerville Old Face" panose="02020602080505020303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859362"/>
                      </a:ext>
                    </a:extLst>
                  </a:tr>
                  <a:tr h="30520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600" b="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 (Victim)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gradFill flip="none" rotWithShape="1">
                          <a:gsLst>
                            <a:gs pos="0">
                              <a:schemeClr val="accent6">
                                <a:lumMod val="20000"/>
                                <a:lumOff val="80000"/>
                              </a:schemeClr>
                            </a:gs>
                            <a:gs pos="74000">
                              <a:schemeClr val="accent6">
                                <a:lumMod val="45000"/>
                                <a:lumOff val="55000"/>
                              </a:schemeClr>
                            </a:gs>
                            <a:gs pos="83000">
                              <a:schemeClr val="accent6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6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  <a:tileRect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(60,100)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20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7004918"/>
                      </a:ext>
                    </a:extLst>
                  </a:tr>
                  <a:tr h="30520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 b="0" dirty="0">
                            <a:latin typeface="Baskerville Old Face" panose="02020602080505020303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gradFill flip="none" rotWithShape="1">
                          <a:gsLst>
                            <a:gs pos="0">
                              <a:schemeClr val="accent6">
                                <a:lumMod val="20000"/>
                                <a:lumOff val="80000"/>
                              </a:schemeClr>
                            </a:gs>
                            <a:gs pos="74000">
                              <a:schemeClr val="accent6">
                                <a:lumMod val="45000"/>
                                <a:lumOff val="55000"/>
                              </a:schemeClr>
                            </a:gs>
                            <a:gs pos="83000">
                              <a:schemeClr val="accent6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6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  <a:tileRect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60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20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157630"/>
                      </a:ext>
                    </a:extLst>
                  </a:tr>
                  <a:tr h="37345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600" b="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 (Attacker)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gradFill flip="none" rotWithShape="1">
                          <a:gsLst>
                            <a:gs pos="0">
                              <a:srgbClr val="FF7C80">
                                <a:tint val="66000"/>
                                <a:satMod val="160000"/>
                              </a:srgbClr>
                            </a:gs>
                            <a:gs pos="50000">
                              <a:srgbClr val="FF7C80">
                                <a:tint val="44500"/>
                                <a:satMod val="160000"/>
                              </a:srgbClr>
                            </a:gs>
                            <a:gs pos="100000">
                              <a:srgbClr val="FF7C80">
                                <a:tint val="23500"/>
                                <a:satMod val="160000"/>
                              </a:srgbClr>
                            </a:gs>
                          </a:gsLst>
                          <a:lin ang="2700000" scaled="1"/>
                          <a:tileRect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9597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 b="0" dirty="0">
                            <a:latin typeface="Baskerville Old Face" panose="02020602080505020303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gradFill flip="none" rotWithShape="1">
                          <a:gsLst>
                            <a:gs pos="0">
                              <a:srgbClr val="FF7C80">
                                <a:tint val="66000"/>
                                <a:satMod val="160000"/>
                              </a:srgbClr>
                            </a:gs>
                            <a:gs pos="50000">
                              <a:srgbClr val="FF7C80">
                                <a:tint val="44500"/>
                                <a:satMod val="160000"/>
                              </a:srgbClr>
                            </a:gs>
                            <a:gs pos="100000">
                              <a:srgbClr val="FF7C80">
                                <a:tint val="23500"/>
                                <a:satMod val="160000"/>
                              </a:srgbClr>
                            </a:gs>
                          </a:gsLst>
                          <a:lin ang="2700000" scaled="1"/>
                          <a:tileRect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150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39488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5">
                <a:extLst>
                  <a:ext uri="{FF2B5EF4-FFF2-40B4-BE49-F238E27FC236}">
                    <a16:creationId xmlns:a16="http://schemas.microsoft.com/office/drawing/2014/main" id="{56B1BADD-72A1-4CB1-8F9C-6CD58755BB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840270"/>
                  </p:ext>
                </p:extLst>
              </p:nvPr>
            </p:nvGraphicFramePr>
            <p:xfrm>
              <a:off x="8333682" y="1458225"/>
              <a:ext cx="3322567" cy="2019373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359489">
                      <a:extLst>
                        <a:ext uri="{9D8B030D-6E8A-4147-A177-3AD203B41FA5}">
                          <a16:colId xmlns:a16="http://schemas.microsoft.com/office/drawing/2014/main" val="1070972859"/>
                        </a:ext>
                      </a:extLst>
                    </a:gridCol>
                    <a:gridCol w="1064862">
                      <a:extLst>
                        <a:ext uri="{9D8B030D-6E8A-4147-A177-3AD203B41FA5}">
                          <a16:colId xmlns:a16="http://schemas.microsoft.com/office/drawing/2014/main" val="3828264121"/>
                        </a:ext>
                      </a:extLst>
                    </a:gridCol>
                    <a:gridCol w="898216">
                      <a:extLst>
                        <a:ext uri="{9D8B030D-6E8A-4147-A177-3AD203B41FA5}">
                          <a16:colId xmlns:a16="http://schemas.microsoft.com/office/drawing/2014/main" val="33537469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b="1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Task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28000" t="-3810" r="-85143" b="-22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69595" t="-3810" r="-676" b="-22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85936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48" t="-198182" r="-145291" b="-33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(60,100)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20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700491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48" t="-298182" r="-145291" b="-23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60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20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157630"/>
                      </a:ext>
                    </a:extLst>
                  </a:tr>
                  <a:tr h="3734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48" t="-353226" r="-145291" b="-1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100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9597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48" t="-510909" r="-145291" b="-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150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>
                              <a:latin typeface="Baskerville Old Face" panose="02020602080505020303" pitchFamily="18" charset="0"/>
                              <a:ea typeface="Cambria Math" panose="02040503050406030204" pitchFamily="18" charset="0"/>
                            </a:rPr>
                            <a:t>10</a:t>
                          </a:r>
                        </a:p>
                      </a:txBody>
                      <a:tcPr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39488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092E8399-D44C-479E-B7C7-FBE3BDB6F0A2}"/>
              </a:ext>
            </a:extLst>
          </p:cNvPr>
          <p:cNvSpPr txBox="1"/>
          <p:nvPr/>
        </p:nvSpPr>
        <p:spPr>
          <a:xfrm>
            <a:off x="671666" y="3749260"/>
            <a:ext cx="2509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Baskerville Old Face" panose="02020602080505020303" pitchFamily="18" charset="0"/>
                <a:ea typeface="Cambria Math" panose="02040503050406030204" pitchFamily="18" charset="0"/>
              </a:rPr>
              <a:t>Fixed-Priority Scheduling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0819CC-69EE-4951-A6FB-9E2837086FCA}"/>
              </a:ext>
            </a:extLst>
          </p:cNvPr>
          <p:cNvSpPr txBox="1"/>
          <p:nvPr/>
        </p:nvSpPr>
        <p:spPr>
          <a:xfrm>
            <a:off x="4370732" y="3733738"/>
            <a:ext cx="3187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  <a:ea typeface="Cambria Math" panose="02040503050406030204" pitchFamily="18" charset="0"/>
              </a:rPr>
              <a:t>A</a:t>
            </a:r>
            <a:r>
              <a:rPr lang="en-IN" dirty="0" err="1">
                <a:latin typeface="Baskerville Old Face" panose="02020602080505020303" pitchFamily="18" charset="0"/>
                <a:ea typeface="Cambria Math" panose="02040503050406030204" pitchFamily="18" charset="0"/>
              </a:rPr>
              <a:t>ttack</a:t>
            </a:r>
            <a:r>
              <a:rPr lang="en-IN" dirty="0">
                <a:latin typeface="Baskerville Old Face" panose="02020602080505020303" pitchFamily="18" charset="0"/>
                <a:ea typeface="Cambria Math" panose="02040503050406030204" pitchFamily="18" charset="0"/>
              </a:rPr>
              <a:t>- unaware Randomization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4466FF-4B49-4E90-B109-FABD22B0B1AB}"/>
              </a:ext>
            </a:extLst>
          </p:cNvPr>
          <p:cNvSpPr txBox="1"/>
          <p:nvPr/>
        </p:nvSpPr>
        <p:spPr>
          <a:xfrm>
            <a:off x="9011059" y="3716411"/>
            <a:ext cx="2163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  <a:ea typeface="Cambria Math" panose="02040503050406030204" pitchFamily="18" charset="0"/>
              </a:rPr>
              <a:t>MAARS Framework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2834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02E0C8-D102-47DF-BCF0-7A4FB7CFCD08}"/>
              </a:ext>
            </a:extLst>
          </p:cNvPr>
          <p:cNvSpPr/>
          <p:nvPr/>
        </p:nvSpPr>
        <p:spPr>
          <a:xfrm>
            <a:off x="1109844" y="243281"/>
            <a:ext cx="3324351" cy="5436065"/>
          </a:xfrm>
          <a:prstGeom prst="roundRect">
            <a:avLst>
              <a:gd name="adj" fmla="val 551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1181B-99A7-4632-B0C3-C3C4BDC003DB}"/>
              </a:ext>
            </a:extLst>
          </p:cNvPr>
          <p:cNvSpPr txBox="1"/>
          <p:nvPr/>
        </p:nvSpPr>
        <p:spPr>
          <a:xfrm rot="16200000">
            <a:off x="10262016" y="1965080"/>
            <a:ext cx="1560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2000" dirty="0"/>
              <a:t>Design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F7966-BF93-44E3-B03E-AFC59234F728}"/>
              </a:ext>
            </a:extLst>
          </p:cNvPr>
          <p:cNvSpPr txBox="1"/>
          <p:nvPr/>
        </p:nvSpPr>
        <p:spPr>
          <a:xfrm>
            <a:off x="1252317" y="218334"/>
            <a:ext cx="326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Task and System Specifications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8C994C-707A-4B82-B585-AD029210E572}"/>
              </a:ext>
            </a:extLst>
          </p:cNvPr>
          <p:cNvSpPr/>
          <p:nvPr/>
        </p:nvSpPr>
        <p:spPr>
          <a:xfrm>
            <a:off x="1180036" y="1301382"/>
            <a:ext cx="3133295" cy="2307377"/>
          </a:xfrm>
          <a:prstGeom prst="roundRect">
            <a:avLst>
              <a:gd name="adj" fmla="val 5877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222B387-A27D-45E1-8523-610EE43855D8}"/>
                  </a:ext>
                </a:extLst>
              </p:cNvPr>
              <p:cNvSpPr/>
              <p:nvPr/>
            </p:nvSpPr>
            <p:spPr>
              <a:xfrm>
                <a:off x="1314732" y="1369658"/>
                <a:ext cx="2863902" cy="31977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Task m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I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</m:t>
                    </m:r>
                    <m:r>
                      <a:rPr lang="en-I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sub>
                    </m:sSub>
                    <m:r>
                      <a:rPr lang="en-IN" sz="20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         </a:t>
                </a:r>
                <a:endParaRPr lang="en-IN" sz="20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222B387-A27D-45E1-8523-610EE4385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732" y="1369658"/>
                <a:ext cx="2863902" cy="319771"/>
              </a:xfrm>
              <a:prstGeom prst="roundRect">
                <a:avLst/>
              </a:prstGeom>
              <a:blipFill>
                <a:blip r:embed="rId2"/>
                <a:stretch>
                  <a:fillRect t="-26415" b="-39623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70722A3-B0B3-4818-87E4-61574B6FA4D7}"/>
              </a:ext>
            </a:extLst>
          </p:cNvPr>
          <p:cNvSpPr txBox="1"/>
          <p:nvPr/>
        </p:nvSpPr>
        <p:spPr>
          <a:xfrm>
            <a:off x="1437643" y="790763"/>
            <a:ext cx="2668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ontrol Task Set</a:t>
            </a:r>
            <a:endParaRPr lang="en-IN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4E971B-3AA4-4947-AA11-585D2FF10FFE}"/>
              </a:ext>
            </a:extLst>
          </p:cNvPr>
          <p:cNvSpPr/>
          <p:nvPr/>
        </p:nvSpPr>
        <p:spPr>
          <a:xfrm>
            <a:off x="1250595" y="4197288"/>
            <a:ext cx="2678626" cy="545131"/>
          </a:xfrm>
          <a:prstGeom prst="roundRect">
            <a:avLst>
              <a:gd name="adj" fmla="val 11084"/>
            </a:avLst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8F5DA09-2D61-4CA0-8A98-69F2B6FEB93C}"/>
                  </a:ext>
                </a:extLst>
              </p:cNvPr>
              <p:cNvSpPr/>
              <p:nvPr/>
            </p:nvSpPr>
            <p:spPr>
              <a:xfrm>
                <a:off x="1403627" y="5086135"/>
                <a:ext cx="2169642" cy="42172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Task n</a:t>
                </a:r>
                <a14:m>
                  <m:oMath xmlns:m="http://schemas.openxmlformats.org/officeDocument/2006/math">
                    <m:r>
                      <a:rPr lang="en-IN" sz="20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8F5DA09-2D61-4CA0-8A98-69F2B6FEB9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27" y="5086135"/>
                <a:ext cx="2169642" cy="421720"/>
              </a:xfrm>
              <a:prstGeom prst="roundRect">
                <a:avLst/>
              </a:prstGeom>
              <a:blipFill>
                <a:blip r:embed="rId3"/>
                <a:stretch>
                  <a:fillRect t="-4225" b="-19718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4BC476-2399-4F50-BBDF-2341FD21C4CA}"/>
                  </a:ext>
                </a:extLst>
              </p:cNvPr>
              <p:cNvSpPr txBox="1"/>
              <p:nvPr/>
            </p:nvSpPr>
            <p:spPr>
              <a:xfrm>
                <a:off x="1180037" y="3780250"/>
                <a:ext cx="27174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400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r>
                  <a:rPr lang="en-IN" sz="2000" dirty="0">
                    <a:solidFill>
                      <a:srgbClr val="FF0000"/>
                    </a:solidFill>
                  </a:rPr>
                  <a:t>Untrusted Task 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4BC476-2399-4F50-BBDF-2341FD21C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037" y="3780250"/>
                <a:ext cx="2717461" cy="400110"/>
              </a:xfrm>
              <a:prstGeom prst="rect">
                <a:avLst/>
              </a:prstGeom>
              <a:blipFill>
                <a:blip r:embed="rId4"/>
                <a:stretch>
                  <a:fillRect l="-2472" t="-7576" r="-1348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5FD6571-2C61-4A10-B76E-49708E986B8F}"/>
              </a:ext>
            </a:extLst>
          </p:cNvPr>
          <p:cNvSpPr txBox="1"/>
          <p:nvPr/>
        </p:nvSpPr>
        <p:spPr>
          <a:xfrm rot="16200000">
            <a:off x="10444083" y="4460101"/>
            <a:ext cx="123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dirty="0"/>
              <a:t>Run Time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371D50-DD0C-4571-B45C-650FD846ACC4}"/>
              </a:ext>
            </a:extLst>
          </p:cNvPr>
          <p:cNvSpPr/>
          <p:nvPr/>
        </p:nvSpPr>
        <p:spPr>
          <a:xfrm>
            <a:off x="9166972" y="3649979"/>
            <a:ext cx="1675248" cy="1879845"/>
          </a:xfrm>
          <a:prstGeom prst="roundRect">
            <a:avLst>
              <a:gd name="adj" fmla="val 157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33227-1FBC-403A-9609-678650B957CC}"/>
              </a:ext>
            </a:extLst>
          </p:cNvPr>
          <p:cNvSpPr txBox="1"/>
          <p:nvPr/>
        </p:nvSpPr>
        <p:spPr>
          <a:xfrm>
            <a:off x="9350182" y="3841304"/>
            <a:ext cx="1399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r>
              <a:rPr lang="en-IN" sz="2000" b="0" dirty="0"/>
              <a:t>Deploy Schedule Selection Algorithm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A72FEE-87BE-4DB0-9276-5079DC43DC90}"/>
              </a:ext>
            </a:extLst>
          </p:cNvPr>
          <p:cNvSpPr txBox="1"/>
          <p:nvPr/>
        </p:nvSpPr>
        <p:spPr>
          <a:xfrm>
            <a:off x="1298371" y="3025053"/>
            <a:ext cx="2863902" cy="355087"/>
          </a:xfrm>
          <a:prstGeom prst="roundRect">
            <a:avLst>
              <a:gd name="adj" fmla="val 9728"/>
            </a:avLst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2000" dirty="0"/>
              <a:t>Detector Threshold (Th)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7089E3E-AFE8-456E-92DA-62C2366617C0}"/>
              </a:ext>
            </a:extLst>
          </p:cNvPr>
          <p:cNvSpPr/>
          <p:nvPr/>
        </p:nvSpPr>
        <p:spPr>
          <a:xfrm>
            <a:off x="11388181" y="2536801"/>
            <a:ext cx="421625" cy="305194"/>
          </a:xfrm>
          <a:prstGeom prst="rightArrow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6C74810-684B-4F40-98F5-3C618359E8E0}"/>
              </a:ext>
            </a:extLst>
          </p:cNvPr>
          <p:cNvSpPr/>
          <p:nvPr/>
        </p:nvSpPr>
        <p:spPr>
          <a:xfrm>
            <a:off x="5821705" y="5325198"/>
            <a:ext cx="7056953" cy="2086920"/>
          </a:xfrm>
          <a:prstGeom prst="roundRect">
            <a:avLst>
              <a:gd name="adj" fmla="val 5639"/>
            </a:avLst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E69D7E9-4C72-479D-933E-E10BCA8B4FFD}"/>
              </a:ext>
            </a:extLst>
          </p:cNvPr>
          <p:cNvGrpSpPr/>
          <p:nvPr/>
        </p:nvGrpSpPr>
        <p:grpSpPr>
          <a:xfrm>
            <a:off x="5748990" y="4121704"/>
            <a:ext cx="3325319" cy="762638"/>
            <a:chOff x="1926548" y="5920285"/>
            <a:chExt cx="3325319" cy="762638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0F20FC7-D52C-4426-9860-616C1A2E8DBB}"/>
                </a:ext>
              </a:extLst>
            </p:cNvPr>
            <p:cNvSpPr/>
            <p:nvPr/>
          </p:nvSpPr>
          <p:spPr>
            <a:xfrm>
              <a:off x="1977114" y="5920285"/>
              <a:ext cx="3224188" cy="762638"/>
            </a:xfrm>
            <a:prstGeom prst="roundRect">
              <a:avLst>
                <a:gd name="adj" fmla="val 150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384B065-6436-4EB3-A290-867D77FED1EC}"/>
                    </a:ext>
                  </a:extLst>
                </p:cNvPr>
                <p:cNvSpPr txBox="1"/>
                <p:nvPr/>
              </p:nvSpPr>
              <p:spPr>
                <a:xfrm>
                  <a:off x="1926548" y="5967847"/>
                  <a:ext cx="3325319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b="0" dirty="0"/>
                    <a:t>schedules under critical SVI</a:t>
                  </a:r>
                </a:p>
                <a:p>
                  <a:r>
                    <a:rPr lang="en-IN" sz="2000" b="0" dirty="0"/>
                    <a:t>M&lt;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CE08C51-C379-4871-A61E-A033A1BDE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548" y="5967847"/>
                  <a:ext cx="3325319" cy="707886"/>
                </a:xfrm>
                <a:prstGeom prst="rect">
                  <a:avLst/>
                </a:prstGeom>
                <a:blipFill>
                  <a:blip r:embed="rId8"/>
                  <a:stretch>
                    <a:fillRect t="-4274" b="-136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EDDB8ED-42DD-40DA-89CD-2A67D827FEEE}"/>
              </a:ext>
            </a:extLst>
          </p:cNvPr>
          <p:cNvSpPr/>
          <p:nvPr/>
        </p:nvSpPr>
        <p:spPr>
          <a:xfrm rot="5400000">
            <a:off x="9804356" y="438766"/>
            <a:ext cx="491027" cy="244366"/>
          </a:xfrm>
          <a:prstGeom prst="rightArrow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8A05F0B-D5AB-4B14-8B1E-F3DF8A2F6571}"/>
              </a:ext>
            </a:extLst>
          </p:cNvPr>
          <p:cNvSpPr/>
          <p:nvPr/>
        </p:nvSpPr>
        <p:spPr>
          <a:xfrm>
            <a:off x="9203290" y="4503024"/>
            <a:ext cx="329022" cy="244366"/>
          </a:xfrm>
          <a:prstGeom prst="rightArrow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D02BAEE-176F-43C3-94E8-1F54FFE6CCCF}"/>
              </a:ext>
            </a:extLst>
          </p:cNvPr>
          <p:cNvSpPr/>
          <p:nvPr/>
        </p:nvSpPr>
        <p:spPr>
          <a:xfrm>
            <a:off x="1314732" y="1773176"/>
            <a:ext cx="2886876" cy="32360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 Specification</a:t>
            </a:r>
          </a:p>
          <a:p>
            <a:pPr algn="ctr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</a:t>
            </a:r>
            <a:endParaRPr lang="en-IN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6667CE7-0282-43DE-BC2E-B9CC1F98F13C}"/>
              </a:ext>
            </a:extLst>
          </p:cNvPr>
          <p:cNvGrpSpPr/>
          <p:nvPr/>
        </p:nvGrpSpPr>
        <p:grpSpPr>
          <a:xfrm>
            <a:off x="4943160" y="248825"/>
            <a:ext cx="4674439" cy="2936523"/>
            <a:chOff x="-667086" y="4644298"/>
            <a:chExt cx="1418154" cy="2936523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14A9259-D383-4AB0-8E68-73A86E7E370F}"/>
                </a:ext>
              </a:extLst>
            </p:cNvPr>
            <p:cNvSpPr/>
            <p:nvPr/>
          </p:nvSpPr>
          <p:spPr>
            <a:xfrm>
              <a:off x="-667086" y="4644298"/>
              <a:ext cx="1418154" cy="1847960"/>
            </a:xfrm>
            <a:prstGeom prst="roundRect">
              <a:avLst>
                <a:gd name="adj" fmla="val 881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57DD797-0ED5-456E-B821-B626BE8233D9}"/>
                    </a:ext>
                  </a:extLst>
                </p:cNvPr>
                <p:cNvSpPr txBox="1"/>
                <p:nvPr/>
              </p:nvSpPr>
              <p:spPr>
                <a:xfrm>
                  <a:off x="-616157" y="6935323"/>
                  <a:ext cx="656208" cy="64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IN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𝑟𝑒𝑠𝑖𝑑𝑢𝑒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57DD797-0ED5-456E-B821-B626BE823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16157" y="6935323"/>
                  <a:ext cx="656208" cy="6454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D51843-812A-4E4B-BC11-9964951A1E6D}"/>
              </a:ext>
            </a:extLst>
          </p:cNvPr>
          <p:cNvGrpSpPr/>
          <p:nvPr/>
        </p:nvGrpSpPr>
        <p:grpSpPr>
          <a:xfrm>
            <a:off x="5894425" y="3283437"/>
            <a:ext cx="3251498" cy="1115734"/>
            <a:chOff x="1463022" y="5651476"/>
            <a:chExt cx="3251498" cy="111573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FBAAFEC-F9DA-4297-A8CF-877AF4A8FF89}"/>
                </a:ext>
              </a:extLst>
            </p:cNvPr>
            <p:cNvSpPr/>
            <p:nvPr/>
          </p:nvSpPr>
          <p:spPr>
            <a:xfrm>
              <a:off x="1490332" y="5671553"/>
              <a:ext cx="3224188" cy="1095657"/>
            </a:xfrm>
            <a:prstGeom prst="roundRect">
              <a:avLst>
                <a:gd name="adj" fmla="val 1502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D6CFAC7-AD20-4D76-9133-A94397ABED20}"/>
                    </a:ext>
                  </a:extLst>
                </p:cNvPr>
                <p:cNvSpPr txBox="1"/>
                <p:nvPr/>
              </p:nvSpPr>
              <p:spPr>
                <a:xfrm>
                  <a:off x="1463022" y="5651476"/>
                  <a:ext cx="3224187" cy="10420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b="1">
                      <a:latin typeface="Cambria Math" panose="02040503050406030204" pitchFamily="18" charset="0"/>
                      <a:ea typeface="Cambria Math" panose="02040503050406030204" pitchFamily="18" charset="0"/>
                    </a:defRPr>
                  </a:lvl1pPr>
                </a:lstStyle>
                <a:p>
                  <a:r>
                    <a:rPr lang="en-IN" sz="2000" b="0" dirty="0"/>
                    <a:t>schedules under critical attack probability P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IN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a14:m>
                  <a:endParaRPr lang="en-IN" sz="2000" b="0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775AA208-6325-465E-8069-A0758C1AE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022" y="5651476"/>
                  <a:ext cx="3224187" cy="1042017"/>
                </a:xfrm>
                <a:prstGeom prst="rect">
                  <a:avLst/>
                </a:prstGeom>
                <a:blipFill>
                  <a:blip r:embed="rId10"/>
                  <a:stretch>
                    <a:fillRect t="-29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FD84109-4894-4A5C-A077-07B44777442D}"/>
              </a:ext>
            </a:extLst>
          </p:cNvPr>
          <p:cNvGrpSpPr/>
          <p:nvPr/>
        </p:nvGrpSpPr>
        <p:grpSpPr>
          <a:xfrm>
            <a:off x="8138724" y="2396583"/>
            <a:ext cx="885020" cy="400110"/>
            <a:chOff x="1159448" y="663869"/>
            <a:chExt cx="885020" cy="400110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9AEEA689-5AD6-489A-9B08-D7E341CF2CDB}"/>
                </a:ext>
              </a:extLst>
            </p:cNvPr>
            <p:cNvSpPr/>
            <p:nvPr/>
          </p:nvSpPr>
          <p:spPr>
            <a:xfrm>
              <a:off x="1348193" y="692141"/>
              <a:ext cx="507530" cy="3015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58EEDA4-5B06-44E5-93F8-0916DFE5A707}"/>
                </a:ext>
              </a:extLst>
            </p:cNvPr>
            <p:cNvSpPr txBox="1"/>
            <p:nvPr/>
          </p:nvSpPr>
          <p:spPr>
            <a:xfrm>
              <a:off x="1159448" y="663869"/>
              <a:ext cx="8850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Yes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7C4FD06-15FE-4817-BE04-8D074066B0BF}"/>
              </a:ext>
            </a:extLst>
          </p:cNvPr>
          <p:cNvGrpSpPr/>
          <p:nvPr/>
        </p:nvGrpSpPr>
        <p:grpSpPr>
          <a:xfrm>
            <a:off x="6837870" y="2450451"/>
            <a:ext cx="885020" cy="400110"/>
            <a:chOff x="1159448" y="657834"/>
            <a:chExt cx="885020" cy="40011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3910710-4DDA-4B78-AD56-8187FDB752B7}"/>
                </a:ext>
              </a:extLst>
            </p:cNvPr>
            <p:cNvSpPr/>
            <p:nvPr/>
          </p:nvSpPr>
          <p:spPr>
            <a:xfrm>
              <a:off x="1348193" y="692141"/>
              <a:ext cx="507530" cy="30156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AC3802-51F9-4561-BD4D-D7891FFF441E}"/>
                </a:ext>
              </a:extLst>
            </p:cNvPr>
            <p:cNvSpPr txBox="1"/>
            <p:nvPr/>
          </p:nvSpPr>
          <p:spPr>
            <a:xfrm>
              <a:off x="1159448" y="657834"/>
              <a:ext cx="8850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Cambria Math" panose="02040503050406030204" pitchFamily="18" charset="0"/>
                  <a:ea typeface="Cambria Math" panose="02040503050406030204" pitchFamily="18" charset="0"/>
                </a:defRPr>
              </a:lvl1pPr>
            </a:lstStyle>
            <a:p>
              <a:r>
                <a:rPr lang="en-IN" sz="2000" b="0" dirty="0"/>
                <a:t>No</a:t>
              </a:r>
            </a:p>
          </p:txBody>
        </p:sp>
      </p:grp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B5EBB4E-819C-4DE8-A4DE-7C325F13F1B5}"/>
              </a:ext>
            </a:extLst>
          </p:cNvPr>
          <p:cNvCxnSpPr>
            <a:cxnSpLocks/>
          </p:cNvCxnSpPr>
          <p:nvPr/>
        </p:nvCxnSpPr>
        <p:spPr>
          <a:xfrm flipV="1">
            <a:off x="8980850" y="2473638"/>
            <a:ext cx="517845" cy="35102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366D1D4C-9E6F-43E9-9D42-284401252CBD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5350347" y="3804446"/>
            <a:ext cx="544078" cy="16864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7AAF15-0EEF-4D8C-9743-75B084DE373E}"/>
                  </a:ext>
                </a:extLst>
              </p:cNvPr>
              <p:cNvSpPr txBox="1"/>
              <p:nvPr/>
            </p:nvSpPr>
            <p:spPr>
              <a:xfrm>
                <a:off x="1298371" y="2175171"/>
                <a:ext cx="2903237" cy="368624"/>
              </a:xfrm>
              <a:prstGeom prst="roundRect">
                <a:avLst>
                  <a:gd name="adj" fmla="val 972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1300">
                    <a:latin typeface="Cambria" panose="02040503050406030204" pitchFamily="18" charset="0"/>
                    <a:ea typeface="Cambria" panose="020405030504060302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sz="2000" dirty="0"/>
                  <a:t>Cost Threshold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  <a:endParaRPr lang="en-IN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7AAF15-0EEF-4D8C-9743-75B084DE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371" y="2175171"/>
                <a:ext cx="2903237" cy="368624"/>
              </a:xfrm>
              <a:prstGeom prst="roundRect">
                <a:avLst>
                  <a:gd name="adj" fmla="val 9728"/>
                </a:avLst>
              </a:prstGeom>
              <a:blipFill>
                <a:blip r:embed="rId11"/>
                <a:stretch>
                  <a:fillRect t="-13115" b="-3114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972190A5-4D00-4216-AFF8-8DBA5A631C60}"/>
              </a:ext>
            </a:extLst>
          </p:cNvPr>
          <p:cNvSpPr txBox="1"/>
          <p:nvPr/>
        </p:nvSpPr>
        <p:spPr>
          <a:xfrm>
            <a:off x="1298371" y="2607950"/>
            <a:ext cx="2863902" cy="335955"/>
          </a:xfrm>
          <a:prstGeom prst="roundRect">
            <a:avLst>
              <a:gd name="adj" fmla="val 9728"/>
            </a:avLst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/>
              <a:t>Job Delay Sequence (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092729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3C958C-9664-4F8D-A562-37880883E1C2}"/>
              </a:ext>
            </a:extLst>
          </p:cNvPr>
          <p:cNvGrpSpPr/>
          <p:nvPr/>
        </p:nvGrpSpPr>
        <p:grpSpPr>
          <a:xfrm>
            <a:off x="1855699" y="2263991"/>
            <a:ext cx="6351780" cy="542941"/>
            <a:chOff x="1426918" y="3110329"/>
            <a:chExt cx="3420938" cy="639424"/>
          </a:xfrm>
        </p:grpSpPr>
        <p:sp>
          <p:nvSpPr>
            <p:cNvPr id="3" name="Left-Right Arrow 3">
              <a:extLst>
                <a:ext uri="{FF2B5EF4-FFF2-40B4-BE49-F238E27FC236}">
                  <a16:creationId xmlns:a16="http://schemas.microsoft.com/office/drawing/2014/main" id="{AF173354-4ACE-4823-A817-EF43EEAB8DD2}"/>
                </a:ext>
              </a:extLst>
            </p:cNvPr>
            <p:cNvSpPr/>
            <p:nvPr/>
          </p:nvSpPr>
          <p:spPr>
            <a:xfrm>
              <a:off x="1426918" y="3110329"/>
              <a:ext cx="3420938" cy="639424"/>
            </a:xfrm>
            <a:prstGeom prst="leftRightArrow">
              <a:avLst>
                <a:gd name="adj1" fmla="val 50000"/>
                <a:gd name="adj2" fmla="val 5304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5F120DA-5F28-4E5F-938E-3108C013FB39}"/>
                </a:ext>
              </a:extLst>
            </p:cNvPr>
            <p:cNvGrpSpPr/>
            <p:nvPr/>
          </p:nvGrpSpPr>
          <p:grpSpPr>
            <a:xfrm>
              <a:off x="1627938" y="3334857"/>
              <a:ext cx="2303100" cy="191132"/>
              <a:chOff x="2054599" y="3339121"/>
              <a:chExt cx="2303100" cy="19113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B67F0A-3AFD-45F5-B6C3-DF5E67233DAC}"/>
                  </a:ext>
                </a:extLst>
              </p:cNvPr>
              <p:cNvSpPr/>
              <p:nvPr/>
            </p:nvSpPr>
            <p:spPr>
              <a:xfrm>
                <a:off x="2054599" y="3349857"/>
                <a:ext cx="210244" cy="17734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C6A1102-FBC0-4676-AB9F-02A9255EEC38}"/>
                  </a:ext>
                </a:extLst>
              </p:cNvPr>
              <p:cNvSpPr/>
              <p:nvPr/>
            </p:nvSpPr>
            <p:spPr>
              <a:xfrm>
                <a:off x="2340343" y="3339121"/>
                <a:ext cx="223086" cy="1749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00A2A-2EA9-4F69-A0E5-1461D355119B}"/>
                  </a:ext>
                </a:extLst>
              </p:cNvPr>
              <p:cNvSpPr/>
              <p:nvPr/>
            </p:nvSpPr>
            <p:spPr>
              <a:xfrm>
                <a:off x="3072889" y="3361978"/>
                <a:ext cx="189887" cy="16402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B8816-5B53-46D0-8A0C-10A967AD0DB4}"/>
                  </a:ext>
                </a:extLst>
              </p:cNvPr>
              <p:cNvSpPr/>
              <p:nvPr/>
            </p:nvSpPr>
            <p:spPr>
              <a:xfrm>
                <a:off x="4170809" y="3353955"/>
                <a:ext cx="186890" cy="17577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26F378-8AF1-4545-BDD3-A570F31D954A}"/>
                  </a:ext>
                </a:extLst>
              </p:cNvPr>
              <p:cNvSpPr/>
              <p:nvPr/>
            </p:nvSpPr>
            <p:spPr>
              <a:xfrm>
                <a:off x="2866943" y="3358661"/>
                <a:ext cx="138369" cy="17052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DB154A-9230-4712-9084-33396FBAFF77}"/>
                  </a:ext>
                </a:extLst>
              </p:cNvPr>
              <p:cNvSpPr/>
              <p:nvPr/>
            </p:nvSpPr>
            <p:spPr>
              <a:xfrm>
                <a:off x="2619901" y="3354089"/>
                <a:ext cx="182236" cy="1761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0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7D0A74E-4A24-4DB0-A0D6-CC222FB044A7}"/>
              </a:ext>
            </a:extLst>
          </p:cNvPr>
          <p:cNvSpPr txBox="1"/>
          <p:nvPr/>
        </p:nvSpPr>
        <p:spPr>
          <a:xfrm>
            <a:off x="4430682" y="2391433"/>
            <a:ext cx="212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Communication Channel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33172E-F48A-4706-81B4-8CB4E70F6EAE}"/>
              </a:ext>
            </a:extLst>
          </p:cNvPr>
          <p:cNvGrpSpPr/>
          <p:nvPr/>
        </p:nvGrpSpPr>
        <p:grpSpPr>
          <a:xfrm>
            <a:off x="2739892" y="973020"/>
            <a:ext cx="1669489" cy="1139970"/>
            <a:chOff x="2529871" y="304034"/>
            <a:chExt cx="1669489" cy="11399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1A7EBDA-60DE-4238-8C0C-4CCF25C1F52B}"/>
                </a:ext>
              </a:extLst>
            </p:cNvPr>
            <p:cNvGrpSpPr/>
            <p:nvPr/>
          </p:nvGrpSpPr>
          <p:grpSpPr>
            <a:xfrm>
              <a:off x="2814447" y="328961"/>
              <a:ext cx="1384913" cy="767444"/>
              <a:chOff x="2465461" y="672748"/>
              <a:chExt cx="1384913" cy="767444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C707C17-38FB-410D-BC82-F4DF145561E0}"/>
                  </a:ext>
                </a:extLst>
              </p:cNvPr>
              <p:cNvSpPr/>
              <p:nvPr/>
            </p:nvSpPr>
            <p:spPr>
              <a:xfrm>
                <a:off x="2533473" y="672748"/>
                <a:ext cx="1237721" cy="767444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495EB1-1C1B-45C7-B558-C6C039460DF7}"/>
                  </a:ext>
                </a:extLst>
              </p:cNvPr>
              <p:cNvSpPr txBox="1"/>
              <p:nvPr/>
            </p:nvSpPr>
            <p:spPr>
              <a:xfrm>
                <a:off x="2465461" y="700097"/>
                <a:ext cx="13849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Physical Plant</a:t>
                </a:r>
              </a:p>
            </p:txBody>
          </p: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5F4C382-7BB1-4E29-AE32-15084D69A3B6}"/>
                </a:ext>
              </a:extLst>
            </p:cNvPr>
            <p:cNvSpPr/>
            <p:nvPr/>
          </p:nvSpPr>
          <p:spPr>
            <a:xfrm rot="16200000">
              <a:off x="2269750" y="564155"/>
              <a:ext cx="860253" cy="34001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Sensor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DD3BC1B-5976-49EA-97C2-C0CECF7AAFFB}"/>
                </a:ext>
              </a:extLst>
            </p:cNvPr>
            <p:cNvSpPr/>
            <p:nvPr/>
          </p:nvSpPr>
          <p:spPr>
            <a:xfrm>
              <a:off x="2983281" y="1103992"/>
              <a:ext cx="1014420" cy="34001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Actuator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8D2E83-E210-43CD-9085-D6990C824C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093" b="32092"/>
            <a:stretch/>
          </p:blipFill>
          <p:spPr>
            <a:xfrm>
              <a:off x="2955841" y="618606"/>
              <a:ext cx="1144458" cy="409885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0629B4-61A2-4165-A025-01C45A30D3B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865706" y="2104644"/>
            <a:ext cx="0" cy="3665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AE8180E-8932-4122-99AE-DCAF6B7E0DC3}"/>
              </a:ext>
            </a:extLst>
          </p:cNvPr>
          <p:cNvCxnSpPr>
            <a:stCxn id="14" idx="0"/>
          </p:cNvCxnSpPr>
          <p:nvPr/>
        </p:nvCxnSpPr>
        <p:spPr>
          <a:xfrm rot="10800000" flipV="1">
            <a:off x="2431078" y="1403146"/>
            <a:ext cx="308815" cy="106139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BB863A-7454-43B4-BE66-AA1B318FCCA2}"/>
              </a:ext>
            </a:extLst>
          </p:cNvPr>
          <p:cNvSpPr/>
          <p:nvPr/>
        </p:nvSpPr>
        <p:spPr>
          <a:xfrm>
            <a:off x="2186918" y="2731355"/>
            <a:ext cx="4213882" cy="1363371"/>
          </a:xfrm>
          <a:prstGeom prst="roundRect">
            <a:avLst>
              <a:gd name="adj" fmla="val 5123"/>
            </a:avLst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8A68BB-1141-4737-B9AB-EEB3503678AF}"/>
              </a:ext>
            </a:extLst>
          </p:cNvPr>
          <p:cNvGrpSpPr/>
          <p:nvPr/>
        </p:nvGrpSpPr>
        <p:grpSpPr>
          <a:xfrm>
            <a:off x="4437514" y="1025296"/>
            <a:ext cx="1384913" cy="968446"/>
            <a:chOff x="5978523" y="524088"/>
            <a:chExt cx="1384913" cy="968446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9B88E8A-4A38-4DDA-BA40-846216AC1592}"/>
                </a:ext>
              </a:extLst>
            </p:cNvPr>
            <p:cNvSpPr/>
            <p:nvPr/>
          </p:nvSpPr>
          <p:spPr>
            <a:xfrm>
              <a:off x="5978523" y="524088"/>
              <a:ext cx="1384913" cy="968445"/>
            </a:xfrm>
            <a:prstGeom prst="roundRect">
              <a:avLst>
                <a:gd name="adj" fmla="val 7138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119CCDC-CC47-4815-8536-C391A9478677}"/>
                </a:ext>
              </a:extLst>
            </p:cNvPr>
            <p:cNvCxnSpPr>
              <a:cxnSpLocks/>
            </p:cNvCxnSpPr>
            <p:nvPr/>
          </p:nvCxnSpPr>
          <p:spPr>
            <a:xfrm>
              <a:off x="6071537" y="1280652"/>
              <a:ext cx="1078923" cy="19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69">
              <a:extLst>
                <a:ext uri="{FF2B5EF4-FFF2-40B4-BE49-F238E27FC236}">
                  <a16:creationId xmlns:a16="http://schemas.microsoft.com/office/drawing/2014/main" id="{F044DFA9-0A22-4434-B9D7-236C4CA72D8E}"/>
                </a:ext>
              </a:extLst>
            </p:cNvPr>
            <p:cNvSpPr txBox="1"/>
            <p:nvPr/>
          </p:nvSpPr>
          <p:spPr>
            <a:xfrm>
              <a:off x="6552810" y="709930"/>
              <a:ext cx="755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b="1" dirty="0"/>
                <a:t>Residue Statistics</a:t>
              </a:r>
              <a:endParaRPr lang="en-IN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0AA29A4-77E1-4787-99CB-2C98D132C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2304" y="731030"/>
              <a:ext cx="1223610" cy="3805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33A080-EDA0-40D5-B869-769704CF6184}"/>
                </a:ext>
              </a:extLst>
            </p:cNvPr>
            <p:cNvSpPr/>
            <p:nvPr/>
          </p:nvSpPr>
          <p:spPr>
            <a:xfrm>
              <a:off x="6036395" y="823774"/>
              <a:ext cx="1223610" cy="385929"/>
            </a:xfrm>
            <a:custGeom>
              <a:avLst/>
              <a:gdLst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51151 w 7529885"/>
                <a:gd name="connsiteY39" fmla="*/ 119269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09302 w 7529885"/>
                <a:gd name="connsiteY39" fmla="*/ 156128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7529885" h="357808">
                  <a:moveTo>
                    <a:pt x="0" y="357808"/>
                  </a:moveTo>
                  <a:cubicBezTo>
                    <a:pt x="169956" y="323818"/>
                    <a:pt x="-69582" y="369316"/>
                    <a:pt x="405516" y="341906"/>
                  </a:cubicBezTo>
                  <a:cubicBezTo>
                    <a:pt x="422251" y="340941"/>
                    <a:pt x="453224" y="326003"/>
                    <a:pt x="453224" y="326003"/>
                  </a:cubicBezTo>
                  <a:cubicBezTo>
                    <a:pt x="459691" y="306601"/>
                    <a:pt x="461663" y="293709"/>
                    <a:pt x="477078" y="278295"/>
                  </a:cubicBezTo>
                  <a:cubicBezTo>
                    <a:pt x="483835" y="271538"/>
                    <a:pt x="492981" y="267694"/>
                    <a:pt x="500932" y="262393"/>
                  </a:cubicBezTo>
                  <a:cubicBezTo>
                    <a:pt x="518279" y="210350"/>
                    <a:pt x="494186" y="261427"/>
                    <a:pt x="532737" y="230587"/>
                  </a:cubicBezTo>
                  <a:cubicBezTo>
                    <a:pt x="540199" y="224617"/>
                    <a:pt x="542522" y="214075"/>
                    <a:pt x="548640" y="206734"/>
                  </a:cubicBezTo>
                  <a:cubicBezTo>
                    <a:pt x="571549" y="179244"/>
                    <a:pt x="566948" y="184729"/>
                    <a:pt x="596348" y="174928"/>
                  </a:cubicBezTo>
                  <a:cubicBezTo>
                    <a:pt x="625503" y="177579"/>
                    <a:pt x="655727" y="174620"/>
                    <a:pt x="683812" y="182880"/>
                  </a:cubicBezTo>
                  <a:cubicBezTo>
                    <a:pt x="702148" y="188273"/>
                    <a:pt x="713388" y="208641"/>
                    <a:pt x="731520" y="214685"/>
                  </a:cubicBezTo>
                  <a:lnTo>
                    <a:pt x="779228" y="230587"/>
                  </a:lnTo>
                  <a:cubicBezTo>
                    <a:pt x="800431" y="227937"/>
                    <a:pt x="821760" y="226149"/>
                    <a:pt x="842838" y="222636"/>
                  </a:cubicBezTo>
                  <a:cubicBezTo>
                    <a:pt x="853617" y="220840"/>
                    <a:pt x="864136" y="217687"/>
                    <a:pt x="874643" y="214685"/>
                  </a:cubicBezTo>
                  <a:cubicBezTo>
                    <a:pt x="882702" y="212383"/>
                    <a:pt x="890125" y="207133"/>
                    <a:pt x="898497" y="206734"/>
                  </a:cubicBezTo>
                  <a:cubicBezTo>
                    <a:pt x="1001781" y="201816"/>
                    <a:pt x="1105231" y="201433"/>
                    <a:pt x="1208598" y="198782"/>
                  </a:cubicBezTo>
                  <a:lnTo>
                    <a:pt x="1256306" y="182880"/>
                  </a:lnTo>
                  <a:cubicBezTo>
                    <a:pt x="1264257" y="180230"/>
                    <a:pt x="1271843" y="175968"/>
                    <a:pt x="1280160" y="174928"/>
                  </a:cubicBezTo>
                  <a:lnTo>
                    <a:pt x="1343770" y="166977"/>
                  </a:lnTo>
                  <a:lnTo>
                    <a:pt x="1478942" y="174928"/>
                  </a:lnTo>
                  <a:cubicBezTo>
                    <a:pt x="1505506" y="176896"/>
                    <a:pt x="1531818" y="182880"/>
                    <a:pt x="1558455" y="182880"/>
                  </a:cubicBezTo>
                  <a:cubicBezTo>
                    <a:pt x="1630066" y="182880"/>
                    <a:pt x="1701579" y="177579"/>
                    <a:pt x="1773141" y="174928"/>
                  </a:cubicBezTo>
                  <a:cubicBezTo>
                    <a:pt x="1783743" y="172278"/>
                    <a:pt x="1796413" y="173804"/>
                    <a:pt x="1804946" y="166977"/>
                  </a:cubicBezTo>
                  <a:cubicBezTo>
                    <a:pt x="1811491" y="161741"/>
                    <a:pt x="1806970" y="149050"/>
                    <a:pt x="1812897" y="143123"/>
                  </a:cubicBezTo>
                  <a:cubicBezTo>
                    <a:pt x="1818824" y="137196"/>
                    <a:pt x="1828800" y="137822"/>
                    <a:pt x="1836751" y="135172"/>
                  </a:cubicBezTo>
                  <a:cubicBezTo>
                    <a:pt x="1858897" y="113026"/>
                    <a:pt x="1898955" y="66731"/>
                    <a:pt x="1932167" y="55659"/>
                  </a:cubicBezTo>
                  <a:cubicBezTo>
                    <a:pt x="1940118" y="53008"/>
                    <a:pt x="1948694" y="51777"/>
                    <a:pt x="1956021" y="47707"/>
                  </a:cubicBezTo>
                  <a:cubicBezTo>
                    <a:pt x="1972728" y="38425"/>
                    <a:pt x="1985596" y="21946"/>
                    <a:pt x="2003728" y="15902"/>
                  </a:cubicBezTo>
                  <a:lnTo>
                    <a:pt x="2051436" y="0"/>
                  </a:lnTo>
                  <a:cubicBezTo>
                    <a:pt x="2069757" y="3053"/>
                    <a:pt x="2103425" y="6115"/>
                    <a:pt x="2122998" y="15902"/>
                  </a:cubicBezTo>
                  <a:cubicBezTo>
                    <a:pt x="2184653" y="46730"/>
                    <a:pt x="2110749" y="19771"/>
                    <a:pt x="2170706" y="39756"/>
                  </a:cubicBezTo>
                  <a:cubicBezTo>
                    <a:pt x="2197210" y="37106"/>
                    <a:pt x="2224265" y="37794"/>
                    <a:pt x="2250219" y="31805"/>
                  </a:cubicBezTo>
                  <a:cubicBezTo>
                    <a:pt x="2259531" y="29656"/>
                    <a:pt x="2265526" y="20176"/>
                    <a:pt x="2274073" y="15902"/>
                  </a:cubicBezTo>
                  <a:cubicBezTo>
                    <a:pt x="2281570" y="12154"/>
                    <a:pt x="2289976" y="10601"/>
                    <a:pt x="2297927" y="7951"/>
                  </a:cubicBezTo>
                  <a:cubicBezTo>
                    <a:pt x="2316480" y="10601"/>
                    <a:pt x="2336185" y="8942"/>
                    <a:pt x="2353586" y="15902"/>
                  </a:cubicBezTo>
                  <a:cubicBezTo>
                    <a:pt x="2413258" y="39771"/>
                    <a:pt x="2344492" y="40607"/>
                    <a:pt x="2401294" y="47707"/>
                  </a:cubicBezTo>
                  <a:cubicBezTo>
                    <a:pt x="2435585" y="51993"/>
                    <a:pt x="2470205" y="53008"/>
                    <a:pt x="2504661" y="55659"/>
                  </a:cubicBezTo>
                  <a:cubicBezTo>
                    <a:pt x="2512612" y="58309"/>
                    <a:pt x="2520296" y="61966"/>
                    <a:pt x="2528514" y="63610"/>
                  </a:cubicBezTo>
                  <a:cubicBezTo>
                    <a:pt x="2544572" y="66821"/>
                    <a:pt x="2587815" y="68284"/>
                    <a:pt x="2608028" y="79513"/>
                  </a:cubicBezTo>
                  <a:cubicBezTo>
                    <a:pt x="2690045" y="125079"/>
                    <a:pt x="2625616" y="101279"/>
                    <a:pt x="2679589" y="119269"/>
                  </a:cubicBezTo>
                  <a:cubicBezTo>
                    <a:pt x="2736363" y="100345"/>
                    <a:pt x="2671500" y="130928"/>
                    <a:pt x="2709302" y="156128"/>
                  </a:cubicBezTo>
                  <a:cubicBezTo>
                    <a:pt x="2728553" y="159744"/>
                    <a:pt x="2756104" y="161193"/>
                    <a:pt x="2767054" y="166977"/>
                  </a:cubicBezTo>
                  <a:cubicBezTo>
                    <a:pt x="2778005" y="172761"/>
                    <a:pt x="2767054" y="188181"/>
                    <a:pt x="2775005" y="190831"/>
                  </a:cubicBezTo>
                  <a:lnTo>
                    <a:pt x="2822713" y="206734"/>
                  </a:lnTo>
                  <a:cubicBezTo>
                    <a:pt x="2846173" y="241924"/>
                    <a:pt x="2827633" y="225703"/>
                    <a:pt x="2870421" y="238539"/>
                  </a:cubicBezTo>
                  <a:cubicBezTo>
                    <a:pt x="2886477" y="243356"/>
                    <a:pt x="2918128" y="254441"/>
                    <a:pt x="2918128" y="254441"/>
                  </a:cubicBezTo>
                  <a:cubicBezTo>
                    <a:pt x="2971137" y="251791"/>
                    <a:pt x="3024262" y="250897"/>
                    <a:pt x="3077154" y="246490"/>
                  </a:cubicBezTo>
                  <a:cubicBezTo>
                    <a:pt x="3088045" y="245582"/>
                    <a:pt x="3098032" y="238539"/>
                    <a:pt x="3108960" y="238539"/>
                  </a:cubicBezTo>
                  <a:cubicBezTo>
                    <a:pt x="3323661" y="238539"/>
                    <a:pt x="3538330" y="243840"/>
                    <a:pt x="3753015" y="246490"/>
                  </a:cubicBezTo>
                  <a:lnTo>
                    <a:pt x="3824577" y="270344"/>
                  </a:lnTo>
                  <a:lnTo>
                    <a:pt x="3848431" y="278295"/>
                  </a:lnTo>
                  <a:cubicBezTo>
                    <a:pt x="3856382" y="283596"/>
                    <a:pt x="3863501" y="290434"/>
                    <a:pt x="3872285" y="294198"/>
                  </a:cubicBezTo>
                  <a:cubicBezTo>
                    <a:pt x="3926031" y="317232"/>
                    <a:pt x="4056945" y="294669"/>
                    <a:pt x="4071068" y="294198"/>
                  </a:cubicBezTo>
                  <a:lnTo>
                    <a:pt x="4381168" y="286247"/>
                  </a:lnTo>
                  <a:cubicBezTo>
                    <a:pt x="4699182" y="180233"/>
                    <a:pt x="5179306" y="276480"/>
                    <a:pt x="5398935" y="278295"/>
                  </a:cubicBezTo>
                  <a:cubicBezTo>
                    <a:pt x="5547354" y="327772"/>
                    <a:pt x="5433080" y="292639"/>
                    <a:pt x="5820354" y="278295"/>
                  </a:cubicBezTo>
                  <a:cubicBezTo>
                    <a:pt x="5831587" y="277879"/>
                    <a:pt x="5863807" y="266462"/>
                    <a:pt x="5876014" y="262393"/>
                  </a:cubicBezTo>
                  <a:lnTo>
                    <a:pt x="6297433" y="270344"/>
                  </a:lnTo>
                  <a:cubicBezTo>
                    <a:pt x="6305809" y="270643"/>
                    <a:pt x="6313041" y="276796"/>
                    <a:pt x="6321287" y="278295"/>
                  </a:cubicBezTo>
                  <a:cubicBezTo>
                    <a:pt x="6342311" y="282118"/>
                    <a:pt x="6363819" y="282734"/>
                    <a:pt x="6384897" y="286247"/>
                  </a:cubicBezTo>
                  <a:cubicBezTo>
                    <a:pt x="6404866" y="289575"/>
                    <a:pt x="6421649" y="295847"/>
                    <a:pt x="6440556" y="302149"/>
                  </a:cubicBezTo>
                  <a:cubicBezTo>
                    <a:pt x="6498866" y="299499"/>
                    <a:pt x="6557447" y="300416"/>
                    <a:pt x="6615485" y="294198"/>
                  </a:cubicBezTo>
                  <a:cubicBezTo>
                    <a:pt x="6632153" y="292412"/>
                    <a:pt x="6646931" y="282360"/>
                    <a:pt x="6663193" y="278295"/>
                  </a:cubicBezTo>
                  <a:cubicBezTo>
                    <a:pt x="6697230" y="269786"/>
                    <a:pt x="6697736" y="269124"/>
                    <a:pt x="6734754" y="262393"/>
                  </a:cubicBezTo>
                  <a:cubicBezTo>
                    <a:pt x="6815629" y="247688"/>
                    <a:pt x="6798155" y="253518"/>
                    <a:pt x="6917634" y="246490"/>
                  </a:cubicBezTo>
                  <a:cubicBezTo>
                    <a:pt x="7038861" y="229173"/>
                    <a:pt x="6986047" y="233373"/>
                    <a:pt x="7195930" y="246490"/>
                  </a:cubicBezTo>
                  <a:cubicBezTo>
                    <a:pt x="7206837" y="247172"/>
                    <a:pt x="7216983" y="252486"/>
                    <a:pt x="7227735" y="254441"/>
                  </a:cubicBezTo>
                  <a:cubicBezTo>
                    <a:pt x="7246174" y="257794"/>
                    <a:pt x="7264841" y="259742"/>
                    <a:pt x="7283394" y="262393"/>
                  </a:cubicBezTo>
                  <a:cubicBezTo>
                    <a:pt x="7297062" y="266949"/>
                    <a:pt x="7325916" y="277244"/>
                    <a:pt x="7339054" y="278295"/>
                  </a:cubicBezTo>
                  <a:cubicBezTo>
                    <a:pt x="7443180" y="286625"/>
                    <a:pt x="7460411" y="286247"/>
                    <a:pt x="7529885" y="28624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101">
                  <a:extLst>
                    <a:ext uri="{FF2B5EF4-FFF2-40B4-BE49-F238E27FC236}">
                      <a16:creationId xmlns:a16="http://schemas.microsoft.com/office/drawing/2014/main" id="{75D7FA71-A3C2-4F18-8D62-7432CFA07376}"/>
                    </a:ext>
                  </a:extLst>
                </p:cNvPr>
                <p:cNvSpPr txBox="1"/>
                <p:nvPr/>
              </p:nvSpPr>
              <p:spPr>
                <a:xfrm>
                  <a:off x="5997888" y="1261702"/>
                  <a:ext cx="123772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𝑻𝒉</m:t>
                      </m:r>
                    </m:oMath>
                  </a14:m>
                  <a:r>
                    <a:rPr lang="en-GB" sz="900" b="1" dirty="0">
                      <a:solidFill>
                        <a:srgbClr val="FF0000"/>
                      </a:solidFill>
                    </a:rPr>
                    <a:t> =&gt; Attack?</a:t>
                  </a:r>
                  <a:endParaRPr lang="en-IN" sz="9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TextBox 101">
                  <a:extLst>
                    <a:ext uri="{FF2B5EF4-FFF2-40B4-BE49-F238E27FC236}">
                      <a16:creationId xmlns:a16="http://schemas.microsoft.com/office/drawing/2014/main" id="{FDCA14B0-1DC7-47AE-9D6E-703086D7D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7888" y="1261702"/>
                  <a:ext cx="1237721" cy="230832"/>
                </a:xfrm>
                <a:prstGeom prst="rect">
                  <a:avLst/>
                </a:prstGeom>
                <a:blipFill>
                  <a:blip r:embed="rId4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69">
              <a:extLst>
                <a:ext uri="{FF2B5EF4-FFF2-40B4-BE49-F238E27FC236}">
                  <a16:creationId xmlns:a16="http://schemas.microsoft.com/office/drawing/2014/main" id="{26200E7B-7DAF-490C-A4EF-3374D55A85B2}"/>
                </a:ext>
              </a:extLst>
            </p:cNvPr>
            <p:cNvSpPr txBox="1"/>
            <p:nvPr/>
          </p:nvSpPr>
          <p:spPr>
            <a:xfrm>
              <a:off x="6106218" y="524089"/>
              <a:ext cx="7551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b="1" dirty="0">
                  <a:solidFill>
                    <a:srgbClr val="FF0000"/>
                  </a:solidFill>
                </a:rPr>
                <a:t>Threshold</a:t>
              </a:r>
              <a:endParaRPr lang="en-IN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00A90E7-E1F4-4C71-B344-B1A9127827BB}"/>
              </a:ext>
            </a:extLst>
          </p:cNvPr>
          <p:cNvSpPr/>
          <p:nvPr/>
        </p:nvSpPr>
        <p:spPr>
          <a:xfrm>
            <a:off x="2305011" y="3482238"/>
            <a:ext cx="261513" cy="430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10DF48-2CEF-46DC-A0A4-646D23F4384D}"/>
              </a:ext>
            </a:extLst>
          </p:cNvPr>
          <p:cNvSpPr/>
          <p:nvPr/>
        </p:nvSpPr>
        <p:spPr>
          <a:xfrm>
            <a:off x="2972091" y="3486185"/>
            <a:ext cx="306463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0EC250-0556-4CF8-B66E-E507C7B98AFB}"/>
              </a:ext>
            </a:extLst>
          </p:cNvPr>
          <p:cNvSpPr/>
          <p:nvPr/>
        </p:nvSpPr>
        <p:spPr>
          <a:xfrm>
            <a:off x="2566524" y="3481876"/>
            <a:ext cx="405568" cy="42716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5EB2D7-50CF-497B-861B-14F65EC36336}"/>
              </a:ext>
            </a:extLst>
          </p:cNvPr>
          <p:cNvSpPr txBox="1"/>
          <p:nvPr/>
        </p:nvSpPr>
        <p:spPr>
          <a:xfrm>
            <a:off x="4633833" y="2702157"/>
            <a:ext cx="1255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Controller Unit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92B7A0-4840-45C8-8CC3-3FAADA5A4CBA}"/>
              </a:ext>
            </a:extLst>
          </p:cNvPr>
          <p:cNvGrpSpPr/>
          <p:nvPr/>
        </p:nvGrpSpPr>
        <p:grpSpPr>
          <a:xfrm>
            <a:off x="2237138" y="2953283"/>
            <a:ext cx="4044215" cy="294713"/>
            <a:chOff x="2128808" y="5103362"/>
            <a:chExt cx="4044215" cy="15675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455DAFA-8DFE-48D2-9CFE-C307C1E828AF}"/>
                </a:ext>
              </a:extLst>
            </p:cNvPr>
            <p:cNvSpPr/>
            <p:nvPr/>
          </p:nvSpPr>
          <p:spPr>
            <a:xfrm rot="16200000">
              <a:off x="4074750" y="3159464"/>
              <a:ext cx="152332" cy="4044215"/>
            </a:xfrm>
            <a:prstGeom prst="roundRect">
              <a:avLst>
                <a:gd name="adj" fmla="val 1234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CF8543-8AA9-441B-8055-F5B1A566077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41330" y="5182547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492361-BC12-4969-933B-41288A6501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678230" y="5182547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9A2D9B-F04C-4925-A130-29C28985B7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96239" y="5183947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D8E4A8F-F569-4224-8BBA-D35BFFEB55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540471" y="5183732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D16BB3-7ABE-40D0-B253-AB1266EEA31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12219" y="5179528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13F7A1-BCA9-4987-832E-4F350C673CA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34124" y="5180882"/>
              <a:ext cx="1523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3685040-6592-484D-A123-EE289DCB93D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424124" y="2614337"/>
            <a:ext cx="4247" cy="33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046EB2-2CFD-4358-810B-E37B165DC793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2435768" y="3243538"/>
            <a:ext cx="806" cy="23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ABB9BD3-BA6A-49FA-BCC7-54F5D65A5A05}"/>
              </a:ext>
            </a:extLst>
          </p:cNvPr>
          <p:cNvCxnSpPr>
            <a:cxnSpLocks/>
          </p:cNvCxnSpPr>
          <p:nvPr/>
        </p:nvCxnSpPr>
        <p:spPr>
          <a:xfrm rot="16200000">
            <a:off x="4482467" y="3104721"/>
            <a:ext cx="2864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A02BFC2-3900-4CF6-8E29-730D3FC2473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83466" y="3271933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D1761E4-18A5-45CF-A13D-8921D2CCB9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96115" y="3261966"/>
            <a:ext cx="242689" cy="213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18462A9-326A-4C69-A251-DFFF6F96C470}"/>
              </a:ext>
            </a:extLst>
          </p:cNvPr>
          <p:cNvSpPr/>
          <p:nvPr/>
        </p:nvSpPr>
        <p:spPr>
          <a:xfrm>
            <a:off x="3475258" y="3494092"/>
            <a:ext cx="259903" cy="416610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bg1"/>
            </a:bgClr>
          </a:patt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48" name="Grafik 44" descr="Teufelsgesicht mit einfarbiger Füllung">
            <a:extLst>
              <a:ext uri="{FF2B5EF4-FFF2-40B4-BE49-F238E27FC236}">
                <a16:creationId xmlns:a16="http://schemas.microsoft.com/office/drawing/2014/main" id="{7B289828-C633-40D9-BFF0-E430B07FE3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6000" y="3487358"/>
            <a:ext cx="156663" cy="139342"/>
          </a:xfrm>
          <a:prstGeom prst="rect">
            <a:avLst/>
          </a:prstGeom>
        </p:spPr>
      </p:pic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B1E15B5-05B5-4F6C-9CFA-17F9875538B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93225" y="3281417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024667C-42EC-491F-96D5-C945208DAED3}"/>
              </a:ext>
            </a:extLst>
          </p:cNvPr>
          <p:cNvCxnSpPr>
            <a:cxnSpLocks/>
          </p:cNvCxnSpPr>
          <p:nvPr/>
        </p:nvCxnSpPr>
        <p:spPr>
          <a:xfrm rot="16200000" flipV="1">
            <a:off x="3360931" y="3262243"/>
            <a:ext cx="244426" cy="21112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8F26CAA-3FCB-43D4-8AB7-E8E1F583F027}"/>
              </a:ext>
            </a:extLst>
          </p:cNvPr>
          <p:cNvSpPr/>
          <p:nvPr/>
        </p:nvSpPr>
        <p:spPr>
          <a:xfrm>
            <a:off x="3290830" y="3494092"/>
            <a:ext cx="177747" cy="413980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7C7E3F-6AE0-4DF7-B37B-DDF035EA1AE2}"/>
              </a:ext>
            </a:extLst>
          </p:cNvPr>
          <p:cNvSpPr/>
          <p:nvPr/>
        </p:nvSpPr>
        <p:spPr>
          <a:xfrm>
            <a:off x="3748978" y="3495425"/>
            <a:ext cx="234015" cy="40225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65290FE-BE0B-4BAF-9DDD-678D8A4FA1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65208" y="3311091"/>
            <a:ext cx="250585" cy="9854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7CD7102-E74A-49C4-B9A6-06DD5E6C133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88882" y="3306188"/>
            <a:ext cx="238229" cy="125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0E12B89-FB95-4A2D-9284-E0B1D435D715}"/>
              </a:ext>
            </a:extLst>
          </p:cNvPr>
          <p:cNvCxnSpPr>
            <a:cxnSpLocks/>
          </p:cNvCxnSpPr>
          <p:nvPr/>
        </p:nvCxnSpPr>
        <p:spPr>
          <a:xfrm flipV="1">
            <a:off x="3880304" y="2610609"/>
            <a:ext cx="0" cy="3505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8A99A74-3B8D-4CBD-8C9E-C0ED7216382E}"/>
              </a:ext>
            </a:extLst>
          </p:cNvPr>
          <p:cNvSpPr/>
          <p:nvPr/>
        </p:nvSpPr>
        <p:spPr>
          <a:xfrm>
            <a:off x="4321040" y="3480961"/>
            <a:ext cx="261513" cy="430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0BC065-A81A-402E-BF42-4ACCE3E016B8}"/>
              </a:ext>
            </a:extLst>
          </p:cNvPr>
          <p:cNvSpPr/>
          <p:nvPr/>
        </p:nvSpPr>
        <p:spPr>
          <a:xfrm>
            <a:off x="4988120" y="3484908"/>
            <a:ext cx="306463" cy="4166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FF28B3-B35C-4121-9331-E76F5D4C26D6}"/>
              </a:ext>
            </a:extLst>
          </p:cNvPr>
          <p:cNvSpPr/>
          <p:nvPr/>
        </p:nvSpPr>
        <p:spPr>
          <a:xfrm>
            <a:off x="4582553" y="3480599"/>
            <a:ext cx="405568" cy="427164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0BDB064-EDA6-4C94-A50D-2BC0930B7930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4451797" y="3242261"/>
            <a:ext cx="806" cy="238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C908E24-9C36-401A-82E4-D47F11C234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99495" y="3270656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D9EF2B6-41C0-4B75-892A-D8269CA2E9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12144" y="3260689"/>
            <a:ext cx="242689" cy="213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255707B-6E1F-480E-839B-D8BE5424D22D}"/>
              </a:ext>
            </a:extLst>
          </p:cNvPr>
          <p:cNvSpPr/>
          <p:nvPr/>
        </p:nvSpPr>
        <p:spPr>
          <a:xfrm>
            <a:off x="5491287" y="3492815"/>
            <a:ext cx="259903" cy="416610"/>
          </a:xfrm>
          <a:prstGeom prst="rect">
            <a:avLst/>
          </a:prstGeom>
          <a:pattFill prst="shingle">
            <a:fgClr>
              <a:srgbClr val="FF0000"/>
            </a:fgClr>
            <a:bgClr>
              <a:schemeClr val="bg1"/>
            </a:bgClr>
          </a:patt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63" name="Grafik 44" descr="Teufelsgesicht mit einfarbiger Füllung">
            <a:extLst>
              <a:ext uri="{FF2B5EF4-FFF2-40B4-BE49-F238E27FC236}">
                <a16:creationId xmlns:a16="http://schemas.microsoft.com/office/drawing/2014/main" id="{EE0916C5-8071-4A53-A39A-A0D8EC5A90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029" y="3486081"/>
            <a:ext cx="156663" cy="139342"/>
          </a:xfrm>
          <a:prstGeom prst="rect">
            <a:avLst/>
          </a:prstGeom>
        </p:spPr>
      </p:pic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80FFCAC5-53D5-45D9-8E34-5BCC9AEB83B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09254" y="3280140"/>
            <a:ext cx="239585" cy="1777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4286805D-86EF-4E27-AF62-9F82CD21F2E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76960" y="3260966"/>
            <a:ext cx="244426" cy="21112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30DCD53-E9CF-4F79-B41C-DD0C41A01299}"/>
              </a:ext>
            </a:extLst>
          </p:cNvPr>
          <p:cNvSpPr/>
          <p:nvPr/>
        </p:nvSpPr>
        <p:spPr>
          <a:xfrm>
            <a:off x="5306859" y="3492815"/>
            <a:ext cx="177747" cy="413980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C731AA0-4921-46E2-BD2C-DD6DC3750C34}"/>
              </a:ext>
            </a:extLst>
          </p:cNvPr>
          <p:cNvSpPr/>
          <p:nvPr/>
        </p:nvSpPr>
        <p:spPr>
          <a:xfrm>
            <a:off x="5765007" y="3494148"/>
            <a:ext cx="234015" cy="40225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017D617-307D-495E-B8BF-44994833494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81237" y="3309814"/>
            <a:ext cx="250585" cy="9854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DC341EB-27B2-4801-92BC-7FCDA3E694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04911" y="3304911"/>
            <a:ext cx="238229" cy="125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DDD3D449-2944-4F8A-B214-E3D84ACE96F1}"/>
              </a:ext>
            </a:extLst>
          </p:cNvPr>
          <p:cNvSpPr/>
          <p:nvPr/>
        </p:nvSpPr>
        <p:spPr>
          <a:xfrm>
            <a:off x="4000034" y="3486081"/>
            <a:ext cx="306463" cy="425308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4586E2E-BC61-4C29-86AA-09337D14A22D}"/>
              </a:ext>
            </a:extLst>
          </p:cNvPr>
          <p:cNvSpPr/>
          <p:nvPr/>
        </p:nvSpPr>
        <p:spPr>
          <a:xfrm>
            <a:off x="6017691" y="3488815"/>
            <a:ext cx="206288" cy="413980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572B5B9-8233-40EC-A9AC-320DE1555F4A}"/>
              </a:ext>
            </a:extLst>
          </p:cNvPr>
          <p:cNvCxnSpPr>
            <a:cxnSpLocks/>
          </p:cNvCxnSpPr>
          <p:nvPr/>
        </p:nvCxnSpPr>
        <p:spPr>
          <a:xfrm>
            <a:off x="4394933" y="2614337"/>
            <a:ext cx="4247" cy="33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A276F54-3063-4A11-ADE8-56F0F116EE94}"/>
              </a:ext>
            </a:extLst>
          </p:cNvPr>
          <p:cNvCxnSpPr>
            <a:cxnSpLocks/>
          </p:cNvCxnSpPr>
          <p:nvPr/>
        </p:nvCxnSpPr>
        <p:spPr>
          <a:xfrm flipV="1">
            <a:off x="2239044" y="3912366"/>
            <a:ext cx="4070522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8539EC7-5618-435C-9AF2-2EE72EB6AB73}"/>
              </a:ext>
            </a:extLst>
          </p:cNvPr>
          <p:cNvGrpSpPr/>
          <p:nvPr/>
        </p:nvGrpSpPr>
        <p:grpSpPr>
          <a:xfrm>
            <a:off x="6422843" y="1029248"/>
            <a:ext cx="308884" cy="1246855"/>
            <a:chOff x="4478874" y="4056443"/>
            <a:chExt cx="308884" cy="124685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67ADC1-0023-4343-B007-19D2596DCC19}"/>
                </a:ext>
              </a:extLst>
            </p:cNvPr>
            <p:cNvSpPr/>
            <p:nvPr/>
          </p:nvSpPr>
          <p:spPr>
            <a:xfrm>
              <a:off x="4481295" y="4357104"/>
              <a:ext cx="306463" cy="190878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A2D16A5-D4E6-4245-8200-3D54688000F6}"/>
                </a:ext>
              </a:extLst>
            </p:cNvPr>
            <p:cNvSpPr/>
            <p:nvPr/>
          </p:nvSpPr>
          <p:spPr>
            <a:xfrm>
              <a:off x="4481294" y="4729974"/>
              <a:ext cx="306463" cy="144685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EFDBBEF-3CB0-41A6-ADD9-B137C7E235AC}"/>
                </a:ext>
              </a:extLst>
            </p:cNvPr>
            <p:cNvSpPr/>
            <p:nvPr/>
          </p:nvSpPr>
          <p:spPr>
            <a:xfrm>
              <a:off x="4479682" y="4945015"/>
              <a:ext cx="306463" cy="144685"/>
            </a:xfrm>
            <a:prstGeom prst="rect">
              <a:avLst/>
            </a:prstGeom>
            <a:pattFill prst="shingle">
              <a:fgClr>
                <a:srgbClr val="FF0000"/>
              </a:fgClr>
              <a:bgClr>
                <a:schemeClr val="bg1"/>
              </a:bgClr>
            </a:patt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5FB4046-9664-4EB0-92EF-5508ED3641B5}"/>
                </a:ext>
              </a:extLst>
            </p:cNvPr>
            <p:cNvSpPr/>
            <p:nvPr/>
          </p:nvSpPr>
          <p:spPr>
            <a:xfrm>
              <a:off x="4479682" y="5158613"/>
              <a:ext cx="306463" cy="144685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58452D5-C9A8-499B-B5DE-84A5568B861D}"/>
                </a:ext>
              </a:extLst>
            </p:cNvPr>
            <p:cNvSpPr/>
            <p:nvPr/>
          </p:nvSpPr>
          <p:spPr>
            <a:xfrm>
              <a:off x="4478874" y="4056443"/>
              <a:ext cx="306463" cy="142486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6B809C3-4B2D-4FD0-B620-FE7A50E3F64D}"/>
                  </a:ext>
                </a:extLst>
              </p:cNvPr>
              <p:cNvSpPr txBox="1"/>
              <p:nvPr/>
            </p:nvSpPr>
            <p:spPr>
              <a:xfrm>
                <a:off x="6744049" y="921307"/>
                <a:ext cx="9470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task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6B809C3-4B2D-4FD0-B620-FE7A50E3F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49" y="921307"/>
                <a:ext cx="947051" cy="307777"/>
              </a:xfrm>
              <a:prstGeom prst="rect">
                <a:avLst/>
              </a:prstGeom>
              <a:blipFill>
                <a:blip r:embed="rId7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3DA8B68F-962C-4DB8-B07E-1194409A550B}"/>
              </a:ext>
            </a:extLst>
          </p:cNvPr>
          <p:cNvSpPr txBox="1"/>
          <p:nvPr/>
        </p:nvSpPr>
        <p:spPr>
          <a:xfrm>
            <a:off x="6728405" y="1172046"/>
            <a:ext cx="135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Control and Detector task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A3111C-2C55-4179-B8EF-ABF67321AF78}"/>
              </a:ext>
            </a:extLst>
          </p:cNvPr>
          <p:cNvSpPr txBox="1"/>
          <p:nvPr/>
        </p:nvSpPr>
        <p:spPr>
          <a:xfrm>
            <a:off x="6729925" y="1622139"/>
            <a:ext cx="1074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Other tasks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349840-88FB-464A-9E13-572CAE4D5783}"/>
              </a:ext>
            </a:extLst>
          </p:cNvPr>
          <p:cNvSpPr txBox="1"/>
          <p:nvPr/>
        </p:nvSpPr>
        <p:spPr>
          <a:xfrm>
            <a:off x="6705376" y="1830071"/>
            <a:ext cx="1331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Attacker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661CFBF-EAB4-4911-BB36-34379FDD1DA7}"/>
                  </a:ext>
                </a:extLst>
              </p:cNvPr>
              <p:cNvSpPr txBox="1"/>
              <p:nvPr/>
            </p:nvSpPr>
            <p:spPr>
              <a:xfrm>
                <a:off x="6754506" y="2040229"/>
                <a:ext cx="1357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IN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task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661CFBF-EAB4-4911-BB36-34379FDD1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506" y="2040229"/>
                <a:ext cx="1357092" cy="307777"/>
              </a:xfrm>
              <a:prstGeom prst="rect">
                <a:avLst/>
              </a:prstGeom>
              <a:blipFill>
                <a:blip r:embed="rId8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4845F044-C08A-42EC-BDA5-29E21A916DEA}"/>
              </a:ext>
            </a:extLst>
          </p:cNvPr>
          <p:cNvSpPr txBox="1"/>
          <p:nvPr/>
        </p:nvSpPr>
        <p:spPr>
          <a:xfrm>
            <a:off x="6631814" y="2359600"/>
            <a:ext cx="2126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Cambria" panose="02040503050406030204" pitchFamily="18" charset="0"/>
                <a:ea typeface="Cambria" panose="02040503050406030204" pitchFamily="18" charset="0"/>
              </a:rPr>
              <a:t>.  .  .  .  .  .  .  .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94E11F-5D7D-4A7F-93DB-DDA1DF24D6A9}"/>
              </a:ext>
            </a:extLst>
          </p:cNvPr>
          <p:cNvCxnSpPr>
            <a:cxnSpLocks/>
          </p:cNvCxnSpPr>
          <p:nvPr/>
        </p:nvCxnSpPr>
        <p:spPr>
          <a:xfrm rot="16200000">
            <a:off x="4904424" y="3109901"/>
            <a:ext cx="2864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4D2D93F-44D9-4632-8296-34192539AE7E}"/>
              </a:ext>
            </a:extLst>
          </p:cNvPr>
          <p:cNvCxnSpPr>
            <a:cxnSpLocks/>
          </p:cNvCxnSpPr>
          <p:nvPr/>
        </p:nvCxnSpPr>
        <p:spPr>
          <a:xfrm rot="16200000">
            <a:off x="4626801" y="3096476"/>
            <a:ext cx="2864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216AEF5-1256-4813-98BC-C006AA3B96E7}"/>
              </a:ext>
            </a:extLst>
          </p:cNvPr>
          <p:cNvGrpSpPr/>
          <p:nvPr/>
        </p:nvGrpSpPr>
        <p:grpSpPr>
          <a:xfrm>
            <a:off x="6442590" y="2709117"/>
            <a:ext cx="1582694" cy="287489"/>
            <a:chOff x="6982755" y="3129482"/>
            <a:chExt cx="1704253" cy="205456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125BB99-361A-41AE-AC1E-8956807819F7}"/>
                </a:ext>
              </a:extLst>
            </p:cNvPr>
            <p:cNvSpPr/>
            <p:nvPr/>
          </p:nvSpPr>
          <p:spPr>
            <a:xfrm>
              <a:off x="7192962" y="3135973"/>
              <a:ext cx="390368" cy="726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4581A97-57AC-4DF3-A793-B7454D3B975E}"/>
                </a:ext>
              </a:extLst>
            </p:cNvPr>
            <p:cNvSpPr/>
            <p:nvPr/>
          </p:nvSpPr>
          <p:spPr>
            <a:xfrm>
              <a:off x="7983148" y="3129482"/>
              <a:ext cx="390368" cy="7268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A5D848D-016C-40AA-9DB9-E74506B8C321}"/>
                </a:ext>
              </a:extLst>
            </p:cNvPr>
            <p:cNvSpPr txBox="1"/>
            <p:nvPr/>
          </p:nvSpPr>
          <p:spPr>
            <a:xfrm>
              <a:off x="6982755" y="3180970"/>
              <a:ext cx="822676" cy="153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dirty="0">
                  <a:latin typeface="Cambria" panose="02040503050406030204" pitchFamily="18" charset="0"/>
                  <a:ea typeface="Cambria" panose="02040503050406030204" pitchFamily="18" charset="0"/>
                </a:rPr>
                <a:t>Sensor </a:t>
              </a:r>
              <a:r>
                <a:rPr lang="en-IN" sz="8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Msg</a:t>
              </a:r>
              <a:endParaRPr lang="en-IN" sz="8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6943A22-DE61-4575-A083-B037B3668809}"/>
                </a:ext>
              </a:extLst>
            </p:cNvPr>
            <p:cNvSpPr txBox="1"/>
            <p:nvPr/>
          </p:nvSpPr>
          <p:spPr>
            <a:xfrm>
              <a:off x="7738030" y="3177599"/>
              <a:ext cx="948978" cy="153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dirty="0">
                  <a:latin typeface="Cambria" panose="02040503050406030204" pitchFamily="18" charset="0"/>
                  <a:ea typeface="Cambria" panose="02040503050406030204" pitchFamily="18" charset="0"/>
                </a:rPr>
                <a:t>Actuator  </a:t>
              </a:r>
              <a:r>
                <a:rPr lang="en-IN" sz="8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Msg</a:t>
              </a:r>
              <a:endParaRPr lang="en-IN" sz="8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0CC7904-9662-4F0D-927A-51D173BB2EB0}"/>
              </a:ext>
            </a:extLst>
          </p:cNvPr>
          <p:cNvGrpSpPr/>
          <p:nvPr/>
        </p:nvGrpSpPr>
        <p:grpSpPr>
          <a:xfrm>
            <a:off x="6471277" y="2933577"/>
            <a:ext cx="1671516" cy="923008"/>
            <a:chOff x="4003448" y="4735664"/>
            <a:chExt cx="1671516" cy="923008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B3E084CF-5CD6-4A78-BA2E-CEC09AB933D4}"/>
                </a:ext>
              </a:extLst>
            </p:cNvPr>
            <p:cNvSpPr/>
            <p:nvPr/>
          </p:nvSpPr>
          <p:spPr>
            <a:xfrm>
              <a:off x="4003448" y="4776394"/>
              <a:ext cx="1632741" cy="882277"/>
            </a:xfrm>
            <a:prstGeom prst="roundRect">
              <a:avLst>
                <a:gd name="adj" fmla="val 5103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5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7511C6E-DF82-410A-A53D-8185C06F2203}"/>
                </a:ext>
              </a:extLst>
            </p:cNvPr>
            <p:cNvSpPr txBox="1"/>
            <p:nvPr/>
          </p:nvSpPr>
          <p:spPr>
            <a:xfrm>
              <a:off x="4828918" y="4735664"/>
              <a:ext cx="8460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50" dirty="0">
                  <a:latin typeface="Cambria" panose="02040503050406030204" pitchFamily="18" charset="0"/>
                  <a:ea typeface="Cambria" panose="02040503050406030204" pitchFamily="18" charset="0"/>
                </a:rPr>
                <a:t>Control Task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91A1D9B2-F804-4269-995E-F48708EBF393}"/>
                </a:ext>
              </a:extLst>
            </p:cNvPr>
            <p:cNvGrpSpPr/>
            <p:nvPr/>
          </p:nvGrpSpPr>
          <p:grpSpPr>
            <a:xfrm>
              <a:off x="4028715" y="4906382"/>
              <a:ext cx="1620538" cy="752290"/>
              <a:chOff x="4028715" y="4906382"/>
              <a:chExt cx="1620538" cy="752290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A658DF9-E20A-43A5-AA06-1C223CAA863C}"/>
                  </a:ext>
                </a:extLst>
              </p:cNvPr>
              <p:cNvGrpSpPr/>
              <p:nvPr/>
            </p:nvGrpSpPr>
            <p:grpSpPr>
              <a:xfrm>
                <a:off x="4921232" y="4974398"/>
                <a:ext cx="714957" cy="246221"/>
                <a:chOff x="1445621" y="1291609"/>
                <a:chExt cx="855479" cy="300074"/>
              </a:xfrm>
            </p:grpSpPr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1775BB66-99C7-464B-957B-8BCEE42A1DD2}"/>
                    </a:ext>
                  </a:extLst>
                </p:cNvPr>
                <p:cNvSpPr/>
                <p:nvPr/>
              </p:nvSpPr>
              <p:spPr>
                <a:xfrm>
                  <a:off x="1502629" y="1346511"/>
                  <a:ext cx="741463" cy="23701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950" dirty="0"/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E8324E32-DFDD-46A8-AC80-4AFD10EAD5B1}"/>
                    </a:ext>
                  </a:extLst>
                </p:cNvPr>
                <p:cNvSpPr txBox="1"/>
                <p:nvPr/>
              </p:nvSpPr>
              <p:spPr>
                <a:xfrm>
                  <a:off x="1445621" y="1291609"/>
                  <a:ext cx="855479" cy="3000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Controller</a:t>
                  </a:r>
                </a:p>
              </p:txBody>
            </p:sp>
          </p:grp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F1885AC3-B1FC-4C44-8F21-2D21E64AD626}"/>
                  </a:ext>
                </a:extLst>
              </p:cNvPr>
              <p:cNvSpPr/>
              <p:nvPr/>
            </p:nvSpPr>
            <p:spPr>
              <a:xfrm>
                <a:off x="4970512" y="5454121"/>
                <a:ext cx="631097" cy="15861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5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A0AE22A-C69F-497E-97D5-A523E045DA6D}"/>
                  </a:ext>
                </a:extLst>
              </p:cNvPr>
              <p:cNvSpPr txBox="1"/>
              <p:nvPr/>
            </p:nvSpPr>
            <p:spPr>
              <a:xfrm>
                <a:off x="4952592" y="5412451"/>
                <a:ext cx="6966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Estimator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2B2D6F0-4A0D-46B7-8227-7A0AC0382F30}"/>
                  </a:ext>
                </a:extLst>
              </p:cNvPr>
              <p:cNvSpPr/>
              <p:nvPr/>
            </p:nvSpPr>
            <p:spPr>
              <a:xfrm>
                <a:off x="4028715" y="5437997"/>
                <a:ext cx="758563" cy="17474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95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295EBCB-8632-45D0-92BC-7C7144D033F7}"/>
                  </a:ext>
                </a:extLst>
              </p:cNvPr>
              <p:cNvSpPr txBox="1"/>
              <p:nvPr/>
            </p:nvSpPr>
            <p:spPr>
              <a:xfrm>
                <a:off x="4097470" y="5402913"/>
                <a:ext cx="65334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Detector</a:t>
                </a: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B40063F1-61F3-4C27-A7B1-4AA5655986C4}"/>
                  </a:ext>
                </a:extLst>
              </p:cNvPr>
              <p:cNvGrpSpPr/>
              <p:nvPr/>
            </p:nvGrpSpPr>
            <p:grpSpPr>
              <a:xfrm>
                <a:off x="4426588" y="4906382"/>
                <a:ext cx="494624" cy="317177"/>
                <a:chOff x="1712903" y="1226536"/>
                <a:chExt cx="591840" cy="386550"/>
              </a:xfrm>
            </p:grpSpPr>
            <p:sp>
              <p:nvSpPr>
                <p:cNvPr id="109" name="Diamond 108">
                  <a:extLst>
                    <a:ext uri="{FF2B5EF4-FFF2-40B4-BE49-F238E27FC236}">
                      <a16:creationId xmlns:a16="http://schemas.microsoft.com/office/drawing/2014/main" id="{92A33330-B7DA-4513-A64A-BB070C8D677B}"/>
                    </a:ext>
                  </a:extLst>
                </p:cNvPr>
                <p:cNvSpPr/>
                <p:nvPr/>
              </p:nvSpPr>
              <p:spPr>
                <a:xfrm>
                  <a:off x="1759299" y="1226536"/>
                  <a:ext cx="372494" cy="386550"/>
                </a:xfrm>
                <a:prstGeom prst="diamond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950" dirty="0"/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1388F381-DC15-4460-89E9-2C54F769B955}"/>
                    </a:ext>
                  </a:extLst>
                </p:cNvPr>
                <p:cNvSpPr txBox="1"/>
                <p:nvPr/>
              </p:nvSpPr>
              <p:spPr>
                <a:xfrm>
                  <a:off x="1712903" y="1265172"/>
                  <a:ext cx="591840" cy="3000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5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&gt;Th</a:t>
                  </a:r>
                </a:p>
              </p:txBody>
            </p:sp>
          </p:grp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763A3759-5CC8-4B0F-BB6E-3F34E6019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4304" y="5213921"/>
                <a:ext cx="0" cy="2240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53CE0162-3ED4-4843-BA66-685B511636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10440" y="5213922"/>
                <a:ext cx="0" cy="2401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904841B-B62C-4CF9-ACC8-6FD08AA6E696}"/>
                  </a:ext>
                </a:extLst>
              </p:cNvPr>
              <p:cNvCxnSpPr>
                <a:cxnSpLocks/>
                <a:stCxn id="98" idx="1"/>
              </p:cNvCxnSpPr>
              <p:nvPr/>
            </p:nvCxnSpPr>
            <p:spPr>
              <a:xfrm flipH="1">
                <a:off x="4783067" y="5533431"/>
                <a:ext cx="18744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12F23112-606B-45DD-B4DC-989B6F083E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3898" y="5064533"/>
                <a:ext cx="19630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258CF780-2D14-4D0F-919A-FB8E33F6F1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838" r="92576" b="51403"/>
              <a:stretch/>
            </p:blipFill>
            <p:spPr>
              <a:xfrm>
                <a:off x="4028715" y="4959222"/>
                <a:ext cx="197026" cy="203944"/>
              </a:xfrm>
              <a:prstGeom prst="rect">
                <a:avLst/>
              </a:prstGeom>
            </p:spPr>
          </p:pic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8443A0B-89D5-40C4-A818-C90D4AC4C7EF}"/>
                  </a:ext>
                </a:extLst>
              </p:cNvPr>
              <p:cNvCxnSpPr>
                <a:cxnSpLocks/>
                <a:endCxn id="109" idx="2"/>
              </p:cNvCxnSpPr>
              <p:nvPr/>
            </p:nvCxnSpPr>
            <p:spPr>
              <a:xfrm flipH="1" flipV="1">
                <a:off x="4621017" y="5223559"/>
                <a:ext cx="4652" cy="2039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CE3B8C7-A409-44DD-B28E-7D9F709C21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95311" y="2654987"/>
            <a:ext cx="341452" cy="26443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948ECE5-4747-4397-BD5B-0C9369DB65EA}"/>
              </a:ext>
            </a:extLst>
          </p:cNvPr>
          <p:cNvSpPr txBox="1"/>
          <p:nvPr/>
        </p:nvSpPr>
        <p:spPr>
          <a:xfrm>
            <a:off x="2378524" y="2711507"/>
            <a:ext cx="1104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I/O Buffer</a:t>
            </a:r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FEB1AC-6F42-4D0F-A32A-DBE702DEA650}"/>
              </a:ext>
            </a:extLst>
          </p:cNvPr>
          <p:cNvCxnSpPr>
            <a:cxnSpLocks/>
            <a:stCxn id="57" idx="2"/>
            <a:endCxn id="94" idx="2"/>
          </p:cNvCxnSpPr>
          <p:nvPr/>
        </p:nvCxnSpPr>
        <p:spPr>
          <a:xfrm rot="5400000" flipH="1" flipV="1">
            <a:off x="6192033" y="2805903"/>
            <a:ext cx="44934" cy="2146296"/>
          </a:xfrm>
          <a:prstGeom prst="bentConnector3">
            <a:avLst>
              <a:gd name="adj1" fmla="val -274841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3E4785FB-EE19-49CE-9E38-2AF7557BEAE6}"/>
              </a:ext>
            </a:extLst>
          </p:cNvPr>
          <p:cNvCxnSpPr>
            <a:cxnSpLocks/>
            <a:stCxn id="14" idx="1"/>
            <a:endCxn id="7" idx="0"/>
          </p:cNvCxnSpPr>
          <p:nvPr/>
        </p:nvCxnSpPr>
        <p:spPr>
          <a:xfrm rot="16200000" flipH="1">
            <a:off x="3282522" y="1460649"/>
            <a:ext cx="640774" cy="1386023"/>
          </a:xfrm>
          <a:prstGeom prst="bentConnector3">
            <a:avLst>
              <a:gd name="adj1" fmla="val 6888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7B4B93F-0AAF-4F9D-A2A6-02F09447372F}"/>
              </a:ext>
            </a:extLst>
          </p:cNvPr>
          <p:cNvGrpSpPr/>
          <p:nvPr/>
        </p:nvGrpSpPr>
        <p:grpSpPr>
          <a:xfrm>
            <a:off x="4207722" y="1942984"/>
            <a:ext cx="2130418" cy="520772"/>
            <a:chOff x="4207722" y="1942984"/>
            <a:chExt cx="2130418" cy="520772"/>
          </a:xfrm>
        </p:grpSpPr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18629C56-42FA-43C9-93AA-81973133E9FD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4207722" y="1942984"/>
              <a:ext cx="330389" cy="29926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2E4BBCE-E13F-4945-8E1F-B83E1555342D}"/>
                </a:ext>
              </a:extLst>
            </p:cNvPr>
            <p:cNvCxnSpPr>
              <a:cxnSpLocks/>
            </p:cNvCxnSpPr>
            <p:nvPr/>
          </p:nvCxnSpPr>
          <p:spPr>
            <a:xfrm>
              <a:off x="4481002" y="2241824"/>
              <a:ext cx="185713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9A8D714-4F46-42EB-8CC3-69C71F4FCA88}"/>
                </a:ext>
              </a:extLst>
            </p:cNvPr>
            <p:cNvCxnSpPr>
              <a:cxnSpLocks/>
            </p:cNvCxnSpPr>
            <p:nvPr/>
          </p:nvCxnSpPr>
          <p:spPr>
            <a:xfrm>
              <a:off x="6331687" y="2242244"/>
              <a:ext cx="0" cy="2215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60274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E4F351-8D8C-4707-880A-E9578DBD80A7}"/>
              </a:ext>
            </a:extLst>
          </p:cNvPr>
          <p:cNvCxnSpPr>
            <a:cxnSpLocks/>
          </p:cNvCxnSpPr>
          <p:nvPr/>
        </p:nvCxnSpPr>
        <p:spPr>
          <a:xfrm>
            <a:off x="691936" y="3190509"/>
            <a:ext cx="35322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7A5D37-0678-4935-9E22-285FA3010339}"/>
              </a:ext>
            </a:extLst>
          </p:cNvPr>
          <p:cNvCxnSpPr>
            <a:cxnSpLocks/>
          </p:cNvCxnSpPr>
          <p:nvPr/>
        </p:nvCxnSpPr>
        <p:spPr>
          <a:xfrm flipV="1">
            <a:off x="898017" y="2638574"/>
            <a:ext cx="0" cy="5418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531B833-E535-4D63-BB64-74FE8EF81A86}"/>
              </a:ext>
            </a:extLst>
          </p:cNvPr>
          <p:cNvSpPr/>
          <p:nvPr/>
        </p:nvSpPr>
        <p:spPr>
          <a:xfrm>
            <a:off x="898017" y="2816944"/>
            <a:ext cx="302135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D72CAA-2C58-44DB-8240-201BD9EA6EFC}"/>
              </a:ext>
            </a:extLst>
          </p:cNvPr>
          <p:cNvCxnSpPr>
            <a:cxnSpLocks/>
          </p:cNvCxnSpPr>
          <p:nvPr/>
        </p:nvCxnSpPr>
        <p:spPr>
          <a:xfrm flipV="1">
            <a:off x="1981751" y="2638574"/>
            <a:ext cx="0" cy="5418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B092FA9-758F-4297-A686-2B3B85D601A9}"/>
              </a:ext>
            </a:extLst>
          </p:cNvPr>
          <p:cNvSpPr/>
          <p:nvPr/>
        </p:nvSpPr>
        <p:spPr>
          <a:xfrm>
            <a:off x="1985821" y="2817056"/>
            <a:ext cx="302135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9570710-D3F0-46B9-9869-8461F9B9DBFB}"/>
              </a:ext>
            </a:extLst>
          </p:cNvPr>
          <p:cNvGrpSpPr/>
          <p:nvPr/>
        </p:nvGrpSpPr>
        <p:grpSpPr>
          <a:xfrm>
            <a:off x="3084163" y="2638574"/>
            <a:ext cx="302903" cy="549535"/>
            <a:chOff x="3272500" y="2758531"/>
            <a:chExt cx="302903" cy="54953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D7B9CB0-FF10-4441-99DA-AE8F94F4D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2500" y="2758531"/>
              <a:ext cx="0" cy="541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529F24-8063-4023-AAE3-B31E22BE8F49}"/>
                </a:ext>
              </a:extLst>
            </p:cNvPr>
            <p:cNvSpPr/>
            <p:nvPr/>
          </p:nvSpPr>
          <p:spPr>
            <a:xfrm>
              <a:off x="3273268" y="2938734"/>
              <a:ext cx="302135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4590457-13A6-4EAA-B0C5-DB6E4A13A47D}"/>
                  </a:ext>
                </a:extLst>
              </p:cNvPr>
              <p:cNvSpPr txBox="1"/>
              <p:nvPr/>
            </p:nvSpPr>
            <p:spPr>
              <a:xfrm>
                <a:off x="1049084" y="2206410"/>
                <a:ext cx="27428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Periodic task schedule Hyperperiod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4590457-13A6-4EAA-B0C5-DB6E4A13A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84" y="2206410"/>
                <a:ext cx="2742898" cy="276999"/>
              </a:xfrm>
              <a:prstGeom prst="rect">
                <a:avLst/>
              </a:prstGeom>
              <a:blipFill>
                <a:blip r:embed="rId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E9843C6-E9C0-4467-B80F-DE5B37F2F803}"/>
                  </a:ext>
                </a:extLst>
              </p:cNvPr>
              <p:cNvSpPr txBox="1"/>
              <p:nvPr/>
            </p:nvSpPr>
            <p:spPr>
              <a:xfrm>
                <a:off x="3419325" y="738138"/>
                <a:ext cx="4317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E9843C6-E9C0-4467-B80F-DE5B37F2F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325" y="738138"/>
                <a:ext cx="4317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704F29C-7765-4F3B-AFF4-24D1FCE5FBB1}"/>
              </a:ext>
            </a:extLst>
          </p:cNvPr>
          <p:cNvCxnSpPr/>
          <p:nvPr/>
        </p:nvCxnSpPr>
        <p:spPr>
          <a:xfrm>
            <a:off x="898017" y="3269905"/>
            <a:ext cx="0" cy="2286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FCB85C2-D1AA-432E-A587-9623B504AF43}"/>
              </a:ext>
            </a:extLst>
          </p:cNvPr>
          <p:cNvCxnSpPr/>
          <p:nvPr/>
        </p:nvCxnSpPr>
        <p:spPr>
          <a:xfrm>
            <a:off x="1981751" y="3269905"/>
            <a:ext cx="0" cy="2286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CE5CC42-17DA-4B08-99B7-DE7DA36CB0AA}"/>
              </a:ext>
            </a:extLst>
          </p:cNvPr>
          <p:cNvGrpSpPr/>
          <p:nvPr/>
        </p:nvGrpSpPr>
        <p:grpSpPr>
          <a:xfrm>
            <a:off x="990017" y="3230316"/>
            <a:ext cx="875262" cy="307777"/>
            <a:chOff x="1238176" y="3350273"/>
            <a:chExt cx="875262" cy="307777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AE80420-1261-48A4-845C-B350B29C4169}"/>
                </a:ext>
              </a:extLst>
            </p:cNvPr>
            <p:cNvCxnSpPr/>
            <p:nvPr/>
          </p:nvCxnSpPr>
          <p:spPr>
            <a:xfrm>
              <a:off x="1238176" y="3504161"/>
              <a:ext cx="875262" cy="0"/>
            </a:xfrm>
            <a:prstGeom prst="line">
              <a:avLst/>
            </a:prstGeom>
            <a:ln w="12700"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A538FEC-BD81-4BE1-8F71-6FBBE8E0F9D2}"/>
                    </a:ext>
                  </a:extLst>
                </p:cNvPr>
                <p:cNvSpPr txBox="1"/>
                <p:nvPr/>
              </p:nvSpPr>
              <p:spPr>
                <a:xfrm>
                  <a:off x="1472143" y="3350273"/>
                  <a:ext cx="43180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A538FEC-BD81-4BE1-8F71-6FBBE8E0F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2143" y="3350273"/>
                  <a:ext cx="43180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7D81A2A-408A-4C70-8F1D-A98ECF8C22A6}"/>
              </a:ext>
            </a:extLst>
          </p:cNvPr>
          <p:cNvCxnSpPr/>
          <p:nvPr/>
        </p:nvCxnSpPr>
        <p:spPr>
          <a:xfrm>
            <a:off x="3084163" y="3262343"/>
            <a:ext cx="0" cy="2286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E8EACDF-54E9-48A2-AC42-3509DF01978F}"/>
              </a:ext>
            </a:extLst>
          </p:cNvPr>
          <p:cNvGrpSpPr/>
          <p:nvPr/>
        </p:nvGrpSpPr>
        <p:grpSpPr>
          <a:xfrm>
            <a:off x="2080641" y="3230315"/>
            <a:ext cx="875262" cy="307777"/>
            <a:chOff x="1238176" y="3350273"/>
            <a:chExt cx="875262" cy="307777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CA296E6-4647-4E4D-A4DA-22422D8398D7}"/>
                </a:ext>
              </a:extLst>
            </p:cNvPr>
            <p:cNvCxnSpPr/>
            <p:nvPr/>
          </p:nvCxnSpPr>
          <p:spPr>
            <a:xfrm>
              <a:off x="1238176" y="3504161"/>
              <a:ext cx="875262" cy="0"/>
            </a:xfrm>
            <a:prstGeom prst="line">
              <a:avLst/>
            </a:prstGeom>
            <a:ln w="12700"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BB738EB-10CA-4760-ABE2-DA23572B6046}"/>
                    </a:ext>
                  </a:extLst>
                </p:cNvPr>
                <p:cNvSpPr txBox="1"/>
                <p:nvPr/>
              </p:nvSpPr>
              <p:spPr>
                <a:xfrm>
                  <a:off x="1472143" y="3350273"/>
                  <a:ext cx="43180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BB738EB-10CA-4760-ABE2-DA23572B6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2143" y="3350273"/>
                  <a:ext cx="43180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6FD8A74-774F-4B74-B913-F3D3EFFCCD4C}"/>
              </a:ext>
            </a:extLst>
          </p:cNvPr>
          <p:cNvSpPr/>
          <p:nvPr/>
        </p:nvSpPr>
        <p:spPr>
          <a:xfrm>
            <a:off x="1199888" y="2816803"/>
            <a:ext cx="116400" cy="369332"/>
          </a:xfrm>
          <a:prstGeom prst="rect">
            <a:avLst/>
          </a:prstGeom>
          <a:pattFill prst="wdUp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352EECF-F67E-4846-9139-B30D058F9976}"/>
              </a:ext>
            </a:extLst>
          </p:cNvPr>
          <p:cNvSpPr/>
          <p:nvPr/>
        </p:nvSpPr>
        <p:spPr>
          <a:xfrm>
            <a:off x="1314410" y="2816956"/>
            <a:ext cx="217653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E13C296-FF87-436A-A9B7-8E62F4D97DA6}"/>
              </a:ext>
            </a:extLst>
          </p:cNvPr>
          <p:cNvSpPr/>
          <p:nvPr/>
        </p:nvSpPr>
        <p:spPr>
          <a:xfrm>
            <a:off x="2287263" y="2820238"/>
            <a:ext cx="116400" cy="369332"/>
          </a:xfrm>
          <a:prstGeom prst="rect">
            <a:avLst/>
          </a:prstGeom>
          <a:pattFill prst="wdUp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AC0EDD6-EAFE-4595-BCB9-49DEBA47BE1C}"/>
              </a:ext>
            </a:extLst>
          </p:cNvPr>
          <p:cNvSpPr/>
          <p:nvPr/>
        </p:nvSpPr>
        <p:spPr>
          <a:xfrm>
            <a:off x="2401789" y="2820391"/>
            <a:ext cx="217653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3ABED69-5ABB-4C6D-A040-97FDFD4576CE}"/>
              </a:ext>
            </a:extLst>
          </p:cNvPr>
          <p:cNvSpPr/>
          <p:nvPr/>
        </p:nvSpPr>
        <p:spPr>
          <a:xfrm>
            <a:off x="3387742" y="2817650"/>
            <a:ext cx="116400" cy="369332"/>
          </a:xfrm>
          <a:prstGeom prst="rect">
            <a:avLst/>
          </a:prstGeom>
          <a:pattFill prst="wdUp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DD5E557-0FC7-4527-A6A7-7D1B20C69427}"/>
              </a:ext>
            </a:extLst>
          </p:cNvPr>
          <p:cNvSpPr/>
          <p:nvPr/>
        </p:nvSpPr>
        <p:spPr>
          <a:xfrm>
            <a:off x="3500925" y="2817803"/>
            <a:ext cx="217653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A348B43-662A-4145-84A6-FA9ADE1BAC2C}"/>
              </a:ext>
            </a:extLst>
          </p:cNvPr>
          <p:cNvGrpSpPr/>
          <p:nvPr/>
        </p:nvGrpSpPr>
        <p:grpSpPr>
          <a:xfrm>
            <a:off x="3165334" y="3222754"/>
            <a:ext cx="875262" cy="307777"/>
            <a:chOff x="1238176" y="3350273"/>
            <a:chExt cx="875262" cy="307777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CED1413-2B35-4CFD-B776-D3271F5A90F6}"/>
                </a:ext>
              </a:extLst>
            </p:cNvPr>
            <p:cNvCxnSpPr/>
            <p:nvPr/>
          </p:nvCxnSpPr>
          <p:spPr>
            <a:xfrm>
              <a:off x="1238176" y="3504161"/>
              <a:ext cx="875262" cy="0"/>
            </a:xfrm>
            <a:prstGeom prst="line">
              <a:avLst/>
            </a:prstGeom>
            <a:ln w="12700"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8EF4FEDA-B81B-45D9-BECA-8B1A18C12C8B}"/>
                    </a:ext>
                  </a:extLst>
                </p:cNvPr>
                <p:cNvSpPr txBox="1"/>
                <p:nvPr/>
              </p:nvSpPr>
              <p:spPr>
                <a:xfrm>
                  <a:off x="1472143" y="3350273"/>
                  <a:ext cx="43180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8EF4FEDA-B81B-45D9-BECA-8B1A18C12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2143" y="3350273"/>
                  <a:ext cx="431800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E84868D-6870-4873-B59B-41844185F277}"/>
              </a:ext>
            </a:extLst>
          </p:cNvPr>
          <p:cNvCxnSpPr/>
          <p:nvPr/>
        </p:nvCxnSpPr>
        <p:spPr>
          <a:xfrm>
            <a:off x="4173973" y="3230315"/>
            <a:ext cx="0" cy="2286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7960D8B-A81D-44D4-A6CF-30A2717972AA}"/>
                  </a:ext>
                </a:extLst>
              </p:cNvPr>
              <p:cNvSpPr txBox="1"/>
              <p:nvPr/>
            </p:nvSpPr>
            <p:spPr>
              <a:xfrm>
                <a:off x="893255" y="2511415"/>
                <a:ext cx="274595" cy="327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7960D8B-A81D-44D4-A6CF-30A271797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55" y="2511415"/>
                <a:ext cx="274595" cy="327782"/>
              </a:xfrm>
              <a:prstGeom prst="rect">
                <a:avLst/>
              </a:prstGeom>
              <a:blipFill>
                <a:blip r:embed="rId6"/>
                <a:stretch>
                  <a:fillRect r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64E11B7-BE7F-4AC4-BD44-164B0A93D1CD}"/>
                  </a:ext>
                </a:extLst>
              </p:cNvPr>
              <p:cNvSpPr txBox="1"/>
              <p:nvPr/>
            </p:nvSpPr>
            <p:spPr>
              <a:xfrm>
                <a:off x="1952090" y="2514183"/>
                <a:ext cx="274595" cy="327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64E11B7-BE7F-4AC4-BD44-164B0A93D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090" y="2514183"/>
                <a:ext cx="274595" cy="327782"/>
              </a:xfrm>
              <a:prstGeom prst="rect">
                <a:avLst/>
              </a:prstGeom>
              <a:blipFill>
                <a:blip r:embed="rId7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CDE67D0-5272-4835-8FE9-72E777AC7DD3}"/>
                  </a:ext>
                </a:extLst>
              </p:cNvPr>
              <p:cNvSpPr txBox="1"/>
              <p:nvPr/>
            </p:nvSpPr>
            <p:spPr>
              <a:xfrm>
                <a:off x="3052855" y="2503521"/>
                <a:ext cx="274595" cy="327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CDE67D0-5272-4835-8FE9-72E777AC7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55" y="2503521"/>
                <a:ext cx="274595" cy="327782"/>
              </a:xfrm>
              <a:prstGeom prst="rect">
                <a:avLst/>
              </a:prstGeom>
              <a:blipFill>
                <a:blip r:embed="rId8"/>
                <a:stretch>
                  <a:fillRect r="-6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EF8D1E55-F1B4-427A-AB67-1BA63B323C2D}"/>
              </a:ext>
            </a:extLst>
          </p:cNvPr>
          <p:cNvSpPr/>
          <p:nvPr/>
        </p:nvSpPr>
        <p:spPr>
          <a:xfrm>
            <a:off x="605593" y="2230473"/>
            <a:ext cx="3687719" cy="1388181"/>
          </a:xfrm>
          <a:prstGeom prst="roundRect">
            <a:avLst>
              <a:gd name="adj" fmla="val 7848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BBF12238-88EF-4E78-9436-DE466CDFFDF4}"/>
              </a:ext>
            </a:extLst>
          </p:cNvPr>
          <p:cNvGrpSpPr/>
          <p:nvPr/>
        </p:nvGrpSpPr>
        <p:grpSpPr>
          <a:xfrm>
            <a:off x="4461790" y="3700363"/>
            <a:ext cx="3687719" cy="1559628"/>
            <a:chOff x="4511964" y="4002922"/>
            <a:chExt cx="3687719" cy="1559628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DD25E52-6412-492D-B476-6BDDD9B30B47}"/>
                </a:ext>
              </a:extLst>
            </p:cNvPr>
            <p:cNvCxnSpPr>
              <a:cxnSpLocks/>
            </p:cNvCxnSpPr>
            <p:nvPr/>
          </p:nvCxnSpPr>
          <p:spPr>
            <a:xfrm>
              <a:off x="5822789" y="5081660"/>
              <a:ext cx="614621" cy="0"/>
            </a:xfrm>
            <a:prstGeom prst="line">
              <a:avLst/>
            </a:prstGeom>
            <a:ln w="12700"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D6FB458-5D9B-48D5-B5BE-5276AF321D0E}"/>
                </a:ext>
              </a:extLst>
            </p:cNvPr>
            <p:cNvCxnSpPr>
              <a:cxnSpLocks/>
            </p:cNvCxnSpPr>
            <p:nvPr/>
          </p:nvCxnSpPr>
          <p:spPr>
            <a:xfrm>
              <a:off x="6949866" y="5097877"/>
              <a:ext cx="614621" cy="0"/>
            </a:xfrm>
            <a:prstGeom prst="line">
              <a:avLst/>
            </a:prstGeom>
            <a:ln w="12700"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4F023A4-720A-472A-96BB-FA84D50D64A3}"/>
                </a:ext>
              </a:extLst>
            </p:cNvPr>
            <p:cNvCxnSpPr>
              <a:cxnSpLocks/>
            </p:cNvCxnSpPr>
            <p:nvPr/>
          </p:nvCxnSpPr>
          <p:spPr>
            <a:xfrm>
              <a:off x="4545584" y="4925180"/>
              <a:ext cx="35322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AAEF7AC-D3F9-48A6-99AC-0D592D8EC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045" y="4373245"/>
              <a:ext cx="0" cy="541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A886D9C-B802-461E-A438-8CEE9F33B272}"/>
                </a:ext>
              </a:extLst>
            </p:cNvPr>
            <p:cNvSpPr/>
            <p:nvPr/>
          </p:nvSpPr>
          <p:spPr>
            <a:xfrm>
              <a:off x="4938397" y="4559045"/>
              <a:ext cx="302135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F4CE402-0541-45F2-8356-755F7BE627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1779" y="4373245"/>
              <a:ext cx="0" cy="541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DA1068A-311C-4623-B79E-C226A3764DA0}"/>
                </a:ext>
              </a:extLst>
            </p:cNvPr>
            <p:cNvSpPr/>
            <p:nvPr/>
          </p:nvSpPr>
          <p:spPr>
            <a:xfrm>
              <a:off x="6454509" y="4553544"/>
              <a:ext cx="302135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B18C02F6-E7C8-489C-953A-8F0F49B6A300}"/>
                </a:ext>
              </a:extLst>
            </p:cNvPr>
            <p:cNvGrpSpPr/>
            <p:nvPr/>
          </p:nvGrpSpPr>
          <p:grpSpPr>
            <a:xfrm>
              <a:off x="6904191" y="4373245"/>
              <a:ext cx="982172" cy="549028"/>
              <a:chOff x="3272500" y="2758531"/>
              <a:chExt cx="982172" cy="549028"/>
            </a:xfrm>
          </p:grpSpPr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1254E9DB-EE93-4601-9F67-22D082CE01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2500" y="2758531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6F51AEF9-D403-499F-93E3-6AE7B84A667A}"/>
                  </a:ext>
                </a:extLst>
              </p:cNvPr>
              <p:cNvSpPr/>
              <p:nvPr/>
            </p:nvSpPr>
            <p:spPr>
              <a:xfrm>
                <a:off x="3952537" y="2938227"/>
                <a:ext cx="302135" cy="36933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8E24A08-3C5A-48A1-A5B9-085256C2EAFB}"/>
                </a:ext>
              </a:extLst>
            </p:cNvPr>
            <p:cNvCxnSpPr/>
            <p:nvPr/>
          </p:nvCxnSpPr>
          <p:spPr>
            <a:xfrm>
              <a:off x="5801779" y="5210786"/>
              <a:ext cx="0" cy="22860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24482A2-3D54-44B3-B6B2-50C3B47ED2F7}"/>
                </a:ext>
              </a:extLst>
            </p:cNvPr>
            <p:cNvCxnSpPr/>
            <p:nvPr/>
          </p:nvCxnSpPr>
          <p:spPr>
            <a:xfrm>
              <a:off x="6917397" y="5193585"/>
              <a:ext cx="0" cy="22860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91EEB2E-0151-4296-9169-8E36B7FE5E8B}"/>
                </a:ext>
              </a:extLst>
            </p:cNvPr>
            <p:cNvSpPr/>
            <p:nvPr/>
          </p:nvSpPr>
          <p:spPr>
            <a:xfrm>
              <a:off x="4719346" y="4558923"/>
              <a:ext cx="116400" cy="369332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B52EC9A-023D-4B34-BF8B-F5E3CED17909}"/>
                </a:ext>
              </a:extLst>
            </p:cNvPr>
            <p:cNvSpPr/>
            <p:nvPr/>
          </p:nvSpPr>
          <p:spPr>
            <a:xfrm>
              <a:off x="5237433" y="4557538"/>
              <a:ext cx="142376" cy="36399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C4E8923-A8FD-4F1D-A138-3CE3C0BB7332}"/>
                </a:ext>
              </a:extLst>
            </p:cNvPr>
            <p:cNvSpPr/>
            <p:nvPr/>
          </p:nvSpPr>
          <p:spPr>
            <a:xfrm>
              <a:off x="5805620" y="4557782"/>
              <a:ext cx="116400" cy="369332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32A07D-A0A1-4C5F-8581-6BA36219D694}"/>
                </a:ext>
              </a:extLst>
            </p:cNvPr>
            <p:cNvSpPr/>
            <p:nvPr/>
          </p:nvSpPr>
          <p:spPr>
            <a:xfrm>
              <a:off x="5922129" y="4560568"/>
              <a:ext cx="217653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8F300D0-DA43-4EE3-8DAC-D476D356FD12}"/>
                </a:ext>
              </a:extLst>
            </p:cNvPr>
            <p:cNvSpPr/>
            <p:nvPr/>
          </p:nvSpPr>
          <p:spPr>
            <a:xfrm>
              <a:off x="6907082" y="4552503"/>
              <a:ext cx="116400" cy="369332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9EFBD54-676B-4334-8FB4-30B5DB1F6D27}"/>
                </a:ext>
              </a:extLst>
            </p:cNvPr>
            <p:cNvSpPr/>
            <p:nvPr/>
          </p:nvSpPr>
          <p:spPr>
            <a:xfrm>
              <a:off x="7022427" y="4552474"/>
              <a:ext cx="217653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BE836FF-FB4C-4596-BF1E-6AB631860E08}"/>
                </a:ext>
              </a:extLst>
            </p:cNvPr>
            <p:cNvCxnSpPr/>
            <p:nvPr/>
          </p:nvCxnSpPr>
          <p:spPr>
            <a:xfrm>
              <a:off x="7984969" y="5209671"/>
              <a:ext cx="0" cy="22860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B014959-737D-4185-982A-70E3D99B2BF3}"/>
                </a:ext>
              </a:extLst>
            </p:cNvPr>
            <p:cNvSpPr/>
            <p:nvPr/>
          </p:nvSpPr>
          <p:spPr>
            <a:xfrm>
              <a:off x="4836261" y="4559045"/>
              <a:ext cx="105020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5F7C564-3FBE-4B7B-9752-15E8D07C92DF}"/>
                </a:ext>
              </a:extLst>
            </p:cNvPr>
            <p:cNvCxnSpPr/>
            <p:nvPr/>
          </p:nvCxnSpPr>
          <p:spPr>
            <a:xfrm>
              <a:off x="4718045" y="5237045"/>
              <a:ext cx="0" cy="22860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250849D8-20E7-4F30-AAEC-48626BEDDAEA}"/>
                </a:ext>
              </a:extLst>
            </p:cNvPr>
            <p:cNvGrpSpPr/>
            <p:nvPr/>
          </p:nvGrpSpPr>
          <p:grpSpPr>
            <a:xfrm>
              <a:off x="4789878" y="5182345"/>
              <a:ext cx="875262" cy="307777"/>
              <a:chOff x="1238176" y="3350273"/>
              <a:chExt cx="875262" cy="307777"/>
            </a:xfrm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C892DCC8-D6A6-4CB5-B4C1-25D64A7B934F}"/>
                  </a:ext>
                </a:extLst>
              </p:cNvPr>
              <p:cNvCxnSpPr/>
              <p:nvPr/>
            </p:nvCxnSpPr>
            <p:spPr>
              <a:xfrm>
                <a:off x="1238176" y="3504161"/>
                <a:ext cx="875262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F2F177BA-1A60-4BDE-865F-D6F6ED4AF54E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143" y="3350273"/>
                    <a:ext cx="431800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F2F177BA-1A60-4BDE-865F-D6F6ED4AF5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2143" y="3350273"/>
                    <a:ext cx="43180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263C836-F332-4C3C-B427-2C3A9B305B6D}"/>
                </a:ext>
              </a:extLst>
            </p:cNvPr>
            <p:cNvGrpSpPr/>
            <p:nvPr/>
          </p:nvGrpSpPr>
          <p:grpSpPr>
            <a:xfrm>
              <a:off x="5896133" y="5176966"/>
              <a:ext cx="875262" cy="307777"/>
              <a:chOff x="1238176" y="3350273"/>
              <a:chExt cx="875262" cy="307777"/>
            </a:xfrm>
          </p:grpSpPr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FE1FB6C5-49D3-454A-AB6D-7AB48DED2D06}"/>
                  </a:ext>
                </a:extLst>
              </p:cNvPr>
              <p:cNvCxnSpPr/>
              <p:nvPr/>
            </p:nvCxnSpPr>
            <p:spPr>
              <a:xfrm>
                <a:off x="1238176" y="3504161"/>
                <a:ext cx="875262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9C1522EB-F323-4EAC-AB14-5459C3B22B8A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143" y="3350273"/>
                    <a:ext cx="431800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9C1522EB-F323-4EAC-AB14-5459C3B22B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2143" y="3350273"/>
                    <a:ext cx="43180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98597C5F-81B0-4C5D-86D9-54756D73D9D8}"/>
                </a:ext>
              </a:extLst>
            </p:cNvPr>
            <p:cNvGrpSpPr/>
            <p:nvPr/>
          </p:nvGrpSpPr>
          <p:grpSpPr>
            <a:xfrm>
              <a:off x="6981843" y="5158375"/>
              <a:ext cx="875262" cy="307777"/>
              <a:chOff x="1238176" y="3350273"/>
              <a:chExt cx="875262" cy="307777"/>
            </a:xfrm>
          </p:grpSpPr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CB4EECFD-D167-4264-A25C-E41A24081BBE}"/>
                  </a:ext>
                </a:extLst>
              </p:cNvPr>
              <p:cNvCxnSpPr/>
              <p:nvPr/>
            </p:nvCxnSpPr>
            <p:spPr>
              <a:xfrm>
                <a:off x="1238176" y="3504161"/>
                <a:ext cx="875262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id="{3E8DE259-A480-4413-B5D6-126CCC73E6AC}"/>
                      </a:ext>
                    </a:extLst>
                  </p:cNvPr>
                  <p:cNvSpPr txBox="1"/>
                  <p:nvPr/>
                </p:nvSpPr>
                <p:spPr>
                  <a:xfrm>
                    <a:off x="1472143" y="3350273"/>
                    <a:ext cx="431800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id="{3E8DE259-A480-4413-B5D6-126CCC73E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2143" y="3350273"/>
                    <a:ext cx="43180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41E05991-B36B-400C-A944-55DE68264667}"/>
                    </a:ext>
                  </a:extLst>
                </p:cNvPr>
                <p:cNvSpPr txBox="1"/>
                <p:nvPr/>
              </p:nvSpPr>
              <p:spPr>
                <a:xfrm>
                  <a:off x="5941230" y="4961542"/>
                  <a:ext cx="327988" cy="2669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41E05991-B36B-400C-A944-55DE68264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1230" y="4961542"/>
                  <a:ext cx="327988" cy="266933"/>
                </a:xfrm>
                <a:prstGeom prst="rect">
                  <a:avLst/>
                </a:prstGeom>
                <a:blipFill>
                  <a:blip r:embed="rId10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7C36312D-7A63-4B53-AA12-F3242A9204A9}"/>
                    </a:ext>
                  </a:extLst>
                </p:cNvPr>
                <p:cNvSpPr txBox="1"/>
                <p:nvPr/>
              </p:nvSpPr>
              <p:spPr>
                <a:xfrm>
                  <a:off x="7069875" y="4952645"/>
                  <a:ext cx="327994" cy="2669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7C36312D-7A63-4B53-AA12-F3242A920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9875" y="4952645"/>
                  <a:ext cx="327994" cy="266933"/>
                </a:xfrm>
                <a:prstGeom prst="rect">
                  <a:avLst/>
                </a:prstGeom>
                <a:blipFill>
                  <a:blip r:embed="rId11"/>
                  <a:stretch>
                    <a:fillRect r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63A80DFF-1C81-46D1-87B5-2BBB76A8CA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168" y="4379968"/>
              <a:ext cx="0" cy="541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C9C59EDF-D664-4A17-A922-31A3D974A0E3}"/>
                    </a:ext>
                  </a:extLst>
                </p:cNvPr>
                <p:cNvSpPr txBox="1"/>
                <p:nvPr/>
              </p:nvSpPr>
              <p:spPr>
                <a:xfrm>
                  <a:off x="4644135" y="4951814"/>
                  <a:ext cx="327988" cy="25859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C9C59EDF-D664-4A17-A922-31A3D974A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135" y="4951814"/>
                  <a:ext cx="327988" cy="2585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2081626-2AC0-4992-B284-FE3273DA3069}"/>
                </a:ext>
              </a:extLst>
            </p:cNvPr>
            <p:cNvSpPr txBox="1"/>
            <p:nvPr/>
          </p:nvSpPr>
          <p:spPr>
            <a:xfrm>
              <a:off x="4718847" y="4002922"/>
              <a:ext cx="32739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ambria" panose="02040503050406030204" pitchFamily="18" charset="0"/>
                  <a:ea typeface="Cambria" panose="02040503050406030204" pitchFamily="18" charset="0"/>
                </a:rPr>
                <a:t>EDF-s schedule with job-level delay application</a:t>
              </a:r>
            </a:p>
          </p:txBody>
        </p:sp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41265DA0-BEF7-4F70-9625-3BA54CF6427B}"/>
                </a:ext>
              </a:extLst>
            </p:cNvPr>
            <p:cNvSpPr/>
            <p:nvPr/>
          </p:nvSpPr>
          <p:spPr>
            <a:xfrm>
              <a:off x="4511964" y="4022798"/>
              <a:ext cx="3687719" cy="1539752"/>
            </a:xfrm>
            <a:prstGeom prst="roundRect">
              <a:avLst>
                <a:gd name="adj" fmla="val 7848"/>
              </a:avLst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7CE47982-AB65-4AFD-AF78-6E6CB46055F4}"/>
              </a:ext>
            </a:extLst>
          </p:cNvPr>
          <p:cNvSpPr/>
          <p:nvPr/>
        </p:nvSpPr>
        <p:spPr>
          <a:xfrm>
            <a:off x="596706" y="3733213"/>
            <a:ext cx="3716969" cy="1766634"/>
          </a:xfrm>
          <a:prstGeom prst="roundRect">
            <a:avLst>
              <a:gd name="adj" fmla="val 7848"/>
            </a:avLst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fik 44" descr="Teufelsgesicht mit einfarbiger Füllung">
            <a:extLst>
              <a:ext uri="{FF2B5EF4-FFF2-40B4-BE49-F238E27FC236}">
                <a16:creationId xmlns:a16="http://schemas.microsoft.com/office/drawing/2014/main" id="{D5B5E522-E765-4BAD-86E7-1A0FBB4CF9D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1556" y="5914968"/>
            <a:ext cx="156663" cy="13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248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roup 389">
            <a:extLst>
              <a:ext uri="{FF2B5EF4-FFF2-40B4-BE49-F238E27FC236}">
                <a16:creationId xmlns:a16="http://schemas.microsoft.com/office/drawing/2014/main" id="{20190067-9E63-4D81-BEFF-0858F5522D39}"/>
              </a:ext>
            </a:extLst>
          </p:cNvPr>
          <p:cNvGrpSpPr/>
          <p:nvPr/>
        </p:nvGrpSpPr>
        <p:grpSpPr>
          <a:xfrm>
            <a:off x="1956198" y="486383"/>
            <a:ext cx="8539947" cy="4367719"/>
            <a:chOff x="1956198" y="486383"/>
            <a:chExt cx="8539947" cy="4367719"/>
          </a:xfrm>
        </p:grpSpPr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00027EE4-55D4-45FC-8691-29CC8FC27E88}"/>
                </a:ext>
              </a:extLst>
            </p:cNvPr>
            <p:cNvSpPr/>
            <p:nvPr/>
          </p:nvSpPr>
          <p:spPr>
            <a:xfrm>
              <a:off x="5901149" y="622570"/>
              <a:ext cx="4468535" cy="4126172"/>
            </a:xfrm>
            <a:prstGeom prst="roundRect">
              <a:avLst>
                <a:gd name="adj" fmla="val 228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BD97D71F-B9CF-48DE-AEA0-A66300D31E69}"/>
                </a:ext>
              </a:extLst>
            </p:cNvPr>
            <p:cNvSpPr/>
            <p:nvPr/>
          </p:nvSpPr>
          <p:spPr>
            <a:xfrm>
              <a:off x="1956198" y="486383"/>
              <a:ext cx="8539947" cy="4367719"/>
            </a:xfrm>
            <a:prstGeom prst="roundRect">
              <a:avLst>
                <a:gd name="adj" fmla="val 1189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E7275AC1-F405-46FF-AB11-9EFE11889F52}"/>
                </a:ext>
              </a:extLst>
            </p:cNvPr>
            <p:cNvGrpSpPr/>
            <p:nvPr/>
          </p:nvGrpSpPr>
          <p:grpSpPr>
            <a:xfrm>
              <a:off x="2192101" y="843081"/>
              <a:ext cx="2219833" cy="1538089"/>
              <a:chOff x="3092479" y="984176"/>
              <a:chExt cx="1638206" cy="1128814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A6DCF744-2C98-4C34-9144-0420B91D7703}"/>
                  </a:ext>
                </a:extLst>
              </p:cNvPr>
              <p:cNvGrpSpPr/>
              <p:nvPr/>
            </p:nvGrpSpPr>
            <p:grpSpPr>
              <a:xfrm>
                <a:off x="3092479" y="997947"/>
                <a:ext cx="1638206" cy="767444"/>
                <a:chOff x="2533472" y="672748"/>
                <a:chExt cx="1638206" cy="767444"/>
              </a:xfrm>
            </p:grpSpPr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12BD0CDA-7AAB-4A44-B215-7595260C4A55}"/>
                    </a:ext>
                  </a:extLst>
                </p:cNvPr>
                <p:cNvSpPr/>
                <p:nvPr/>
              </p:nvSpPr>
              <p:spPr>
                <a:xfrm>
                  <a:off x="2533472" y="672748"/>
                  <a:ext cx="1237721" cy="767444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40BF11C-4CD9-4576-AE62-9D4A8D64436D}"/>
                    </a:ext>
                  </a:extLst>
                </p:cNvPr>
                <p:cNvSpPr txBox="1"/>
                <p:nvPr/>
              </p:nvSpPr>
              <p:spPr>
                <a:xfrm>
                  <a:off x="2786765" y="680611"/>
                  <a:ext cx="1384913" cy="2032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defRPr>
                  </a:lvl1pPr>
                </a:lstStyle>
                <a:p>
                  <a:r>
                    <a:rPr lang="en-IN" dirty="0"/>
                    <a:t>Physical Plant</a:t>
                  </a:r>
                </a:p>
              </p:txBody>
            </p:sp>
          </p:grp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6BEEC85A-7F4F-4FB1-8D2B-12A240B6B5F1}"/>
                  </a:ext>
                </a:extLst>
              </p:cNvPr>
              <p:cNvSpPr/>
              <p:nvPr/>
            </p:nvSpPr>
            <p:spPr>
              <a:xfrm rot="16200000">
                <a:off x="4079824" y="1244297"/>
                <a:ext cx="860253" cy="34001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5E22CDEC-675A-452F-861A-841B5F2027E3}"/>
                  </a:ext>
                </a:extLst>
              </p:cNvPr>
              <p:cNvSpPr/>
              <p:nvPr/>
            </p:nvSpPr>
            <p:spPr>
              <a:xfrm>
                <a:off x="3193301" y="1772978"/>
                <a:ext cx="1014420" cy="34001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67262B3B-BB3D-49EC-A8C5-08B23D3ECE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093" b="32092"/>
              <a:stretch/>
            </p:blipFill>
            <p:spPr>
              <a:xfrm>
                <a:off x="3108119" y="1257657"/>
                <a:ext cx="1331720" cy="476952"/>
              </a:xfrm>
              <a:prstGeom prst="rect">
                <a:avLst/>
              </a:prstGeom>
            </p:spPr>
          </p:pic>
        </p:grp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94B3E018-8A89-458D-9875-F98F14435D98}"/>
                </a:ext>
              </a:extLst>
            </p:cNvPr>
            <p:cNvSpPr/>
            <p:nvPr/>
          </p:nvSpPr>
          <p:spPr>
            <a:xfrm>
              <a:off x="2115087" y="712742"/>
              <a:ext cx="2311053" cy="1771300"/>
            </a:xfrm>
            <a:prstGeom prst="roundRect">
              <a:avLst>
                <a:gd name="adj" fmla="val 7708"/>
              </a:avLst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Left-Right Arrow 3">
              <a:extLst>
                <a:ext uri="{FF2B5EF4-FFF2-40B4-BE49-F238E27FC236}">
                  <a16:creationId xmlns:a16="http://schemas.microsoft.com/office/drawing/2014/main" id="{5F33CFC8-E4D2-4CED-B38D-ABCC58E2DB3A}"/>
                </a:ext>
              </a:extLst>
            </p:cNvPr>
            <p:cNvSpPr/>
            <p:nvPr/>
          </p:nvSpPr>
          <p:spPr>
            <a:xfrm rot="16200000">
              <a:off x="3143098" y="2224403"/>
              <a:ext cx="4126172" cy="766916"/>
            </a:xfrm>
            <a:prstGeom prst="leftRightArrow">
              <a:avLst>
                <a:gd name="adj1" fmla="val 62980"/>
                <a:gd name="adj2" fmla="val 50451"/>
              </a:avLst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60CDF59-C75A-44AC-BAA3-34EFAC29BB28}"/>
                </a:ext>
              </a:extLst>
            </p:cNvPr>
            <p:cNvSpPr txBox="1"/>
            <p:nvPr/>
          </p:nvSpPr>
          <p:spPr>
            <a:xfrm>
              <a:off x="7573970" y="4363170"/>
              <a:ext cx="15019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Controller Unit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086FC5E2-2CD9-4A7B-BDFD-DC1D1A677AEC}"/>
                </a:ext>
              </a:extLst>
            </p:cNvPr>
            <p:cNvGrpSpPr/>
            <p:nvPr/>
          </p:nvGrpSpPr>
          <p:grpSpPr>
            <a:xfrm>
              <a:off x="6565457" y="2604913"/>
              <a:ext cx="3850643" cy="1678419"/>
              <a:chOff x="4511964" y="3972253"/>
              <a:chExt cx="3850643" cy="1678419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255EBFE-46A7-45DC-9B01-14C32604B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2789" y="5081660"/>
                <a:ext cx="614621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70A3645A-3C7B-4E21-837E-DA09C3651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866" y="5097877"/>
                <a:ext cx="614621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2D4513AA-F751-4FB5-9775-1445C8913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5584" y="4925180"/>
                <a:ext cx="3532231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Straight Arrow Connector 159">
                <a:extLst>
                  <a:ext uri="{FF2B5EF4-FFF2-40B4-BE49-F238E27FC236}">
                    <a16:creationId xmlns:a16="http://schemas.microsoft.com/office/drawing/2014/main" id="{CA8CA961-9986-4CE1-B7C4-5518409003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8045" y="4373245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E66C239-B8D4-48FE-A978-004CC1DDB4E4}"/>
                  </a:ext>
                </a:extLst>
              </p:cNvPr>
              <p:cNvSpPr/>
              <p:nvPr/>
            </p:nvSpPr>
            <p:spPr>
              <a:xfrm>
                <a:off x="4938397" y="4559045"/>
                <a:ext cx="302135" cy="36933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3B4205D3-8AE0-401A-9975-CB2240AA52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1779" y="4373245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3D09BF4-2B46-4062-BC27-D8DC6D8183E4}"/>
                  </a:ext>
                </a:extLst>
              </p:cNvPr>
              <p:cNvSpPr/>
              <p:nvPr/>
            </p:nvSpPr>
            <p:spPr>
              <a:xfrm>
                <a:off x="6454509" y="4553544"/>
                <a:ext cx="302135" cy="36933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9911D702-C49B-4BD6-9E8B-27BD1C78A0D1}"/>
                  </a:ext>
                </a:extLst>
              </p:cNvPr>
              <p:cNvGrpSpPr/>
              <p:nvPr/>
            </p:nvGrpSpPr>
            <p:grpSpPr>
              <a:xfrm>
                <a:off x="6904191" y="4373245"/>
                <a:ext cx="982172" cy="549028"/>
                <a:chOff x="3272500" y="2758531"/>
                <a:chExt cx="982172" cy="549028"/>
              </a:xfrm>
            </p:grpSpPr>
            <p:cxnSp>
              <p:nvCxnSpPr>
                <p:cNvPr id="191" name="Straight Arrow Connector 190">
                  <a:extLst>
                    <a:ext uri="{FF2B5EF4-FFF2-40B4-BE49-F238E27FC236}">
                      <a16:creationId xmlns:a16="http://schemas.microsoft.com/office/drawing/2014/main" id="{4031E524-6D39-4411-AAE8-D13E6B084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2500" y="2758531"/>
                  <a:ext cx="0" cy="54186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595B2C8E-62B7-4F34-8D85-5A0EC8734BCB}"/>
                    </a:ext>
                  </a:extLst>
                </p:cNvPr>
                <p:cNvSpPr/>
                <p:nvPr/>
              </p:nvSpPr>
              <p:spPr>
                <a:xfrm>
                  <a:off x="3952537" y="2938227"/>
                  <a:ext cx="302135" cy="36933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99BA6955-85F5-4E92-A0BE-4683EBC9FA6F}"/>
                  </a:ext>
                </a:extLst>
              </p:cNvPr>
              <p:cNvCxnSpPr/>
              <p:nvPr/>
            </p:nvCxnSpPr>
            <p:spPr>
              <a:xfrm>
                <a:off x="5801779" y="5210786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F8F521C-4663-4E3B-B65E-488AAF2BF957}"/>
                  </a:ext>
                </a:extLst>
              </p:cNvPr>
              <p:cNvCxnSpPr/>
              <p:nvPr/>
            </p:nvCxnSpPr>
            <p:spPr>
              <a:xfrm>
                <a:off x="6917397" y="5193585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9C11E656-49DC-4199-988B-9238FFB8DB99}"/>
                  </a:ext>
                </a:extLst>
              </p:cNvPr>
              <p:cNvSpPr/>
              <p:nvPr/>
            </p:nvSpPr>
            <p:spPr>
              <a:xfrm>
                <a:off x="4719346" y="4558923"/>
                <a:ext cx="116400" cy="36933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DDCE10ED-EE9D-4EFE-B879-ABF17A5255A0}"/>
                  </a:ext>
                </a:extLst>
              </p:cNvPr>
              <p:cNvSpPr/>
              <p:nvPr/>
            </p:nvSpPr>
            <p:spPr>
              <a:xfrm>
                <a:off x="5237433" y="4557538"/>
                <a:ext cx="142376" cy="36399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ADB44F32-875C-4F28-AA46-3228EF01203E}"/>
                  </a:ext>
                </a:extLst>
              </p:cNvPr>
              <p:cNvSpPr/>
              <p:nvPr/>
            </p:nvSpPr>
            <p:spPr>
              <a:xfrm>
                <a:off x="5805620" y="4557782"/>
                <a:ext cx="116400" cy="36933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13C093BA-C10C-448A-B2EE-2A30054CB865}"/>
                  </a:ext>
                </a:extLst>
              </p:cNvPr>
              <p:cNvSpPr/>
              <p:nvPr/>
            </p:nvSpPr>
            <p:spPr>
              <a:xfrm>
                <a:off x="5922129" y="4560568"/>
                <a:ext cx="217653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BBF248AC-6090-40CA-80A7-E1F026F3AA49}"/>
                  </a:ext>
                </a:extLst>
              </p:cNvPr>
              <p:cNvSpPr/>
              <p:nvPr/>
            </p:nvSpPr>
            <p:spPr>
              <a:xfrm>
                <a:off x="6907082" y="4552503"/>
                <a:ext cx="116400" cy="36933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34E783B-2FEA-4F3A-9F99-3C8581531D44}"/>
                  </a:ext>
                </a:extLst>
              </p:cNvPr>
              <p:cNvSpPr/>
              <p:nvPr/>
            </p:nvSpPr>
            <p:spPr>
              <a:xfrm>
                <a:off x="7022427" y="4552474"/>
                <a:ext cx="217653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7365BDDF-2CB2-4281-875A-4199F7E38231}"/>
                  </a:ext>
                </a:extLst>
              </p:cNvPr>
              <p:cNvCxnSpPr/>
              <p:nvPr/>
            </p:nvCxnSpPr>
            <p:spPr>
              <a:xfrm>
                <a:off x="7984969" y="5209671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DFCC61ED-B61D-493D-B7E4-FB8C3FBBB56B}"/>
                  </a:ext>
                </a:extLst>
              </p:cNvPr>
              <p:cNvSpPr/>
              <p:nvPr/>
            </p:nvSpPr>
            <p:spPr>
              <a:xfrm>
                <a:off x="4836261" y="4559045"/>
                <a:ext cx="105020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BCE3591A-2654-43DE-808E-4032B7332D12}"/>
                  </a:ext>
                </a:extLst>
              </p:cNvPr>
              <p:cNvCxnSpPr/>
              <p:nvPr/>
            </p:nvCxnSpPr>
            <p:spPr>
              <a:xfrm>
                <a:off x="4718045" y="5237045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891A1ED5-E76B-4E38-B746-B4FB170CEE96}"/>
                  </a:ext>
                </a:extLst>
              </p:cNvPr>
              <p:cNvGrpSpPr/>
              <p:nvPr/>
            </p:nvGrpSpPr>
            <p:grpSpPr>
              <a:xfrm>
                <a:off x="4789878" y="5182345"/>
                <a:ext cx="875262" cy="307777"/>
                <a:chOff x="1238176" y="3350273"/>
                <a:chExt cx="875262" cy="307777"/>
              </a:xfrm>
            </p:grpSpPr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831A4C24-045C-4E53-B3DA-08491DA3B9FF}"/>
                    </a:ext>
                  </a:extLst>
                </p:cNvPr>
                <p:cNvCxnSpPr/>
                <p:nvPr/>
              </p:nvCxnSpPr>
              <p:spPr>
                <a:xfrm>
                  <a:off x="1238176" y="3504161"/>
                  <a:ext cx="875262" cy="0"/>
                </a:xfrm>
                <a:prstGeom prst="line">
                  <a:avLst/>
                </a:prstGeom>
                <a:ln w="12700">
                  <a:prstDash val="solid"/>
                  <a:headEnd type="triangl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TextBox 189">
                      <a:extLst>
                        <a:ext uri="{FF2B5EF4-FFF2-40B4-BE49-F238E27FC236}">
                          <a16:creationId xmlns:a16="http://schemas.microsoft.com/office/drawing/2014/main" id="{8E19A12C-E927-4616-94FA-C3B3E856B7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155" name="TextBox 154">
                      <a:extLst>
                        <a:ext uri="{FF2B5EF4-FFF2-40B4-BE49-F238E27FC236}">
                          <a16:creationId xmlns:a16="http://schemas.microsoft.com/office/drawing/2014/main" id="{F2F177BA-1A60-4BDE-865F-D6F6ED4AF5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A5F16EC3-CB6B-4A94-9AE4-55A008CFEAD5}"/>
                  </a:ext>
                </a:extLst>
              </p:cNvPr>
              <p:cNvGrpSpPr/>
              <p:nvPr/>
            </p:nvGrpSpPr>
            <p:grpSpPr>
              <a:xfrm>
                <a:off x="5896133" y="5176966"/>
                <a:ext cx="875262" cy="307777"/>
                <a:chOff x="1238176" y="3350273"/>
                <a:chExt cx="875262" cy="307777"/>
              </a:xfrm>
            </p:grpSpPr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EEAE9323-3100-4A55-ABE3-18F0419E8CEC}"/>
                    </a:ext>
                  </a:extLst>
                </p:cNvPr>
                <p:cNvCxnSpPr/>
                <p:nvPr/>
              </p:nvCxnSpPr>
              <p:spPr>
                <a:xfrm>
                  <a:off x="1238176" y="3504161"/>
                  <a:ext cx="875262" cy="0"/>
                </a:xfrm>
                <a:prstGeom prst="line">
                  <a:avLst/>
                </a:prstGeom>
                <a:ln w="12700">
                  <a:prstDash val="solid"/>
                  <a:headEnd type="triangl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8" name="TextBox 187">
                      <a:extLst>
                        <a:ext uri="{FF2B5EF4-FFF2-40B4-BE49-F238E27FC236}">
                          <a16:creationId xmlns:a16="http://schemas.microsoft.com/office/drawing/2014/main" id="{E447CE11-4138-499F-A747-16A1758DBC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9C1522EB-F323-4EAC-AB14-5459C3B22B8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4199260A-4376-43AB-B233-7E8CFFFC41B9}"/>
                  </a:ext>
                </a:extLst>
              </p:cNvPr>
              <p:cNvGrpSpPr/>
              <p:nvPr/>
            </p:nvGrpSpPr>
            <p:grpSpPr>
              <a:xfrm>
                <a:off x="6981843" y="5158375"/>
                <a:ext cx="875262" cy="307777"/>
                <a:chOff x="1238176" y="3350273"/>
                <a:chExt cx="875262" cy="307777"/>
              </a:xfrm>
            </p:grpSpPr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E3664940-5644-4BAD-8596-36D2F200D701}"/>
                    </a:ext>
                  </a:extLst>
                </p:cNvPr>
                <p:cNvCxnSpPr/>
                <p:nvPr/>
              </p:nvCxnSpPr>
              <p:spPr>
                <a:xfrm>
                  <a:off x="1238176" y="3504161"/>
                  <a:ext cx="875262" cy="0"/>
                </a:xfrm>
                <a:prstGeom prst="line">
                  <a:avLst/>
                </a:prstGeom>
                <a:ln w="12700">
                  <a:prstDash val="solid"/>
                  <a:headEnd type="triangl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>
                      <a:extLst>
                        <a:ext uri="{FF2B5EF4-FFF2-40B4-BE49-F238E27FC236}">
                          <a16:creationId xmlns:a16="http://schemas.microsoft.com/office/drawing/2014/main" id="{805ECEAD-3ADC-479E-A8D5-10BB902AD4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3E8DE259-A480-4413-B5D6-126CCC73E6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C71A9A58-F8C7-4EB3-A319-9BE88FF670A9}"/>
                      </a:ext>
                    </a:extLst>
                  </p:cNvPr>
                  <p:cNvSpPr txBox="1"/>
                  <p:nvPr/>
                </p:nvSpPr>
                <p:spPr>
                  <a:xfrm>
                    <a:off x="5941230" y="4961542"/>
                    <a:ext cx="327988" cy="26693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41E05991-B36B-400C-A944-55DE682646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1230" y="4961542"/>
                    <a:ext cx="327988" cy="26693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4FA2260D-D0C6-419E-BABF-86C81BEC7E92}"/>
                      </a:ext>
                    </a:extLst>
                  </p:cNvPr>
                  <p:cNvSpPr txBox="1"/>
                  <p:nvPr/>
                </p:nvSpPr>
                <p:spPr>
                  <a:xfrm>
                    <a:off x="7069875" y="4952645"/>
                    <a:ext cx="327994" cy="26693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7C36312D-7A63-4B53-AA12-F3242A9204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9875" y="4952645"/>
                    <a:ext cx="327994" cy="26693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5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B2766CE7-BA54-48BB-B2A3-39EE2F4132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72168" y="4379968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11935AB6-5C97-4CDD-92B6-C26429E6F786}"/>
                      </a:ext>
                    </a:extLst>
                  </p:cNvPr>
                  <p:cNvSpPr txBox="1"/>
                  <p:nvPr/>
                </p:nvSpPr>
                <p:spPr>
                  <a:xfrm>
                    <a:off x="4644135" y="4951814"/>
                    <a:ext cx="327988" cy="25859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C9C59EDF-D664-4A17-A922-31A3D974A0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4135" y="4951814"/>
                    <a:ext cx="327988" cy="2585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E6BEF77-B225-4904-8FF5-952F8F122485}"/>
                  </a:ext>
                </a:extLst>
              </p:cNvPr>
              <p:cNvSpPr txBox="1"/>
              <p:nvPr/>
            </p:nvSpPr>
            <p:spPr>
              <a:xfrm>
                <a:off x="4987537" y="3972253"/>
                <a:ext cx="337507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EDF-s scheduler with job-level </a:t>
                </a:r>
              </a:p>
              <a:p>
                <a:pPr algn="ctr"/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delay application</a:t>
                </a:r>
              </a:p>
            </p:txBody>
          </p:sp>
          <p:sp>
            <p:nvSpPr>
              <p:cNvPr id="184" name="Rectangle: Rounded Corners 183">
                <a:extLst>
                  <a:ext uri="{FF2B5EF4-FFF2-40B4-BE49-F238E27FC236}">
                    <a16:creationId xmlns:a16="http://schemas.microsoft.com/office/drawing/2014/main" id="{0FD70939-26AE-4320-8E13-4C6757BFAE7B}"/>
                  </a:ext>
                </a:extLst>
              </p:cNvPr>
              <p:cNvSpPr/>
              <p:nvPr/>
            </p:nvSpPr>
            <p:spPr>
              <a:xfrm>
                <a:off x="4511964" y="3997489"/>
                <a:ext cx="3687719" cy="1653183"/>
              </a:xfrm>
              <a:prstGeom prst="roundRect">
                <a:avLst>
                  <a:gd name="adj" fmla="val 7848"/>
                </a:avLst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A13989F1-2213-49EE-9E94-EE1AE1AED5EB}"/>
                </a:ext>
              </a:extLst>
            </p:cNvPr>
            <p:cNvGrpSpPr/>
            <p:nvPr/>
          </p:nvGrpSpPr>
          <p:grpSpPr>
            <a:xfrm>
              <a:off x="6556190" y="1030016"/>
              <a:ext cx="3696987" cy="1560026"/>
              <a:chOff x="5826188" y="833143"/>
              <a:chExt cx="3696987" cy="1560026"/>
            </a:xfrm>
          </p:grpSpPr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C937E903-4D51-47CB-A36F-B365369226C4}"/>
                  </a:ext>
                </a:extLst>
              </p:cNvPr>
              <p:cNvGrpSpPr/>
              <p:nvPr/>
            </p:nvGrpSpPr>
            <p:grpSpPr>
              <a:xfrm>
                <a:off x="5826188" y="833143"/>
                <a:ext cx="3696987" cy="1560026"/>
                <a:chOff x="5821960" y="915194"/>
                <a:chExt cx="3696987" cy="1560026"/>
              </a:xfrm>
            </p:grpSpPr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2D608F49-3632-4364-B92D-AE1674D76DC6}"/>
                    </a:ext>
                  </a:extLst>
                </p:cNvPr>
                <p:cNvGrpSpPr/>
                <p:nvPr/>
              </p:nvGrpSpPr>
              <p:grpSpPr>
                <a:xfrm>
                  <a:off x="5821960" y="915194"/>
                  <a:ext cx="3696987" cy="1560026"/>
                  <a:chOff x="1939602" y="2762635"/>
                  <a:chExt cx="3696987" cy="1560026"/>
                </a:xfrm>
              </p:grpSpPr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772CAD76-41C8-42E6-90BB-B8B30C2C34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35213" y="3894516"/>
                    <a:ext cx="3532231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Arrow Connector 124">
                    <a:extLst>
                      <a:ext uri="{FF2B5EF4-FFF2-40B4-BE49-F238E27FC236}">
                        <a16:creationId xmlns:a16="http://schemas.microsoft.com/office/drawing/2014/main" id="{75ECF351-F52F-4F17-A655-F5C38882B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41294" y="3342581"/>
                    <a:ext cx="0" cy="54186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A3425372-140D-4FFB-ACB8-38A3395F3F2B}"/>
                      </a:ext>
                    </a:extLst>
                  </p:cNvPr>
                  <p:cNvSpPr/>
                  <p:nvPr/>
                </p:nvSpPr>
                <p:spPr>
                  <a:xfrm>
                    <a:off x="2241294" y="3520951"/>
                    <a:ext cx="302135" cy="36933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27" name="Straight Arrow Connector 126">
                    <a:extLst>
                      <a:ext uri="{FF2B5EF4-FFF2-40B4-BE49-F238E27FC236}">
                        <a16:creationId xmlns:a16="http://schemas.microsoft.com/office/drawing/2014/main" id="{C944B825-1024-49B7-845D-A84609116C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25028" y="3342581"/>
                    <a:ext cx="0" cy="54186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A3412E24-4CEB-420C-AA65-BAE8172EB3ED}"/>
                      </a:ext>
                    </a:extLst>
                  </p:cNvPr>
                  <p:cNvSpPr/>
                  <p:nvPr/>
                </p:nvSpPr>
                <p:spPr>
                  <a:xfrm>
                    <a:off x="3329098" y="3521063"/>
                    <a:ext cx="302135" cy="36933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9" name="Group 128">
                    <a:extLst>
                      <a:ext uri="{FF2B5EF4-FFF2-40B4-BE49-F238E27FC236}">
                        <a16:creationId xmlns:a16="http://schemas.microsoft.com/office/drawing/2014/main" id="{B69ED86D-F88D-4A79-8F1F-032CBC912C47}"/>
                      </a:ext>
                    </a:extLst>
                  </p:cNvPr>
                  <p:cNvGrpSpPr/>
                  <p:nvPr/>
                </p:nvGrpSpPr>
                <p:grpSpPr>
                  <a:xfrm>
                    <a:off x="4427440" y="3342581"/>
                    <a:ext cx="302903" cy="549535"/>
                    <a:chOff x="3272500" y="2758531"/>
                    <a:chExt cx="302903" cy="549535"/>
                  </a:xfrm>
                </p:grpSpPr>
                <p:cxnSp>
                  <p:nvCxnSpPr>
                    <p:cNvPr id="130" name="Straight Arrow Connector 129">
                      <a:extLst>
                        <a:ext uri="{FF2B5EF4-FFF2-40B4-BE49-F238E27FC236}">
                          <a16:creationId xmlns:a16="http://schemas.microsoft.com/office/drawing/2014/main" id="{BC188264-75BD-45C4-9E19-8A14437BBF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72500" y="2758531"/>
                      <a:ext cx="0" cy="54186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1" name="Rectangle 130">
                      <a:extLst>
                        <a:ext uri="{FF2B5EF4-FFF2-40B4-BE49-F238E27FC236}">
                          <a16:creationId xmlns:a16="http://schemas.microsoft.com/office/drawing/2014/main" id="{6451176C-CA85-40CF-8414-F1A1C364B3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3268" y="2938734"/>
                      <a:ext cx="302135" cy="369332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51201BA1-DC65-4664-8B29-32D52846D42D}"/>
                      </a:ext>
                    </a:extLst>
                  </p:cNvPr>
                  <p:cNvCxnSpPr/>
                  <p:nvPr/>
                </p:nvCxnSpPr>
                <p:spPr>
                  <a:xfrm>
                    <a:off x="2241294" y="3973912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80710813-411F-42BC-9CEB-C9DD6548F9F5}"/>
                      </a:ext>
                    </a:extLst>
                  </p:cNvPr>
                  <p:cNvCxnSpPr/>
                  <p:nvPr/>
                </p:nvCxnSpPr>
                <p:spPr>
                  <a:xfrm>
                    <a:off x="3325028" y="3973912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5" name="Group 134">
                    <a:extLst>
                      <a:ext uri="{FF2B5EF4-FFF2-40B4-BE49-F238E27FC236}">
                        <a16:creationId xmlns:a16="http://schemas.microsoft.com/office/drawing/2014/main" id="{ADF01AAE-F553-425C-8DB6-04B5C62A5F75}"/>
                      </a:ext>
                    </a:extLst>
                  </p:cNvPr>
                  <p:cNvGrpSpPr/>
                  <p:nvPr/>
                </p:nvGrpSpPr>
                <p:grpSpPr>
                  <a:xfrm>
                    <a:off x="2333294" y="3934323"/>
                    <a:ext cx="875262" cy="307777"/>
                    <a:chOff x="1238176" y="3350273"/>
                    <a:chExt cx="875262" cy="307777"/>
                  </a:xfrm>
                </p:grpSpPr>
                <p:cxnSp>
                  <p:nvCxnSpPr>
                    <p:cNvPr id="136" name="Straight Connector 135">
                      <a:extLst>
                        <a:ext uri="{FF2B5EF4-FFF2-40B4-BE49-F238E27FC236}">
                          <a16:creationId xmlns:a16="http://schemas.microsoft.com/office/drawing/2014/main" id="{D956723E-EF8A-433B-9F63-D27CDB6C50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38176" y="3504161"/>
                      <a:ext cx="875262" cy="0"/>
                    </a:xfrm>
                    <a:prstGeom prst="line">
                      <a:avLst/>
                    </a:prstGeom>
                    <a:ln w="12700">
                      <a:prstDash val="solid"/>
                      <a:headEnd type="triangl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7" name="TextBox 136">
                          <a:extLst>
                            <a:ext uri="{FF2B5EF4-FFF2-40B4-BE49-F238E27FC236}">
                              <a16:creationId xmlns:a16="http://schemas.microsoft.com/office/drawing/2014/main" id="{04849258-4DC5-4E74-9ACD-71826742E13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59" name="TextBox 58">
                          <a:extLst>
                            <a:ext uri="{FF2B5EF4-FFF2-40B4-BE49-F238E27FC236}">
                              <a16:creationId xmlns:a16="http://schemas.microsoft.com/office/drawing/2014/main" id="{3A538FEC-BD81-4BE1-8F71-6FBBE8E0F9D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2CD95589-0C4F-4CC7-8244-92C6DFFDAB1C}"/>
                      </a:ext>
                    </a:extLst>
                  </p:cNvPr>
                  <p:cNvCxnSpPr/>
                  <p:nvPr/>
                </p:nvCxnSpPr>
                <p:spPr>
                  <a:xfrm>
                    <a:off x="4427440" y="3966350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A47E1D49-8F63-4ECD-B38C-95795392068F}"/>
                      </a:ext>
                    </a:extLst>
                  </p:cNvPr>
                  <p:cNvGrpSpPr/>
                  <p:nvPr/>
                </p:nvGrpSpPr>
                <p:grpSpPr>
                  <a:xfrm>
                    <a:off x="3423918" y="3934322"/>
                    <a:ext cx="875262" cy="307777"/>
                    <a:chOff x="1238176" y="3350273"/>
                    <a:chExt cx="875262" cy="307777"/>
                  </a:xfrm>
                </p:grpSpPr>
                <p:cxnSp>
                  <p:nvCxnSpPr>
                    <p:cNvPr id="140" name="Straight Connector 139">
                      <a:extLst>
                        <a:ext uri="{FF2B5EF4-FFF2-40B4-BE49-F238E27FC236}">
                          <a16:creationId xmlns:a16="http://schemas.microsoft.com/office/drawing/2014/main" id="{C7888DA5-9AEF-4479-8ED3-649BED3FBA5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38176" y="3504161"/>
                      <a:ext cx="875262" cy="0"/>
                    </a:xfrm>
                    <a:prstGeom prst="line">
                      <a:avLst/>
                    </a:prstGeom>
                    <a:ln w="12700">
                      <a:prstDash val="solid"/>
                      <a:headEnd type="triangl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1" name="TextBox 140">
                          <a:extLst>
                            <a:ext uri="{FF2B5EF4-FFF2-40B4-BE49-F238E27FC236}">
                              <a16:creationId xmlns:a16="http://schemas.microsoft.com/office/drawing/2014/main" id="{30063CD4-86B0-4F2D-A4ED-ABFD92F2475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102" name="TextBox 101">
                          <a:extLst>
                            <a:ext uri="{FF2B5EF4-FFF2-40B4-BE49-F238E27FC236}">
                              <a16:creationId xmlns:a16="http://schemas.microsoft.com/office/drawing/2014/main" id="{3BB738EB-10CA-4760-ABE2-DA23572B604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40EA7D6C-DE41-4C35-A636-99517067BE9B}"/>
                      </a:ext>
                    </a:extLst>
                  </p:cNvPr>
                  <p:cNvSpPr/>
                  <p:nvPr/>
                </p:nvSpPr>
                <p:spPr>
                  <a:xfrm>
                    <a:off x="2543165" y="3520810"/>
                    <a:ext cx="116400" cy="369332"/>
                  </a:xfrm>
                  <a:prstGeom prst="rect">
                    <a:avLst/>
                  </a:prstGeom>
                  <a:pattFill prst="wdUpDiag">
                    <a:fgClr>
                      <a:schemeClr val="tx1">
                        <a:lumMod val="65000"/>
                        <a:lumOff val="35000"/>
                      </a:schemeClr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DEE25493-E482-497A-A36D-9FC09D983407}"/>
                      </a:ext>
                    </a:extLst>
                  </p:cNvPr>
                  <p:cNvSpPr/>
                  <p:nvPr/>
                </p:nvSpPr>
                <p:spPr>
                  <a:xfrm>
                    <a:off x="2657687" y="3520963"/>
                    <a:ext cx="217653" cy="36933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40ED6FEE-CE10-4AF4-BB12-2CFEE6D1CD96}"/>
                      </a:ext>
                    </a:extLst>
                  </p:cNvPr>
                  <p:cNvSpPr/>
                  <p:nvPr/>
                </p:nvSpPr>
                <p:spPr>
                  <a:xfrm>
                    <a:off x="3630540" y="3524245"/>
                    <a:ext cx="116400" cy="369332"/>
                  </a:xfrm>
                  <a:prstGeom prst="rect">
                    <a:avLst/>
                  </a:prstGeom>
                  <a:pattFill prst="wdUpDiag">
                    <a:fgClr>
                      <a:schemeClr val="tx1">
                        <a:lumMod val="65000"/>
                        <a:lumOff val="35000"/>
                      </a:schemeClr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0487CE22-D527-4B06-AFF7-7A67B44C4036}"/>
                      </a:ext>
                    </a:extLst>
                  </p:cNvPr>
                  <p:cNvSpPr/>
                  <p:nvPr/>
                </p:nvSpPr>
                <p:spPr>
                  <a:xfrm>
                    <a:off x="3745066" y="3524398"/>
                    <a:ext cx="217653" cy="36933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3E29F7B8-517B-4826-946A-30F4991B59A2}"/>
                      </a:ext>
                    </a:extLst>
                  </p:cNvPr>
                  <p:cNvSpPr/>
                  <p:nvPr/>
                </p:nvSpPr>
                <p:spPr>
                  <a:xfrm>
                    <a:off x="4731019" y="3521657"/>
                    <a:ext cx="116400" cy="369332"/>
                  </a:xfrm>
                  <a:prstGeom prst="rect">
                    <a:avLst/>
                  </a:prstGeom>
                  <a:pattFill prst="wdUpDiag">
                    <a:fgClr>
                      <a:schemeClr val="tx1">
                        <a:lumMod val="65000"/>
                        <a:lumOff val="35000"/>
                      </a:schemeClr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65791F39-B899-4F9F-B900-9D044094E94A}"/>
                      </a:ext>
                    </a:extLst>
                  </p:cNvPr>
                  <p:cNvSpPr/>
                  <p:nvPr/>
                </p:nvSpPr>
                <p:spPr>
                  <a:xfrm>
                    <a:off x="4844202" y="3521810"/>
                    <a:ext cx="217653" cy="36933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48" name="Group 147">
                    <a:extLst>
                      <a:ext uri="{FF2B5EF4-FFF2-40B4-BE49-F238E27FC236}">
                        <a16:creationId xmlns:a16="http://schemas.microsoft.com/office/drawing/2014/main" id="{8534E64F-30A1-4858-8726-482DB6F844C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611" y="3926761"/>
                    <a:ext cx="875262" cy="307777"/>
                    <a:chOff x="1238176" y="3350273"/>
                    <a:chExt cx="875262" cy="307777"/>
                  </a:xfrm>
                </p:grpSpPr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9D61D0A3-CFCF-4180-B3DD-D9D4AC6BAA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38176" y="3504161"/>
                      <a:ext cx="875262" cy="0"/>
                    </a:xfrm>
                    <a:prstGeom prst="line">
                      <a:avLst/>
                    </a:prstGeom>
                    <a:ln w="12700">
                      <a:prstDash val="solid"/>
                      <a:headEnd type="triangl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0" name="TextBox 149">
                          <a:extLst>
                            <a:ext uri="{FF2B5EF4-FFF2-40B4-BE49-F238E27FC236}">
                              <a16:creationId xmlns:a16="http://schemas.microsoft.com/office/drawing/2014/main" id="{C084CD5E-4E2E-45D8-AFD8-54F25B5874C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115" name="TextBox 114">
                          <a:extLst>
                            <a:ext uri="{FF2B5EF4-FFF2-40B4-BE49-F238E27FC236}">
                              <a16:creationId xmlns:a16="http://schemas.microsoft.com/office/drawing/2014/main" id="{8EF4FEDA-B81B-45D9-BECA-8B1A18C12C8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2C3BC512-B651-4D46-8135-6AAE4322ADB3}"/>
                      </a:ext>
                    </a:extLst>
                  </p:cNvPr>
                  <p:cNvCxnSpPr/>
                  <p:nvPr/>
                </p:nvCxnSpPr>
                <p:spPr>
                  <a:xfrm>
                    <a:off x="5517250" y="3934322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3" name="TextBox 152">
                        <a:extLst>
                          <a:ext uri="{FF2B5EF4-FFF2-40B4-BE49-F238E27FC236}">
                            <a16:creationId xmlns:a16="http://schemas.microsoft.com/office/drawing/2014/main" id="{2BB7CC80-B175-47BD-8D51-A66F4B4609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39292" y="3133294"/>
                        <a:ext cx="274595" cy="3277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sup>
                              </m:sSubSup>
                            </m:oMath>
                          </m:oMathPara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53" name="TextBox 152">
                        <a:extLst>
                          <a:ext uri="{FF2B5EF4-FFF2-40B4-BE49-F238E27FC236}">
                            <a16:creationId xmlns:a16="http://schemas.microsoft.com/office/drawing/2014/main" id="{2BB7CC80-B175-47BD-8D51-A66F4B46093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39292" y="3133294"/>
                        <a:ext cx="274595" cy="327782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r="-6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6361A533-5811-4252-87F8-32201DD610A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42468" y="3146844"/>
                        <a:ext cx="274595" cy="3277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sup>
                              </m:sSubSup>
                            </m:oMath>
                          </m:oMathPara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6361A533-5811-4252-87F8-32201DD610A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42468" y="3146844"/>
                        <a:ext cx="274595" cy="327782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r="-6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5" name="Rectangle: Rounded Corners 154">
                    <a:extLst>
                      <a:ext uri="{FF2B5EF4-FFF2-40B4-BE49-F238E27FC236}">
                        <a16:creationId xmlns:a16="http://schemas.microsoft.com/office/drawing/2014/main" id="{CE5FD394-95E7-4FAD-8058-FCFE53554D70}"/>
                      </a:ext>
                    </a:extLst>
                  </p:cNvPr>
                  <p:cNvSpPr/>
                  <p:nvPr/>
                </p:nvSpPr>
                <p:spPr>
                  <a:xfrm>
                    <a:off x="1948870" y="2762635"/>
                    <a:ext cx="3687719" cy="1560026"/>
                  </a:xfrm>
                  <a:prstGeom prst="roundRect">
                    <a:avLst>
                      <a:gd name="adj" fmla="val 7848"/>
                    </a:avLst>
                  </a:prstGeom>
                  <a:noFill/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42E0A5BA-3F83-4820-9DA9-AA37DF30A0C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9602" y="3178576"/>
                        <a:ext cx="228123" cy="3302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bSup>
                            </m:oMath>
                          </m:oMathPara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42E0A5BA-3F83-4820-9DA9-AA37DF30A0C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9602" y="3178576"/>
                        <a:ext cx="228123" cy="330246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3684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pic>
              <p:nvPicPr>
                <p:cNvPr id="197" name="Grafik 44" descr="Teufelsgesicht mit einfarbiger Füllung">
                  <a:extLst>
                    <a:ext uri="{FF2B5EF4-FFF2-40B4-BE49-F238E27FC236}">
                      <a16:creationId xmlns:a16="http://schemas.microsoft.com/office/drawing/2014/main" id="{2337078F-AC84-4149-B94D-DE8A7B2ED1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9223" y="1522610"/>
                  <a:ext cx="156663" cy="139342"/>
                </a:xfrm>
                <a:prstGeom prst="rect">
                  <a:avLst/>
                </a:prstGeom>
              </p:spPr>
            </p:pic>
          </p:grp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F3FE03E-388F-47BD-8193-E96C7945B3E7}"/>
                  </a:ext>
                </a:extLst>
              </p:cNvPr>
              <p:cNvSpPr txBox="1"/>
              <p:nvPr/>
            </p:nvSpPr>
            <p:spPr>
              <a:xfrm>
                <a:off x="7100534" y="880346"/>
                <a:ext cx="16570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latin typeface="Cambria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r>
                  <a:rPr lang="en-US" sz="1100" dirty="0"/>
                  <a:t>EDF scheduler </a:t>
                </a:r>
                <a:endParaRPr lang="en-IN" sz="1100" dirty="0"/>
              </a:p>
            </p:txBody>
          </p: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1E223D5-CF06-4BE0-89C6-BE386F714E69}"/>
                </a:ext>
              </a:extLst>
            </p:cNvPr>
            <p:cNvSpPr txBox="1"/>
            <p:nvPr/>
          </p:nvSpPr>
          <p:spPr>
            <a:xfrm>
              <a:off x="7509542" y="712741"/>
              <a:ext cx="1638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Real-Time Scheduler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68275A81-72D6-4F0C-AE94-22A1DBB8CBC1}"/>
                </a:ext>
              </a:extLst>
            </p:cNvPr>
            <p:cNvSpPr/>
            <p:nvPr/>
          </p:nvSpPr>
          <p:spPr>
            <a:xfrm>
              <a:off x="2112901" y="2574470"/>
              <a:ext cx="2074205" cy="1074991"/>
            </a:xfrm>
            <a:prstGeom prst="roundRect">
              <a:avLst>
                <a:gd name="adj" fmla="val 713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7" name="TextBox 69">
              <a:extLst>
                <a:ext uri="{FF2B5EF4-FFF2-40B4-BE49-F238E27FC236}">
                  <a16:creationId xmlns:a16="http://schemas.microsoft.com/office/drawing/2014/main" id="{6E5F6307-ABC4-41EA-8234-0515679CD6DF}"/>
                </a:ext>
              </a:extLst>
            </p:cNvPr>
            <p:cNvSpPr txBox="1"/>
            <p:nvPr/>
          </p:nvSpPr>
          <p:spPr>
            <a:xfrm>
              <a:off x="2132174" y="2954008"/>
              <a:ext cx="720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Residue </a:t>
              </a:r>
            </a:p>
            <a:p>
              <a:r>
                <a:rPr lang="en-GB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Statistics</a:t>
              </a:r>
              <a:endParaRPr lang="en-IN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5860D87-A146-4E0B-ABC2-2382A625C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8284" y="2961017"/>
              <a:ext cx="1223610" cy="3805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4733155-3D11-481D-8A9A-48100F7C4F34}"/>
                </a:ext>
              </a:extLst>
            </p:cNvPr>
            <p:cNvSpPr/>
            <p:nvPr/>
          </p:nvSpPr>
          <p:spPr>
            <a:xfrm>
              <a:off x="2396093" y="3188228"/>
              <a:ext cx="1445155" cy="385929"/>
            </a:xfrm>
            <a:custGeom>
              <a:avLst/>
              <a:gdLst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51151 w 7529885"/>
                <a:gd name="connsiteY39" fmla="*/ 119269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09302 w 7529885"/>
                <a:gd name="connsiteY39" fmla="*/ 156128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7529885" h="357808">
                  <a:moveTo>
                    <a:pt x="0" y="357808"/>
                  </a:moveTo>
                  <a:cubicBezTo>
                    <a:pt x="169956" y="323818"/>
                    <a:pt x="-69582" y="369316"/>
                    <a:pt x="405516" y="341906"/>
                  </a:cubicBezTo>
                  <a:cubicBezTo>
                    <a:pt x="422251" y="340941"/>
                    <a:pt x="453224" y="326003"/>
                    <a:pt x="453224" y="326003"/>
                  </a:cubicBezTo>
                  <a:cubicBezTo>
                    <a:pt x="459691" y="306601"/>
                    <a:pt x="461663" y="293709"/>
                    <a:pt x="477078" y="278295"/>
                  </a:cubicBezTo>
                  <a:cubicBezTo>
                    <a:pt x="483835" y="271538"/>
                    <a:pt x="492981" y="267694"/>
                    <a:pt x="500932" y="262393"/>
                  </a:cubicBezTo>
                  <a:cubicBezTo>
                    <a:pt x="518279" y="210350"/>
                    <a:pt x="494186" y="261427"/>
                    <a:pt x="532737" y="230587"/>
                  </a:cubicBezTo>
                  <a:cubicBezTo>
                    <a:pt x="540199" y="224617"/>
                    <a:pt x="542522" y="214075"/>
                    <a:pt x="548640" y="206734"/>
                  </a:cubicBezTo>
                  <a:cubicBezTo>
                    <a:pt x="571549" y="179244"/>
                    <a:pt x="566948" y="184729"/>
                    <a:pt x="596348" y="174928"/>
                  </a:cubicBezTo>
                  <a:cubicBezTo>
                    <a:pt x="625503" y="177579"/>
                    <a:pt x="655727" y="174620"/>
                    <a:pt x="683812" y="182880"/>
                  </a:cubicBezTo>
                  <a:cubicBezTo>
                    <a:pt x="702148" y="188273"/>
                    <a:pt x="713388" y="208641"/>
                    <a:pt x="731520" y="214685"/>
                  </a:cubicBezTo>
                  <a:lnTo>
                    <a:pt x="779228" y="230587"/>
                  </a:lnTo>
                  <a:cubicBezTo>
                    <a:pt x="800431" y="227937"/>
                    <a:pt x="821760" y="226149"/>
                    <a:pt x="842838" y="222636"/>
                  </a:cubicBezTo>
                  <a:cubicBezTo>
                    <a:pt x="853617" y="220840"/>
                    <a:pt x="864136" y="217687"/>
                    <a:pt x="874643" y="214685"/>
                  </a:cubicBezTo>
                  <a:cubicBezTo>
                    <a:pt x="882702" y="212383"/>
                    <a:pt x="890125" y="207133"/>
                    <a:pt x="898497" y="206734"/>
                  </a:cubicBezTo>
                  <a:cubicBezTo>
                    <a:pt x="1001781" y="201816"/>
                    <a:pt x="1105231" y="201433"/>
                    <a:pt x="1208598" y="198782"/>
                  </a:cubicBezTo>
                  <a:lnTo>
                    <a:pt x="1256306" y="182880"/>
                  </a:lnTo>
                  <a:cubicBezTo>
                    <a:pt x="1264257" y="180230"/>
                    <a:pt x="1271843" y="175968"/>
                    <a:pt x="1280160" y="174928"/>
                  </a:cubicBezTo>
                  <a:lnTo>
                    <a:pt x="1343770" y="166977"/>
                  </a:lnTo>
                  <a:lnTo>
                    <a:pt x="1478942" y="174928"/>
                  </a:lnTo>
                  <a:cubicBezTo>
                    <a:pt x="1505506" y="176896"/>
                    <a:pt x="1531818" y="182880"/>
                    <a:pt x="1558455" y="182880"/>
                  </a:cubicBezTo>
                  <a:cubicBezTo>
                    <a:pt x="1630066" y="182880"/>
                    <a:pt x="1701579" y="177579"/>
                    <a:pt x="1773141" y="174928"/>
                  </a:cubicBezTo>
                  <a:cubicBezTo>
                    <a:pt x="1783743" y="172278"/>
                    <a:pt x="1796413" y="173804"/>
                    <a:pt x="1804946" y="166977"/>
                  </a:cubicBezTo>
                  <a:cubicBezTo>
                    <a:pt x="1811491" y="161741"/>
                    <a:pt x="1806970" y="149050"/>
                    <a:pt x="1812897" y="143123"/>
                  </a:cubicBezTo>
                  <a:cubicBezTo>
                    <a:pt x="1818824" y="137196"/>
                    <a:pt x="1828800" y="137822"/>
                    <a:pt x="1836751" y="135172"/>
                  </a:cubicBezTo>
                  <a:cubicBezTo>
                    <a:pt x="1858897" y="113026"/>
                    <a:pt x="1898955" y="66731"/>
                    <a:pt x="1932167" y="55659"/>
                  </a:cubicBezTo>
                  <a:cubicBezTo>
                    <a:pt x="1940118" y="53008"/>
                    <a:pt x="1948694" y="51777"/>
                    <a:pt x="1956021" y="47707"/>
                  </a:cubicBezTo>
                  <a:cubicBezTo>
                    <a:pt x="1972728" y="38425"/>
                    <a:pt x="1985596" y="21946"/>
                    <a:pt x="2003728" y="15902"/>
                  </a:cubicBezTo>
                  <a:lnTo>
                    <a:pt x="2051436" y="0"/>
                  </a:lnTo>
                  <a:cubicBezTo>
                    <a:pt x="2069757" y="3053"/>
                    <a:pt x="2103425" y="6115"/>
                    <a:pt x="2122998" y="15902"/>
                  </a:cubicBezTo>
                  <a:cubicBezTo>
                    <a:pt x="2184653" y="46730"/>
                    <a:pt x="2110749" y="19771"/>
                    <a:pt x="2170706" y="39756"/>
                  </a:cubicBezTo>
                  <a:cubicBezTo>
                    <a:pt x="2197210" y="37106"/>
                    <a:pt x="2224265" y="37794"/>
                    <a:pt x="2250219" y="31805"/>
                  </a:cubicBezTo>
                  <a:cubicBezTo>
                    <a:pt x="2259531" y="29656"/>
                    <a:pt x="2265526" y="20176"/>
                    <a:pt x="2274073" y="15902"/>
                  </a:cubicBezTo>
                  <a:cubicBezTo>
                    <a:pt x="2281570" y="12154"/>
                    <a:pt x="2289976" y="10601"/>
                    <a:pt x="2297927" y="7951"/>
                  </a:cubicBezTo>
                  <a:cubicBezTo>
                    <a:pt x="2316480" y="10601"/>
                    <a:pt x="2336185" y="8942"/>
                    <a:pt x="2353586" y="15902"/>
                  </a:cubicBezTo>
                  <a:cubicBezTo>
                    <a:pt x="2413258" y="39771"/>
                    <a:pt x="2344492" y="40607"/>
                    <a:pt x="2401294" y="47707"/>
                  </a:cubicBezTo>
                  <a:cubicBezTo>
                    <a:pt x="2435585" y="51993"/>
                    <a:pt x="2470205" y="53008"/>
                    <a:pt x="2504661" y="55659"/>
                  </a:cubicBezTo>
                  <a:cubicBezTo>
                    <a:pt x="2512612" y="58309"/>
                    <a:pt x="2520296" y="61966"/>
                    <a:pt x="2528514" y="63610"/>
                  </a:cubicBezTo>
                  <a:cubicBezTo>
                    <a:pt x="2544572" y="66821"/>
                    <a:pt x="2587815" y="68284"/>
                    <a:pt x="2608028" y="79513"/>
                  </a:cubicBezTo>
                  <a:cubicBezTo>
                    <a:pt x="2690045" y="125079"/>
                    <a:pt x="2625616" y="101279"/>
                    <a:pt x="2679589" y="119269"/>
                  </a:cubicBezTo>
                  <a:cubicBezTo>
                    <a:pt x="2736363" y="100345"/>
                    <a:pt x="2671500" y="130928"/>
                    <a:pt x="2709302" y="156128"/>
                  </a:cubicBezTo>
                  <a:cubicBezTo>
                    <a:pt x="2728553" y="159744"/>
                    <a:pt x="2756104" y="161193"/>
                    <a:pt x="2767054" y="166977"/>
                  </a:cubicBezTo>
                  <a:cubicBezTo>
                    <a:pt x="2778005" y="172761"/>
                    <a:pt x="2767054" y="188181"/>
                    <a:pt x="2775005" y="190831"/>
                  </a:cubicBezTo>
                  <a:lnTo>
                    <a:pt x="2822713" y="206734"/>
                  </a:lnTo>
                  <a:cubicBezTo>
                    <a:pt x="2846173" y="241924"/>
                    <a:pt x="2827633" y="225703"/>
                    <a:pt x="2870421" y="238539"/>
                  </a:cubicBezTo>
                  <a:cubicBezTo>
                    <a:pt x="2886477" y="243356"/>
                    <a:pt x="2918128" y="254441"/>
                    <a:pt x="2918128" y="254441"/>
                  </a:cubicBezTo>
                  <a:cubicBezTo>
                    <a:pt x="2971137" y="251791"/>
                    <a:pt x="3024262" y="250897"/>
                    <a:pt x="3077154" y="246490"/>
                  </a:cubicBezTo>
                  <a:cubicBezTo>
                    <a:pt x="3088045" y="245582"/>
                    <a:pt x="3098032" y="238539"/>
                    <a:pt x="3108960" y="238539"/>
                  </a:cubicBezTo>
                  <a:cubicBezTo>
                    <a:pt x="3323661" y="238539"/>
                    <a:pt x="3538330" y="243840"/>
                    <a:pt x="3753015" y="246490"/>
                  </a:cubicBezTo>
                  <a:lnTo>
                    <a:pt x="3824577" y="270344"/>
                  </a:lnTo>
                  <a:lnTo>
                    <a:pt x="3848431" y="278295"/>
                  </a:lnTo>
                  <a:cubicBezTo>
                    <a:pt x="3856382" y="283596"/>
                    <a:pt x="3863501" y="290434"/>
                    <a:pt x="3872285" y="294198"/>
                  </a:cubicBezTo>
                  <a:cubicBezTo>
                    <a:pt x="3926031" y="317232"/>
                    <a:pt x="4056945" y="294669"/>
                    <a:pt x="4071068" y="294198"/>
                  </a:cubicBezTo>
                  <a:lnTo>
                    <a:pt x="4381168" y="286247"/>
                  </a:lnTo>
                  <a:cubicBezTo>
                    <a:pt x="4699182" y="180233"/>
                    <a:pt x="5179306" y="276480"/>
                    <a:pt x="5398935" y="278295"/>
                  </a:cubicBezTo>
                  <a:cubicBezTo>
                    <a:pt x="5547354" y="327772"/>
                    <a:pt x="5433080" y="292639"/>
                    <a:pt x="5820354" y="278295"/>
                  </a:cubicBezTo>
                  <a:cubicBezTo>
                    <a:pt x="5831587" y="277879"/>
                    <a:pt x="5863807" y="266462"/>
                    <a:pt x="5876014" y="262393"/>
                  </a:cubicBezTo>
                  <a:lnTo>
                    <a:pt x="6297433" y="270344"/>
                  </a:lnTo>
                  <a:cubicBezTo>
                    <a:pt x="6305809" y="270643"/>
                    <a:pt x="6313041" y="276796"/>
                    <a:pt x="6321287" y="278295"/>
                  </a:cubicBezTo>
                  <a:cubicBezTo>
                    <a:pt x="6342311" y="282118"/>
                    <a:pt x="6363819" y="282734"/>
                    <a:pt x="6384897" y="286247"/>
                  </a:cubicBezTo>
                  <a:cubicBezTo>
                    <a:pt x="6404866" y="289575"/>
                    <a:pt x="6421649" y="295847"/>
                    <a:pt x="6440556" y="302149"/>
                  </a:cubicBezTo>
                  <a:cubicBezTo>
                    <a:pt x="6498866" y="299499"/>
                    <a:pt x="6557447" y="300416"/>
                    <a:pt x="6615485" y="294198"/>
                  </a:cubicBezTo>
                  <a:cubicBezTo>
                    <a:pt x="6632153" y="292412"/>
                    <a:pt x="6646931" y="282360"/>
                    <a:pt x="6663193" y="278295"/>
                  </a:cubicBezTo>
                  <a:cubicBezTo>
                    <a:pt x="6697230" y="269786"/>
                    <a:pt x="6697736" y="269124"/>
                    <a:pt x="6734754" y="262393"/>
                  </a:cubicBezTo>
                  <a:cubicBezTo>
                    <a:pt x="6815629" y="247688"/>
                    <a:pt x="6798155" y="253518"/>
                    <a:pt x="6917634" y="246490"/>
                  </a:cubicBezTo>
                  <a:cubicBezTo>
                    <a:pt x="7038861" y="229173"/>
                    <a:pt x="6986047" y="233373"/>
                    <a:pt x="7195930" y="246490"/>
                  </a:cubicBezTo>
                  <a:cubicBezTo>
                    <a:pt x="7206837" y="247172"/>
                    <a:pt x="7216983" y="252486"/>
                    <a:pt x="7227735" y="254441"/>
                  </a:cubicBezTo>
                  <a:cubicBezTo>
                    <a:pt x="7246174" y="257794"/>
                    <a:pt x="7264841" y="259742"/>
                    <a:pt x="7283394" y="262393"/>
                  </a:cubicBezTo>
                  <a:cubicBezTo>
                    <a:pt x="7297062" y="266949"/>
                    <a:pt x="7325916" y="277244"/>
                    <a:pt x="7339054" y="278295"/>
                  </a:cubicBezTo>
                  <a:cubicBezTo>
                    <a:pt x="7443180" y="286625"/>
                    <a:pt x="7460411" y="286247"/>
                    <a:pt x="7529885" y="28624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101">
                  <a:extLst>
                    <a:ext uri="{FF2B5EF4-FFF2-40B4-BE49-F238E27FC236}">
                      <a16:creationId xmlns:a16="http://schemas.microsoft.com/office/drawing/2014/main" id="{D95F06DC-DDEC-4096-8DEA-56BA8E6BA94E}"/>
                    </a:ext>
                  </a:extLst>
                </p:cNvPr>
                <p:cNvSpPr txBox="1"/>
                <p:nvPr/>
              </p:nvSpPr>
              <p:spPr>
                <a:xfrm>
                  <a:off x="2698229" y="3038665"/>
                  <a:ext cx="182768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𝑻𝒉</m:t>
                      </m:r>
                    </m:oMath>
                  </a14:m>
                  <a:r>
                    <a:rPr lang="en-GB" sz="900" b="1" dirty="0">
                      <a:solidFill>
                        <a:srgbClr val="FF000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=&gt; Attack?</a:t>
                  </a:r>
                  <a:endParaRPr lang="en-IN" sz="9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0" name="TextBox 101">
                  <a:extLst>
                    <a:ext uri="{FF2B5EF4-FFF2-40B4-BE49-F238E27FC236}">
                      <a16:creationId xmlns:a16="http://schemas.microsoft.com/office/drawing/2014/main" id="{D95F06DC-DDEC-4096-8DEA-56BA8E6BA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8229" y="3038665"/>
                  <a:ext cx="1827687" cy="230832"/>
                </a:xfrm>
                <a:prstGeom prst="rect">
                  <a:avLst/>
                </a:prstGeom>
                <a:blipFill>
                  <a:blip r:embed="rId18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TextBox 69">
              <a:extLst>
                <a:ext uri="{FF2B5EF4-FFF2-40B4-BE49-F238E27FC236}">
                  <a16:creationId xmlns:a16="http://schemas.microsoft.com/office/drawing/2014/main" id="{D53418C6-43A5-4E85-999A-5890FC7ED3DE}"/>
                </a:ext>
              </a:extLst>
            </p:cNvPr>
            <p:cNvSpPr txBox="1"/>
            <p:nvPr/>
          </p:nvSpPr>
          <p:spPr>
            <a:xfrm>
              <a:off x="2737716" y="2700929"/>
              <a:ext cx="1115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Threshold</a:t>
              </a:r>
              <a:endParaRPr lang="en-IN" sz="1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A2D99CE1-6C5C-464D-B9E1-5F4113466FDC}"/>
                </a:ext>
              </a:extLst>
            </p:cNvPr>
            <p:cNvSpPr txBox="1"/>
            <p:nvPr/>
          </p:nvSpPr>
          <p:spPr>
            <a:xfrm>
              <a:off x="2496856" y="2526688"/>
              <a:ext cx="18976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</a:lstStyle>
            <a:p>
              <a:r>
                <a:rPr lang="en-IN" dirty="0"/>
                <a:t>Anomaly Detector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FCAD3433-53B4-4146-AA56-4831841E38BA}"/>
                </a:ext>
              </a:extLst>
            </p:cNvPr>
            <p:cNvGrpSpPr/>
            <p:nvPr/>
          </p:nvGrpSpPr>
          <p:grpSpPr>
            <a:xfrm rot="16200000">
              <a:off x="4618355" y="2510803"/>
              <a:ext cx="3250342" cy="294713"/>
              <a:chOff x="2128808" y="5103362"/>
              <a:chExt cx="4044215" cy="156751"/>
            </a:xfrm>
          </p:grpSpPr>
          <p:sp>
            <p:nvSpPr>
              <p:cNvPr id="244" name="Rectangle: Rounded Corners 243">
                <a:extLst>
                  <a:ext uri="{FF2B5EF4-FFF2-40B4-BE49-F238E27FC236}">
                    <a16:creationId xmlns:a16="http://schemas.microsoft.com/office/drawing/2014/main" id="{F367E940-2CBF-42AD-AA67-99B541AC2B1A}"/>
                  </a:ext>
                </a:extLst>
              </p:cNvPr>
              <p:cNvSpPr/>
              <p:nvPr/>
            </p:nvSpPr>
            <p:spPr>
              <a:xfrm rot="16200000">
                <a:off x="4074750" y="3159464"/>
                <a:ext cx="152332" cy="4044215"/>
              </a:xfrm>
              <a:prstGeom prst="roundRect">
                <a:avLst>
                  <a:gd name="adj" fmla="val 12346"/>
                </a:avLst>
              </a:prstGeom>
              <a:solidFill>
                <a:schemeClr val="bg2"/>
              </a:solidFill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DE38E524-80C1-402A-B73D-14178DC9EB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41330" y="5182547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50E8D59E-899D-44F8-BB9F-61F458C2FB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78230" y="5182547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58E14FAD-011E-4996-BAE6-4F49697A5A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96239" y="5183947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1CB5FA71-0DBD-487C-93B7-2E8B1C709A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540471" y="5183732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1B69FD79-FBDB-4FCB-9BEB-5F209D482E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812219" y="5179528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D83B9F77-397A-4B01-A3A8-880E649B3C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134124" y="5180882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5592DF65-5ED2-411D-899F-3274B30EA1C7}"/>
                </a:ext>
              </a:extLst>
            </p:cNvPr>
            <p:cNvSpPr txBox="1"/>
            <p:nvPr/>
          </p:nvSpPr>
          <p:spPr>
            <a:xfrm>
              <a:off x="5907381" y="612249"/>
              <a:ext cx="658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I/O</a:t>
              </a:r>
            </a:p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Buffer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55" name="Picture 254">
              <a:extLst>
                <a:ext uri="{FF2B5EF4-FFF2-40B4-BE49-F238E27FC236}">
                  <a16:creationId xmlns:a16="http://schemas.microsoft.com/office/drawing/2014/main" id="{7461DFEF-E9B9-414D-A6C3-ED539881F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643910" y="4257371"/>
              <a:ext cx="591892" cy="491371"/>
            </a:xfrm>
            <a:prstGeom prst="rect">
              <a:avLst/>
            </a:prstGeom>
          </p:spPr>
        </p:pic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C9DA6E01-F12B-448B-87EA-7A5EDE0665F8}"/>
                </a:ext>
              </a:extLst>
            </p:cNvPr>
            <p:cNvSpPr/>
            <p:nvPr/>
          </p:nvSpPr>
          <p:spPr>
            <a:xfrm>
              <a:off x="5114141" y="2357225"/>
              <a:ext cx="170902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8" name="Connector: Elbow 257">
              <a:extLst>
                <a:ext uri="{FF2B5EF4-FFF2-40B4-BE49-F238E27FC236}">
                  <a16:creationId xmlns:a16="http://schemas.microsoft.com/office/drawing/2014/main" id="{937E7D90-C39E-493A-AFA4-F56C0017CB8B}"/>
                </a:ext>
              </a:extLst>
            </p:cNvPr>
            <p:cNvCxnSpPr>
              <a:cxnSpLocks/>
              <a:endCxn id="262" idx="1"/>
            </p:cNvCxnSpPr>
            <p:nvPr/>
          </p:nvCxnSpPr>
          <p:spPr>
            <a:xfrm>
              <a:off x="4350598" y="905952"/>
              <a:ext cx="783636" cy="17782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8408B828-B9B1-4C71-B56E-E70671C89A9F}"/>
                </a:ext>
              </a:extLst>
            </p:cNvPr>
            <p:cNvSpPr/>
            <p:nvPr/>
          </p:nvSpPr>
          <p:spPr>
            <a:xfrm>
              <a:off x="5134234" y="899110"/>
              <a:ext cx="176729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1" name="Connector: Elbow 270">
              <a:extLst>
                <a:ext uri="{FF2B5EF4-FFF2-40B4-BE49-F238E27FC236}">
                  <a16:creationId xmlns:a16="http://schemas.microsoft.com/office/drawing/2014/main" id="{9B8CBF0F-09AD-4066-9115-CDDA4974DB57}"/>
                </a:ext>
              </a:extLst>
            </p:cNvPr>
            <p:cNvCxnSpPr>
              <a:cxnSpLocks/>
            </p:cNvCxnSpPr>
            <p:nvPr/>
          </p:nvCxnSpPr>
          <p:spPr>
            <a:xfrm>
              <a:off x="5296210" y="1073914"/>
              <a:ext cx="790076" cy="14180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ctor: Elbow 272">
              <a:extLst>
                <a:ext uri="{FF2B5EF4-FFF2-40B4-BE49-F238E27FC236}">
                  <a16:creationId xmlns:a16="http://schemas.microsoft.com/office/drawing/2014/main" id="{3F92251B-A608-4411-B6D6-3A84AAAD2C0C}"/>
                </a:ext>
              </a:extLst>
            </p:cNvPr>
            <p:cNvCxnSpPr>
              <a:cxnSpLocks/>
              <a:endCxn id="126" idx="0"/>
            </p:cNvCxnSpPr>
            <p:nvPr/>
          </p:nvCxnSpPr>
          <p:spPr>
            <a:xfrm>
              <a:off x="6376717" y="1229690"/>
              <a:ext cx="632233" cy="55864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B1FEA93-5B20-4A17-9E6E-1E2B6B017FCC}"/>
                </a:ext>
              </a:extLst>
            </p:cNvPr>
            <p:cNvSpPr/>
            <p:nvPr/>
          </p:nvSpPr>
          <p:spPr>
            <a:xfrm>
              <a:off x="5142421" y="1325343"/>
              <a:ext cx="170902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8" name="Connector: Elbow 277">
              <a:extLst>
                <a:ext uri="{FF2B5EF4-FFF2-40B4-BE49-F238E27FC236}">
                  <a16:creationId xmlns:a16="http://schemas.microsoft.com/office/drawing/2014/main" id="{0B4D6766-B438-4892-91D9-473907293690}"/>
                </a:ext>
              </a:extLst>
            </p:cNvPr>
            <p:cNvCxnSpPr>
              <a:cxnSpLocks/>
              <a:stCxn id="143" idx="0"/>
            </p:cNvCxnSpPr>
            <p:nvPr/>
          </p:nvCxnSpPr>
          <p:spPr>
            <a:xfrm rot="16200000" flipV="1">
              <a:off x="6723781" y="1129022"/>
              <a:ext cx="312259" cy="1006385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ctor: Elbow 280">
              <a:extLst>
                <a:ext uri="{FF2B5EF4-FFF2-40B4-BE49-F238E27FC236}">
                  <a16:creationId xmlns:a16="http://schemas.microsoft.com/office/drawing/2014/main" id="{44F953B0-F60F-4176-B7E1-70DA0A9CEC34}"/>
                </a:ext>
              </a:extLst>
            </p:cNvPr>
            <p:cNvCxnSpPr>
              <a:cxnSpLocks/>
              <a:stCxn id="277" idx="1"/>
              <a:endCxn id="111" idx="3"/>
            </p:cNvCxnSpPr>
            <p:nvPr/>
          </p:nvCxnSpPr>
          <p:spPr>
            <a:xfrm rot="10800000" flipV="1">
              <a:off x="3703297" y="1510009"/>
              <a:ext cx="1439124" cy="639516"/>
            </a:xfrm>
            <a:prstGeom prst="bentConnector3">
              <a:avLst>
                <a:gd name="adj1" fmla="val 36165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ctor: Elbow 285">
              <a:extLst>
                <a:ext uri="{FF2B5EF4-FFF2-40B4-BE49-F238E27FC236}">
                  <a16:creationId xmlns:a16="http://schemas.microsoft.com/office/drawing/2014/main" id="{F3F59397-0D13-4D68-BD13-6780BC8452D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321798" y="1391651"/>
              <a:ext cx="754071" cy="11022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4EE75BC-C7BD-422B-986E-3B0AA72C3738}"/>
                </a:ext>
              </a:extLst>
            </p:cNvPr>
            <p:cNvSpPr/>
            <p:nvPr/>
          </p:nvSpPr>
          <p:spPr>
            <a:xfrm>
              <a:off x="5119409" y="2889995"/>
              <a:ext cx="170902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DAB8709-FED4-40EB-98A3-7C75FDA5B83D}"/>
                </a:ext>
              </a:extLst>
            </p:cNvPr>
            <p:cNvSpPr/>
            <p:nvPr/>
          </p:nvSpPr>
          <p:spPr>
            <a:xfrm>
              <a:off x="5139939" y="1818581"/>
              <a:ext cx="170902" cy="369332"/>
            </a:xfrm>
            <a:prstGeom prst="rect">
              <a:avLst/>
            </a:prstGeom>
            <a:pattFill prst="openDmnd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3" name="Connector: Elbow 292">
              <a:extLst>
                <a:ext uri="{FF2B5EF4-FFF2-40B4-BE49-F238E27FC236}">
                  <a16:creationId xmlns:a16="http://schemas.microsoft.com/office/drawing/2014/main" id="{AB03CB52-7696-4553-9133-615072392447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>
              <a:off x="4328140" y="1867515"/>
              <a:ext cx="786001" cy="67437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Connector: Elbow 294">
              <a:extLst>
                <a:ext uri="{FF2B5EF4-FFF2-40B4-BE49-F238E27FC236}">
                  <a16:creationId xmlns:a16="http://schemas.microsoft.com/office/drawing/2014/main" id="{F6271E56-42DF-4A54-9C63-AD5862E10C39}"/>
                </a:ext>
              </a:extLst>
            </p:cNvPr>
            <p:cNvCxnSpPr>
              <a:cxnSpLocks/>
            </p:cNvCxnSpPr>
            <p:nvPr/>
          </p:nvCxnSpPr>
          <p:spPr>
            <a:xfrm>
              <a:off x="5290826" y="2532814"/>
              <a:ext cx="810676" cy="25043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or: Elbow 296">
              <a:extLst>
                <a:ext uri="{FF2B5EF4-FFF2-40B4-BE49-F238E27FC236}">
                  <a16:creationId xmlns:a16="http://schemas.microsoft.com/office/drawing/2014/main" id="{F943DE99-DB62-4FAC-A8AD-EF040C523448}"/>
                </a:ext>
              </a:extLst>
            </p:cNvPr>
            <p:cNvCxnSpPr>
              <a:cxnSpLocks/>
              <a:endCxn id="161" idx="0"/>
            </p:cNvCxnSpPr>
            <p:nvPr/>
          </p:nvCxnSpPr>
          <p:spPr>
            <a:xfrm>
              <a:off x="6389307" y="2781623"/>
              <a:ext cx="753651" cy="41008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Lightning Bolt 299">
              <a:extLst>
                <a:ext uri="{FF2B5EF4-FFF2-40B4-BE49-F238E27FC236}">
                  <a16:creationId xmlns:a16="http://schemas.microsoft.com/office/drawing/2014/main" id="{A4AB4B6C-41B5-4E4F-87A8-FA53B5858DC9}"/>
                </a:ext>
              </a:extLst>
            </p:cNvPr>
            <p:cNvSpPr/>
            <p:nvPr/>
          </p:nvSpPr>
          <p:spPr>
            <a:xfrm rot="1509961">
              <a:off x="7184853" y="1772005"/>
              <a:ext cx="73865" cy="117415"/>
            </a:xfrm>
            <a:prstGeom prst="lightningBol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9" name="Grafik 44" descr="Teufelsgesicht mit einfarbiger Füllung">
              <a:extLst>
                <a:ext uri="{FF2B5EF4-FFF2-40B4-BE49-F238E27FC236}">
                  <a16:creationId xmlns:a16="http://schemas.microsoft.com/office/drawing/2014/main" id="{B5DF7AB7-6567-4C03-9299-0B657702C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776621" y="3097686"/>
              <a:ext cx="129464" cy="115150"/>
            </a:xfrm>
            <a:prstGeom prst="rect">
              <a:avLst/>
            </a:prstGeom>
          </p:spPr>
        </p:pic>
        <p:sp>
          <p:nvSpPr>
            <p:cNvPr id="301" name="Lightning Bolt 300">
              <a:extLst>
                <a:ext uri="{FF2B5EF4-FFF2-40B4-BE49-F238E27FC236}">
                  <a16:creationId xmlns:a16="http://schemas.microsoft.com/office/drawing/2014/main" id="{20291385-5293-46FB-9EF9-2FAFCB0CE5E5}"/>
                </a:ext>
              </a:extLst>
            </p:cNvPr>
            <p:cNvSpPr/>
            <p:nvPr/>
          </p:nvSpPr>
          <p:spPr>
            <a:xfrm rot="1509961">
              <a:off x="6799263" y="3225148"/>
              <a:ext cx="73865" cy="117415"/>
            </a:xfrm>
            <a:prstGeom prst="lightningBol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6DECD64D-76C4-42CD-A578-E27A7715CF98}"/>
                </a:ext>
              </a:extLst>
            </p:cNvPr>
            <p:cNvGrpSpPr/>
            <p:nvPr/>
          </p:nvGrpSpPr>
          <p:grpSpPr>
            <a:xfrm>
              <a:off x="7867988" y="3108203"/>
              <a:ext cx="129464" cy="225486"/>
              <a:chOff x="4608455" y="3225986"/>
              <a:chExt cx="129464" cy="225486"/>
            </a:xfrm>
          </p:grpSpPr>
          <p:pic>
            <p:nvPicPr>
              <p:cNvPr id="307" name="Grafik 44" descr="Teufelsgesicht mit einfarbiger Füllung">
                <a:extLst>
                  <a:ext uri="{FF2B5EF4-FFF2-40B4-BE49-F238E27FC236}">
                    <a16:creationId xmlns:a16="http://schemas.microsoft.com/office/drawing/2014/main" id="{D599F3B7-B3D1-4809-8490-AAE071869A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08" name="Lightning Bolt 307">
                <a:extLst>
                  <a:ext uri="{FF2B5EF4-FFF2-40B4-BE49-F238E27FC236}">
                    <a16:creationId xmlns:a16="http://schemas.microsoft.com/office/drawing/2014/main" id="{3C430186-3BD9-4CCF-A605-244B2DCFBF91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B043C81B-B1E7-4675-AA92-701248AD7C62}"/>
                </a:ext>
              </a:extLst>
            </p:cNvPr>
            <p:cNvGrpSpPr/>
            <p:nvPr/>
          </p:nvGrpSpPr>
          <p:grpSpPr>
            <a:xfrm>
              <a:off x="8965255" y="3073515"/>
              <a:ext cx="129464" cy="225486"/>
              <a:chOff x="4608455" y="3225986"/>
              <a:chExt cx="129464" cy="225486"/>
            </a:xfrm>
          </p:grpSpPr>
          <p:pic>
            <p:nvPicPr>
              <p:cNvPr id="311" name="Grafik 44" descr="Teufelsgesicht mit einfarbiger Füllung">
                <a:extLst>
                  <a:ext uri="{FF2B5EF4-FFF2-40B4-BE49-F238E27FC236}">
                    <a16:creationId xmlns:a16="http://schemas.microsoft.com/office/drawing/2014/main" id="{06490107-DD0D-4EBE-A32E-F0451A63F6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12" name="Lightning Bolt 311">
                <a:extLst>
                  <a:ext uri="{FF2B5EF4-FFF2-40B4-BE49-F238E27FC236}">
                    <a16:creationId xmlns:a16="http://schemas.microsoft.com/office/drawing/2014/main" id="{A28C6BB1-430C-4E19-902A-932A4B71D3A4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A02F0C99-94BF-4012-AAB8-5661CD0457D1}"/>
                </a:ext>
              </a:extLst>
            </p:cNvPr>
            <p:cNvGrpSpPr/>
            <p:nvPr/>
          </p:nvGrpSpPr>
          <p:grpSpPr>
            <a:xfrm>
              <a:off x="8241752" y="1674067"/>
              <a:ext cx="129464" cy="225486"/>
              <a:chOff x="4608455" y="3225986"/>
              <a:chExt cx="129464" cy="225486"/>
            </a:xfrm>
          </p:grpSpPr>
          <p:pic>
            <p:nvPicPr>
              <p:cNvPr id="315" name="Grafik 44" descr="Teufelsgesicht mit einfarbiger Füllung">
                <a:extLst>
                  <a:ext uri="{FF2B5EF4-FFF2-40B4-BE49-F238E27FC236}">
                    <a16:creationId xmlns:a16="http://schemas.microsoft.com/office/drawing/2014/main" id="{207E1FB7-9C25-4620-ADD2-1162B886F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16" name="Lightning Bolt 315">
                <a:extLst>
                  <a:ext uri="{FF2B5EF4-FFF2-40B4-BE49-F238E27FC236}">
                    <a16:creationId xmlns:a16="http://schemas.microsoft.com/office/drawing/2014/main" id="{08DEC8EB-4510-4107-B025-D191D06CE01C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7C106751-7798-49A8-83CF-0F776D91B317}"/>
                </a:ext>
              </a:extLst>
            </p:cNvPr>
            <p:cNvGrpSpPr/>
            <p:nvPr/>
          </p:nvGrpSpPr>
          <p:grpSpPr>
            <a:xfrm>
              <a:off x="9341075" y="1676806"/>
              <a:ext cx="129464" cy="225486"/>
              <a:chOff x="4608455" y="3225986"/>
              <a:chExt cx="129464" cy="225486"/>
            </a:xfrm>
          </p:grpSpPr>
          <p:pic>
            <p:nvPicPr>
              <p:cNvPr id="318" name="Grafik 44" descr="Teufelsgesicht mit einfarbiger Füllung">
                <a:extLst>
                  <a:ext uri="{FF2B5EF4-FFF2-40B4-BE49-F238E27FC236}">
                    <a16:creationId xmlns:a16="http://schemas.microsoft.com/office/drawing/2014/main" id="{7126A835-5088-435F-8247-FB42A5366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19" name="Lightning Bolt 318">
                <a:extLst>
                  <a:ext uri="{FF2B5EF4-FFF2-40B4-BE49-F238E27FC236}">
                    <a16:creationId xmlns:a16="http://schemas.microsoft.com/office/drawing/2014/main" id="{0E008302-1AEA-474C-9024-C00284678D82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0BFF15C5-2361-4B86-B6A4-8DA626B8BAEA}"/>
                    </a:ext>
                  </a:extLst>
                </p:cNvPr>
                <p:cNvSpPr txBox="1"/>
                <p:nvPr/>
              </p:nvSpPr>
              <p:spPr>
                <a:xfrm>
                  <a:off x="9369121" y="2915098"/>
                  <a:ext cx="274595" cy="3277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0BFF15C5-2361-4B86-B6A4-8DA626B8B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9121" y="2915098"/>
                  <a:ext cx="274595" cy="327782"/>
                </a:xfrm>
                <a:prstGeom prst="rect">
                  <a:avLst/>
                </a:prstGeom>
                <a:blipFill>
                  <a:blip r:embed="rId20"/>
                  <a:stretch>
                    <a:fillRect r="-6444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1113CD8B-E76D-4EF4-9541-1C232F9792DD}"/>
                    </a:ext>
                  </a:extLst>
                </p:cNvPr>
                <p:cNvSpPr txBox="1"/>
                <p:nvPr/>
              </p:nvSpPr>
              <p:spPr>
                <a:xfrm>
                  <a:off x="8236405" y="2939211"/>
                  <a:ext cx="274595" cy="3277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1113CD8B-E76D-4EF4-9541-1C232F979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405" y="2939211"/>
                  <a:ext cx="274595" cy="327782"/>
                </a:xfrm>
                <a:prstGeom prst="rect">
                  <a:avLst/>
                </a:prstGeom>
                <a:blipFill>
                  <a:blip r:embed="rId21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415EBFC-4A04-4488-AA90-2D4318DC9C97}"/>
                    </a:ext>
                  </a:extLst>
                </p:cNvPr>
                <p:cNvSpPr txBox="1"/>
                <p:nvPr/>
              </p:nvSpPr>
              <p:spPr>
                <a:xfrm>
                  <a:off x="7109025" y="2866607"/>
                  <a:ext cx="228123" cy="330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415EBFC-4A04-4488-AA90-2D4318DC9C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025" y="2866607"/>
                  <a:ext cx="228123" cy="330246"/>
                </a:xfrm>
                <a:prstGeom prst="rect">
                  <a:avLst/>
                </a:prstGeom>
                <a:blipFill>
                  <a:blip r:embed="rId2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6" name="Connector: Elbow 325">
              <a:extLst>
                <a:ext uri="{FF2B5EF4-FFF2-40B4-BE49-F238E27FC236}">
                  <a16:creationId xmlns:a16="http://schemas.microsoft.com/office/drawing/2014/main" id="{B6A9A75D-B033-431F-990C-9C186ECCC6C1}"/>
                </a:ext>
              </a:extLst>
            </p:cNvPr>
            <p:cNvCxnSpPr>
              <a:cxnSpLocks/>
              <a:stCxn id="174" idx="0"/>
            </p:cNvCxnSpPr>
            <p:nvPr/>
          </p:nvCxnSpPr>
          <p:spPr>
            <a:xfrm rot="16200000" flipV="1">
              <a:off x="6535942" y="2785383"/>
              <a:ext cx="222126" cy="59051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Connector: Elbow 336">
              <a:extLst>
                <a:ext uri="{FF2B5EF4-FFF2-40B4-BE49-F238E27FC236}">
                  <a16:creationId xmlns:a16="http://schemas.microsoft.com/office/drawing/2014/main" id="{B13CD178-6518-4C32-8814-38424C95540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273526" y="3001216"/>
              <a:ext cx="822474" cy="11107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Connector: Elbow 338">
              <a:extLst>
                <a:ext uri="{FF2B5EF4-FFF2-40B4-BE49-F238E27FC236}">
                  <a16:creationId xmlns:a16="http://schemas.microsoft.com/office/drawing/2014/main" id="{6D7932A2-E9FD-476F-A9C5-7729DA4BEF02}"/>
                </a:ext>
              </a:extLst>
            </p:cNvPr>
            <p:cNvCxnSpPr>
              <a:cxnSpLocks/>
              <a:stCxn id="291" idx="1"/>
            </p:cNvCxnSpPr>
            <p:nvPr/>
          </p:nvCxnSpPr>
          <p:spPr>
            <a:xfrm rot="10800000">
              <a:off x="3710867" y="2256273"/>
              <a:ext cx="1408542" cy="818389"/>
            </a:xfrm>
            <a:prstGeom prst="bentConnector3">
              <a:avLst>
                <a:gd name="adj1" fmla="val 5690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FA50C0CE-F2EA-44FC-B7E3-91FA0750BBA7}"/>
                </a:ext>
              </a:extLst>
            </p:cNvPr>
            <p:cNvSpPr txBox="1"/>
            <p:nvPr/>
          </p:nvSpPr>
          <p:spPr>
            <a:xfrm rot="16200000">
              <a:off x="4475173" y="3477846"/>
              <a:ext cx="13560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latin typeface="Cambria" panose="02040503050406030204" pitchFamily="18" charset="0"/>
                  <a:ea typeface="Cambria" panose="02040503050406030204" pitchFamily="18" charset="0"/>
                </a:rPr>
                <a:t>.  .  .  .  .  .  .  .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DF53D2D3-DAF2-4717-A981-42D898369A68}"/>
                </a:ext>
              </a:extLst>
            </p:cNvPr>
            <p:cNvSpPr txBox="1"/>
            <p:nvPr/>
          </p:nvSpPr>
          <p:spPr>
            <a:xfrm rot="16200000">
              <a:off x="4107324" y="3496835"/>
              <a:ext cx="1219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</a:lstStyle>
            <a:p>
              <a:pPr algn="ctr"/>
              <a:r>
                <a:rPr lang="en-IN" dirty="0"/>
                <a:t>Communication </a:t>
              </a:r>
            </a:p>
            <a:p>
              <a:pPr algn="ctr"/>
              <a:r>
                <a:rPr lang="en-IN" dirty="0"/>
                <a:t>Channel</a:t>
              </a:r>
            </a:p>
          </p:txBody>
        </p:sp>
        <p:pic>
          <p:nvPicPr>
            <p:cNvPr id="357" name="Graphic 356" descr="Gears with solid fill">
              <a:extLst>
                <a:ext uri="{FF2B5EF4-FFF2-40B4-BE49-F238E27FC236}">
                  <a16:creationId xmlns:a16="http://schemas.microsoft.com/office/drawing/2014/main" id="{66D6E66E-D2B9-492C-8CF3-0DD1803B3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35866" y="1987486"/>
              <a:ext cx="359244" cy="359244"/>
            </a:xfrm>
            <a:prstGeom prst="rect">
              <a:avLst/>
            </a:prstGeom>
          </p:spPr>
        </p:pic>
        <p:pic>
          <p:nvPicPr>
            <p:cNvPr id="359" name="Picture 358">
              <a:extLst>
                <a:ext uri="{FF2B5EF4-FFF2-40B4-BE49-F238E27FC236}">
                  <a16:creationId xmlns:a16="http://schemas.microsoft.com/office/drawing/2014/main" id="{057126CA-8AF5-4258-BBAD-F96880262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9615" y="1691156"/>
              <a:ext cx="274555" cy="278223"/>
            </a:xfrm>
            <a:prstGeom prst="rect">
              <a:avLst/>
            </a:prstGeom>
          </p:spPr>
        </p:pic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8AD9EC88-F701-4A3E-92CC-A4F3D39AA842}"/>
                </a:ext>
              </a:extLst>
            </p:cNvPr>
            <p:cNvSpPr txBox="1"/>
            <p:nvPr/>
          </p:nvSpPr>
          <p:spPr>
            <a:xfrm rot="16200000">
              <a:off x="3755748" y="1130477"/>
              <a:ext cx="7369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Sensor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903052D-5E6F-42A7-A09E-73CBA96FF090}"/>
                </a:ext>
              </a:extLst>
            </p:cNvPr>
            <p:cNvSpPr txBox="1"/>
            <p:nvPr/>
          </p:nvSpPr>
          <p:spPr>
            <a:xfrm>
              <a:off x="2578643" y="2011957"/>
              <a:ext cx="8690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Actuator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E0DB867A-2053-4706-8D26-FFE5F31541C8}"/>
                </a:ext>
              </a:extLst>
            </p:cNvPr>
            <p:cNvGrpSpPr/>
            <p:nvPr/>
          </p:nvGrpSpPr>
          <p:grpSpPr>
            <a:xfrm>
              <a:off x="2244838" y="3770533"/>
              <a:ext cx="2062223" cy="874821"/>
              <a:chOff x="2132174" y="3733276"/>
              <a:chExt cx="2062223" cy="874821"/>
            </a:xfrm>
          </p:grpSpPr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CCDA9323-2553-4A03-9C97-EF096A84CC07}"/>
                  </a:ext>
                </a:extLst>
              </p:cNvPr>
              <p:cNvSpPr/>
              <p:nvPr/>
            </p:nvSpPr>
            <p:spPr>
              <a:xfrm>
                <a:off x="2136699" y="3808376"/>
                <a:ext cx="306463" cy="19087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" name="TextBox 378">
                    <a:extLst>
                      <a:ext uri="{FF2B5EF4-FFF2-40B4-BE49-F238E27FC236}">
                        <a16:creationId xmlns:a16="http://schemas.microsoft.com/office/drawing/2014/main" id="{AF434AE3-6FC7-4CBE-B0AF-57837FC7B462}"/>
                      </a:ext>
                    </a:extLst>
                  </p:cNvPr>
                  <p:cNvSpPr txBox="1"/>
                  <p:nvPr/>
                </p:nvSpPr>
                <p:spPr>
                  <a:xfrm>
                    <a:off x="2514994" y="3733276"/>
                    <a:ext cx="167940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20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ontrol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Task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Victim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IN" sz="1200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9" name="TextBox 378">
                    <a:extLst>
                      <a:ext uri="{FF2B5EF4-FFF2-40B4-BE49-F238E27FC236}">
                        <a16:creationId xmlns:a16="http://schemas.microsoft.com/office/drawing/2014/main" id="{AF434AE3-6FC7-4CBE-B0AF-57837FC7B4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994" y="3733276"/>
                    <a:ext cx="1679403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D0C78803-647D-4ECC-B2A7-3F906F8DC199}"/>
                  </a:ext>
                </a:extLst>
              </p:cNvPr>
              <p:cNvSpPr txBox="1"/>
              <p:nvPr/>
            </p:nvSpPr>
            <p:spPr>
              <a:xfrm>
                <a:off x="2569200" y="4006924"/>
                <a:ext cx="13570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i="0">
                    <a:latin typeface="Cambria Math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r>
                  <a:rPr lang="en-IN" dirty="0"/>
                  <a:t>Actuator Task</a:t>
                </a:r>
              </a:p>
            </p:txBody>
          </p:sp>
          <p:sp>
            <p:nvSpPr>
              <p:cNvPr id="381" name="TextBox 380">
                <a:extLst>
                  <a:ext uri="{FF2B5EF4-FFF2-40B4-BE49-F238E27FC236}">
                    <a16:creationId xmlns:a16="http://schemas.microsoft.com/office/drawing/2014/main" id="{2963EDA0-C863-4707-A967-342510E68701}"/>
                  </a:ext>
                </a:extLst>
              </p:cNvPr>
              <p:cNvSpPr txBox="1"/>
              <p:nvPr/>
            </p:nvSpPr>
            <p:spPr>
              <a:xfrm>
                <a:off x="2597317" y="4331098"/>
                <a:ext cx="10748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i="0">
                    <a:latin typeface="Cambria Math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r>
                  <a:rPr lang="en-IN" dirty="0"/>
                  <a:t>Attacker Task</a:t>
                </a: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9FCF6E4B-6FDB-42DD-82E0-B7F863466B67}"/>
                  </a:ext>
                </a:extLst>
              </p:cNvPr>
              <p:cNvSpPr/>
              <p:nvPr/>
            </p:nvSpPr>
            <p:spPr>
              <a:xfrm>
                <a:off x="2132174" y="4084185"/>
                <a:ext cx="306463" cy="19087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ABB1F4D2-808C-4E5A-A7E8-2479F0842AAB}"/>
                  </a:ext>
                </a:extLst>
              </p:cNvPr>
              <p:cNvSpPr/>
              <p:nvPr/>
            </p:nvSpPr>
            <p:spPr>
              <a:xfrm>
                <a:off x="2132174" y="4387745"/>
                <a:ext cx="306463" cy="190877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6DCAF70A-25D8-475C-9D04-22791FAC10CB}"/>
                  </a:ext>
                </a:extLst>
              </p:cNvPr>
              <p:cNvGrpSpPr/>
              <p:nvPr/>
            </p:nvGrpSpPr>
            <p:grpSpPr>
              <a:xfrm>
                <a:off x="2464926" y="4371660"/>
                <a:ext cx="129464" cy="225486"/>
                <a:chOff x="4608455" y="3225986"/>
                <a:chExt cx="129464" cy="225486"/>
              </a:xfrm>
            </p:grpSpPr>
            <p:pic>
              <p:nvPicPr>
                <p:cNvPr id="387" name="Grafik 44" descr="Teufelsgesicht mit einfarbiger Füllung">
                  <a:extLst>
                    <a:ext uri="{FF2B5EF4-FFF2-40B4-BE49-F238E27FC236}">
                      <a16:creationId xmlns:a16="http://schemas.microsoft.com/office/drawing/2014/main" id="{26EC9045-3CCD-456A-87B2-5EF524C374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08455" y="3225986"/>
                  <a:ext cx="129464" cy="115150"/>
                </a:xfrm>
                <a:prstGeom prst="rect">
                  <a:avLst/>
                </a:prstGeom>
              </p:spPr>
            </p:pic>
            <p:sp>
              <p:nvSpPr>
                <p:cNvPr id="388" name="Lightning Bolt 387">
                  <a:extLst>
                    <a:ext uri="{FF2B5EF4-FFF2-40B4-BE49-F238E27FC236}">
                      <a16:creationId xmlns:a16="http://schemas.microsoft.com/office/drawing/2014/main" id="{A0488CEE-3581-4B99-AC5D-4F3B0E77CA5B}"/>
                    </a:ext>
                  </a:extLst>
                </p:cNvPr>
                <p:cNvSpPr/>
                <p:nvPr/>
              </p:nvSpPr>
              <p:spPr>
                <a:xfrm rot="1509961">
                  <a:off x="4637718" y="3334057"/>
                  <a:ext cx="73865" cy="117415"/>
                </a:xfrm>
                <a:prstGeom prst="lightningBol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310064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83D57D-FC7A-49B8-9B4F-06AF3F68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09" y="-133335"/>
            <a:ext cx="4343400" cy="2114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178263-108F-4ED4-96A6-7D87A90D5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316" y="4210522"/>
            <a:ext cx="2114551" cy="211455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661B55-E7E0-41F6-89E7-6D9CE8A35EDB}"/>
              </a:ext>
            </a:extLst>
          </p:cNvPr>
          <p:cNvCxnSpPr>
            <a:cxnSpLocks/>
          </p:cNvCxnSpPr>
          <p:nvPr/>
        </p:nvCxnSpPr>
        <p:spPr>
          <a:xfrm>
            <a:off x="4672070" y="1750020"/>
            <a:ext cx="0" cy="1961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5F3D0AA-0A8D-445B-8A57-8338D879760B}"/>
              </a:ext>
            </a:extLst>
          </p:cNvPr>
          <p:cNvGrpSpPr/>
          <p:nvPr/>
        </p:nvGrpSpPr>
        <p:grpSpPr>
          <a:xfrm>
            <a:off x="871560" y="2478143"/>
            <a:ext cx="6690931" cy="3165075"/>
            <a:chOff x="871560" y="2478143"/>
            <a:chExt cx="6690931" cy="31650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1C093E-29E7-4A59-8E0F-45B0EABFE0F0}"/>
                </a:ext>
              </a:extLst>
            </p:cNvPr>
            <p:cNvSpPr/>
            <p:nvPr/>
          </p:nvSpPr>
          <p:spPr>
            <a:xfrm>
              <a:off x="1721270" y="3385477"/>
              <a:ext cx="454210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940E02-0FB8-4B76-8B38-EC5F17369E9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643" y="4917515"/>
              <a:ext cx="572680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A843C4-BD6B-4983-98FA-4AA64C8C4E38}"/>
                    </a:ext>
                  </a:extLst>
                </p:cNvPr>
                <p:cNvSpPr txBox="1"/>
                <p:nvPr/>
              </p:nvSpPr>
              <p:spPr>
                <a:xfrm>
                  <a:off x="1007972" y="4072022"/>
                  <a:ext cx="4542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A843C4-BD6B-4983-98FA-4AA64C8C4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972" y="4072022"/>
                  <a:ext cx="45421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9CED20-8327-4A4E-982A-69674848B5AB}"/>
                </a:ext>
              </a:extLst>
            </p:cNvPr>
            <p:cNvSpPr/>
            <p:nvPr/>
          </p:nvSpPr>
          <p:spPr>
            <a:xfrm>
              <a:off x="2177380" y="3385477"/>
              <a:ext cx="294061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09FE95B-283A-42DB-98F1-565E4DA96DFE}"/>
                    </a:ext>
                  </a:extLst>
                </p:cNvPr>
                <p:cNvSpPr txBox="1"/>
                <p:nvPr/>
              </p:nvSpPr>
              <p:spPr>
                <a:xfrm>
                  <a:off x="871560" y="3249857"/>
                  <a:ext cx="65703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h𝑝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09FE95B-283A-42DB-98F1-565E4DA96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60" y="3249857"/>
                  <a:ext cx="657035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B45C3FF-D9FE-42F9-B3FC-2CAFAEC3A9EF}"/>
                    </a:ext>
                  </a:extLst>
                </p:cNvPr>
                <p:cNvSpPr txBox="1"/>
                <p:nvPr/>
              </p:nvSpPr>
              <p:spPr>
                <a:xfrm>
                  <a:off x="956919" y="4622479"/>
                  <a:ext cx="5861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𝑙𝑝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B45C3FF-D9FE-42F9-B3FC-2CAFAEC3A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919" y="4622479"/>
                  <a:ext cx="58616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1F5ED-390C-4954-AEC9-F0673772ED96}"/>
                    </a:ext>
                  </a:extLst>
                </p:cNvPr>
                <p:cNvSpPr txBox="1"/>
                <p:nvPr/>
              </p:nvSpPr>
              <p:spPr>
                <a:xfrm>
                  <a:off x="1663137" y="3647781"/>
                  <a:ext cx="45421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𝑣𝑘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1F5ED-390C-4954-AEC9-F0673772E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137" y="3647781"/>
                  <a:ext cx="454210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1989039-ACBC-4AED-98FD-5E9AEC602274}"/>
                    </a:ext>
                  </a:extLst>
                </p:cNvPr>
                <p:cNvSpPr txBox="1"/>
                <p:nvPr/>
              </p:nvSpPr>
              <p:spPr>
                <a:xfrm>
                  <a:off x="2710581" y="4318562"/>
                  <a:ext cx="92657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𝑣𝑘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1989039-ACBC-4AED-98FD-5E9AEC6022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581" y="4318562"/>
                  <a:ext cx="926572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012B95-0D08-40C2-9DC4-C8EF0723E122}"/>
                    </a:ext>
                  </a:extLst>
                </p:cNvPr>
                <p:cNvSpPr txBox="1"/>
                <p:nvPr/>
              </p:nvSpPr>
              <p:spPr>
                <a:xfrm>
                  <a:off x="2080620" y="3818493"/>
                  <a:ext cx="415179" cy="2746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IN" sz="11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012B95-0D08-40C2-9DC4-C8EF0723E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0620" y="3818493"/>
                  <a:ext cx="415179" cy="274627"/>
                </a:xfrm>
                <a:prstGeom prst="rect">
                  <a:avLst/>
                </a:prstGeom>
                <a:blipFill>
                  <a:blip r:embed="rId9"/>
                  <a:stretch>
                    <a:fillRect r="-20588" b="-222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C7BC7CE-E21D-425F-86CE-D7C8AB390B77}"/>
                    </a:ext>
                  </a:extLst>
                </p:cNvPr>
                <p:cNvSpPr txBox="1"/>
                <p:nvPr/>
              </p:nvSpPr>
              <p:spPr>
                <a:xfrm>
                  <a:off x="2921081" y="3662607"/>
                  <a:ext cx="3560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𝑣𝑘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C7BC7CE-E21D-425F-86CE-D7C8AB390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1081" y="3662607"/>
                  <a:ext cx="356057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6A4DD9-F479-441A-BA37-A583296F4054}"/>
                </a:ext>
              </a:extLst>
            </p:cNvPr>
            <p:cNvSpPr/>
            <p:nvPr/>
          </p:nvSpPr>
          <p:spPr>
            <a:xfrm>
              <a:off x="1721270" y="2947609"/>
              <a:ext cx="454210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376555-6809-4F9B-B485-AEE839823F4B}"/>
                </a:ext>
              </a:extLst>
            </p:cNvPr>
            <p:cNvSpPr/>
            <p:nvPr/>
          </p:nvSpPr>
          <p:spPr>
            <a:xfrm>
              <a:off x="2471441" y="4681721"/>
              <a:ext cx="333403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DC2982A-F521-403C-9F09-3BF799872AA3}"/>
                </a:ext>
              </a:extLst>
            </p:cNvPr>
            <p:cNvCxnSpPr>
              <a:cxnSpLocks/>
            </p:cNvCxnSpPr>
            <p:nvPr/>
          </p:nvCxnSpPr>
          <p:spPr>
            <a:xfrm>
              <a:off x="1571812" y="3622631"/>
              <a:ext cx="571463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58CB6CD-7687-4FEB-8BAE-651430087F0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643" y="4357962"/>
              <a:ext cx="572680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2733A80-6E9B-4F92-A7D3-7D5088AB56E0}"/>
                </a:ext>
              </a:extLst>
            </p:cNvPr>
            <p:cNvCxnSpPr>
              <a:cxnSpLocks/>
            </p:cNvCxnSpPr>
            <p:nvPr/>
          </p:nvCxnSpPr>
          <p:spPr>
            <a:xfrm>
              <a:off x="1571811" y="3182758"/>
              <a:ext cx="571463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Left Brace 36">
              <a:extLst>
                <a:ext uri="{FF2B5EF4-FFF2-40B4-BE49-F238E27FC236}">
                  <a16:creationId xmlns:a16="http://schemas.microsoft.com/office/drawing/2014/main" id="{3E08B844-B264-426E-9084-03BFA28584D5}"/>
                </a:ext>
              </a:extLst>
            </p:cNvPr>
            <p:cNvSpPr/>
            <p:nvPr/>
          </p:nvSpPr>
          <p:spPr>
            <a:xfrm>
              <a:off x="1348297" y="2921390"/>
              <a:ext cx="174988" cy="700397"/>
            </a:xfrm>
            <a:prstGeom prst="leftBrace">
              <a:avLst>
                <a:gd name="adj1" fmla="val 6058"/>
                <a:gd name="adj2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207CE53-E52B-437A-9D4D-5262398FBC5F}"/>
                </a:ext>
              </a:extLst>
            </p:cNvPr>
            <p:cNvCxnSpPr>
              <a:cxnSpLocks/>
            </p:cNvCxnSpPr>
            <p:nvPr/>
          </p:nvCxnSpPr>
          <p:spPr>
            <a:xfrm>
              <a:off x="1721270" y="2764745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6136630-6600-4105-B778-48E5A607FD10}"/>
                </a:ext>
              </a:extLst>
            </p:cNvPr>
            <p:cNvCxnSpPr>
              <a:cxnSpLocks/>
            </p:cNvCxnSpPr>
            <p:nvPr/>
          </p:nvCxnSpPr>
          <p:spPr>
            <a:xfrm>
              <a:off x="1721270" y="3215992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90AB3E5-C172-4DAE-9F9E-309C9666636E}"/>
                </a:ext>
              </a:extLst>
            </p:cNvPr>
            <p:cNvCxnSpPr>
              <a:cxnSpLocks/>
            </p:cNvCxnSpPr>
            <p:nvPr/>
          </p:nvCxnSpPr>
          <p:spPr>
            <a:xfrm>
              <a:off x="2941778" y="3746389"/>
              <a:ext cx="0" cy="176431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EDBAC0F-1CC5-4719-BEC1-3E78ABF72C46}"/>
                </a:ext>
              </a:extLst>
            </p:cNvPr>
            <p:cNvCxnSpPr>
              <a:cxnSpLocks/>
            </p:cNvCxnSpPr>
            <p:nvPr/>
          </p:nvCxnSpPr>
          <p:spPr>
            <a:xfrm>
              <a:off x="1728920" y="4515609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36BC101-9C06-4EE0-9491-289F56FEA388}"/>
                </a:ext>
              </a:extLst>
            </p:cNvPr>
            <p:cNvCxnSpPr>
              <a:cxnSpLocks/>
            </p:cNvCxnSpPr>
            <p:nvPr/>
          </p:nvCxnSpPr>
          <p:spPr>
            <a:xfrm>
              <a:off x="3314257" y="2764745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1C69D59-EC16-4623-A478-C93E924946CF}"/>
                </a:ext>
              </a:extLst>
            </p:cNvPr>
            <p:cNvCxnSpPr>
              <a:cxnSpLocks/>
            </p:cNvCxnSpPr>
            <p:nvPr/>
          </p:nvCxnSpPr>
          <p:spPr>
            <a:xfrm>
              <a:off x="2804844" y="3215992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08748A-C07D-4102-94FC-FE171B2C3740}"/>
                </a:ext>
              </a:extLst>
            </p:cNvPr>
            <p:cNvSpPr/>
            <p:nvPr/>
          </p:nvSpPr>
          <p:spPr>
            <a:xfrm>
              <a:off x="3136246" y="4118511"/>
              <a:ext cx="169272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34C9D88-1FF4-4D28-9111-E78FDD4114D1}"/>
                </a:ext>
              </a:extLst>
            </p:cNvPr>
            <p:cNvCxnSpPr>
              <a:cxnSpLocks/>
            </p:cNvCxnSpPr>
            <p:nvPr/>
          </p:nvCxnSpPr>
          <p:spPr>
            <a:xfrm>
              <a:off x="3979739" y="3221534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BC7B876-86C4-408F-B273-8295134FC3B8}"/>
                </a:ext>
              </a:extLst>
            </p:cNvPr>
            <p:cNvSpPr/>
            <p:nvPr/>
          </p:nvSpPr>
          <p:spPr>
            <a:xfrm>
              <a:off x="3314257" y="2944508"/>
              <a:ext cx="454210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FE65E7A-0274-42C3-BB3A-E584AD4EE9B9}"/>
                </a:ext>
              </a:extLst>
            </p:cNvPr>
            <p:cNvSpPr/>
            <p:nvPr/>
          </p:nvSpPr>
          <p:spPr>
            <a:xfrm>
              <a:off x="2812922" y="3382652"/>
              <a:ext cx="294061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790FD02-89E8-4754-8E2B-12B3EAF5F9D9}"/>
                </a:ext>
              </a:extLst>
            </p:cNvPr>
            <p:cNvCxnSpPr>
              <a:cxnSpLocks/>
            </p:cNvCxnSpPr>
            <p:nvPr/>
          </p:nvCxnSpPr>
          <p:spPr>
            <a:xfrm>
              <a:off x="5066265" y="3209104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CE55905-E592-417C-A2A1-C56523E141CD}"/>
                </a:ext>
              </a:extLst>
            </p:cNvPr>
            <p:cNvSpPr/>
            <p:nvPr/>
          </p:nvSpPr>
          <p:spPr>
            <a:xfrm>
              <a:off x="3981288" y="3385962"/>
              <a:ext cx="294061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A1EF6FD-6F3F-4618-8F93-66F3C7248034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65" y="3776647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4373945-7270-4005-A391-A5A34853CB2A}"/>
                </a:ext>
              </a:extLst>
            </p:cNvPr>
            <p:cNvSpPr/>
            <p:nvPr/>
          </p:nvSpPr>
          <p:spPr>
            <a:xfrm>
              <a:off x="1728920" y="4124262"/>
              <a:ext cx="1407326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77F46D6-BF9E-4A10-A721-3516D02F8F5B}"/>
                </a:ext>
              </a:extLst>
            </p:cNvPr>
            <p:cNvGrpSpPr/>
            <p:nvPr/>
          </p:nvGrpSpPr>
          <p:grpSpPr>
            <a:xfrm>
              <a:off x="1771148" y="4004126"/>
              <a:ext cx="1174933" cy="0"/>
              <a:chOff x="404790" y="1630166"/>
              <a:chExt cx="986187" cy="0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9292B5F-F2F2-40F0-9868-35C3A9A48F2C}"/>
                  </a:ext>
                </a:extLst>
              </p:cNvPr>
              <p:cNvCxnSpPr/>
              <p:nvPr/>
            </p:nvCxnSpPr>
            <p:spPr>
              <a:xfrm>
                <a:off x="1062459" y="1630166"/>
                <a:ext cx="328518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4D72EC3A-FBAB-415E-BA32-1A260112BA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4790" y="1630166"/>
                <a:ext cx="29957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73A4A1D-2F04-402E-8A85-E4B1CFAADFAA}"/>
                </a:ext>
              </a:extLst>
            </p:cNvPr>
            <p:cNvSpPr/>
            <p:nvPr/>
          </p:nvSpPr>
          <p:spPr>
            <a:xfrm>
              <a:off x="3313613" y="4119560"/>
              <a:ext cx="454212" cy="23913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0A5A4FB-667A-4160-8A91-5A93E8732E6E}"/>
                </a:ext>
              </a:extLst>
            </p:cNvPr>
            <p:cNvCxnSpPr>
              <a:cxnSpLocks/>
            </p:cNvCxnSpPr>
            <p:nvPr/>
          </p:nvCxnSpPr>
          <p:spPr>
            <a:xfrm>
              <a:off x="5422268" y="4518494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CD8BA6-6DD6-43C8-8316-5FD4A8618374}"/>
                </a:ext>
              </a:extLst>
            </p:cNvPr>
            <p:cNvSpPr/>
            <p:nvPr/>
          </p:nvSpPr>
          <p:spPr>
            <a:xfrm>
              <a:off x="1728920" y="4677909"/>
              <a:ext cx="748271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97BEB8D-C5AD-4D59-9BCA-A2A71A21C50D}"/>
                </a:ext>
              </a:extLst>
            </p:cNvPr>
            <p:cNvSpPr/>
            <p:nvPr/>
          </p:nvSpPr>
          <p:spPr>
            <a:xfrm>
              <a:off x="3764210" y="4119560"/>
              <a:ext cx="213854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023B6BA-E517-4E21-9B7A-92C59A1EA07C}"/>
                </a:ext>
              </a:extLst>
            </p:cNvPr>
            <p:cNvCxnSpPr>
              <a:cxnSpLocks/>
            </p:cNvCxnSpPr>
            <p:nvPr/>
          </p:nvCxnSpPr>
          <p:spPr>
            <a:xfrm>
              <a:off x="4877596" y="2770496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2D25846-8BFE-45FF-8071-5233BF768D04}"/>
                </a:ext>
              </a:extLst>
            </p:cNvPr>
            <p:cNvSpPr/>
            <p:nvPr/>
          </p:nvSpPr>
          <p:spPr>
            <a:xfrm>
              <a:off x="4871845" y="2947854"/>
              <a:ext cx="454210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89EFB0A-10B8-4919-A6CD-E8C510D93B10}"/>
                </a:ext>
              </a:extLst>
            </p:cNvPr>
            <p:cNvSpPr/>
            <p:nvPr/>
          </p:nvSpPr>
          <p:spPr>
            <a:xfrm>
              <a:off x="3980986" y="4118511"/>
              <a:ext cx="294061" cy="24202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AD410EC-69D7-4F7D-A092-5487AAB60E93}"/>
                </a:ext>
              </a:extLst>
            </p:cNvPr>
            <p:cNvGrpSpPr/>
            <p:nvPr/>
          </p:nvGrpSpPr>
          <p:grpSpPr>
            <a:xfrm>
              <a:off x="4915398" y="3846031"/>
              <a:ext cx="1373616" cy="274627"/>
              <a:chOff x="3981194" y="4764277"/>
              <a:chExt cx="1373616" cy="2746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B2EBA60F-7E09-4ED9-A6CA-4DED2D237BD5}"/>
                      </a:ext>
                    </a:extLst>
                  </p:cNvPr>
                  <p:cNvSpPr txBox="1"/>
                  <p:nvPr/>
                </p:nvSpPr>
                <p:spPr>
                  <a:xfrm>
                    <a:off x="4191433" y="4764277"/>
                    <a:ext cx="947651" cy="2746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+1]</m:t>
                          </m:r>
                        </m:oMath>
                      </m:oMathPara>
                    </a14:m>
                    <a:endParaRPr lang="en-IN" sz="1100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B2EBA60F-7E09-4ED9-A6CA-4DED2D237B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1433" y="4764277"/>
                    <a:ext cx="947651" cy="2746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53AE5CF2-40FE-486A-BD28-F27A6E92FF9C}"/>
                  </a:ext>
                </a:extLst>
              </p:cNvPr>
              <p:cNvGrpSpPr/>
              <p:nvPr/>
            </p:nvGrpSpPr>
            <p:grpSpPr>
              <a:xfrm>
                <a:off x="3981194" y="4907877"/>
                <a:ext cx="1373616" cy="6629"/>
                <a:chOff x="362922" y="1623537"/>
                <a:chExt cx="1152956" cy="6629"/>
              </a:xfrm>
            </p:grpSpPr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243CD9D7-441B-4EFB-8C3C-58C1733A36EC}"/>
                    </a:ext>
                  </a:extLst>
                </p:cNvPr>
                <p:cNvCxnSpPr/>
                <p:nvPr/>
              </p:nvCxnSpPr>
              <p:spPr>
                <a:xfrm>
                  <a:off x="1187360" y="1623537"/>
                  <a:ext cx="328518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4EB5FF15-7C1A-4B10-A198-BE437B0FA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2922" y="1630166"/>
                  <a:ext cx="299577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1622889-4570-4DAE-9B1B-A51A11E8F5F5}"/>
                </a:ext>
              </a:extLst>
            </p:cNvPr>
            <p:cNvCxnSpPr>
              <a:cxnSpLocks/>
            </p:cNvCxnSpPr>
            <p:nvPr/>
          </p:nvCxnSpPr>
          <p:spPr>
            <a:xfrm>
              <a:off x="6287637" y="3773292"/>
              <a:ext cx="0" cy="189356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C45504E-ADFD-4140-B480-AE01E021001F}"/>
                </a:ext>
              </a:extLst>
            </p:cNvPr>
            <p:cNvCxnSpPr>
              <a:cxnSpLocks/>
            </p:cNvCxnSpPr>
            <p:nvPr/>
          </p:nvCxnSpPr>
          <p:spPr>
            <a:xfrm>
              <a:off x="1728920" y="3770896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3E4E49B-A1CB-4650-A28E-F2FCC5CE3900}"/>
                    </a:ext>
                  </a:extLst>
                </p:cNvPr>
                <p:cNvSpPr txBox="1"/>
                <p:nvPr/>
              </p:nvSpPr>
              <p:spPr>
                <a:xfrm>
                  <a:off x="4320356" y="3625880"/>
                  <a:ext cx="454210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3E4E49B-A1CB-4650-A28E-F2FCC5CE3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356" y="3625880"/>
                  <a:ext cx="454210" cy="294824"/>
                </a:xfrm>
                <a:prstGeom prst="rect">
                  <a:avLst/>
                </a:prstGeom>
                <a:blipFill>
                  <a:blip r:embed="rId12"/>
                  <a:stretch>
                    <a:fillRect r="-27027" b="-208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5D00658-8983-454E-A0FB-A4EAF0B3830F}"/>
                    </a:ext>
                  </a:extLst>
                </p:cNvPr>
                <p:cNvSpPr txBox="1"/>
                <p:nvPr/>
              </p:nvSpPr>
              <p:spPr>
                <a:xfrm>
                  <a:off x="6236859" y="3615156"/>
                  <a:ext cx="567229" cy="3018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5D00658-8983-454E-A0FB-A4EAF0B38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6859" y="3615156"/>
                  <a:ext cx="567229" cy="301878"/>
                </a:xfrm>
                <a:prstGeom prst="rect">
                  <a:avLst/>
                </a:prstGeom>
                <a:blipFill>
                  <a:blip r:embed="rId13"/>
                  <a:stretch>
                    <a:fillRect r="-1075" b="-4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AFAE51E-EB6C-405C-B691-C9BCD4227DB2}"/>
                </a:ext>
              </a:extLst>
            </p:cNvPr>
            <p:cNvSpPr/>
            <p:nvPr/>
          </p:nvSpPr>
          <p:spPr>
            <a:xfrm>
              <a:off x="5339862" y="3385199"/>
              <a:ext cx="294061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8E64FA3-95AD-4E14-93A3-7033A3818B5B}"/>
                </a:ext>
              </a:extLst>
            </p:cNvPr>
            <p:cNvSpPr/>
            <p:nvPr/>
          </p:nvSpPr>
          <p:spPr>
            <a:xfrm>
              <a:off x="4275047" y="4115636"/>
              <a:ext cx="397023" cy="2420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B494400-D7EB-43B6-9516-31EB20E0D82D}"/>
                </a:ext>
              </a:extLst>
            </p:cNvPr>
            <p:cNvCxnSpPr>
              <a:cxnSpLocks/>
            </p:cNvCxnSpPr>
            <p:nvPr/>
          </p:nvCxnSpPr>
          <p:spPr>
            <a:xfrm>
              <a:off x="6135972" y="3209104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052FC98-472C-4C18-9DA9-4613EF44FDD7}"/>
                </a:ext>
              </a:extLst>
            </p:cNvPr>
            <p:cNvSpPr/>
            <p:nvPr/>
          </p:nvSpPr>
          <p:spPr>
            <a:xfrm>
              <a:off x="6127819" y="3386782"/>
              <a:ext cx="294061" cy="2391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E574629-222A-4A80-9D2B-2AF5D59B7C10}"/>
                </a:ext>
              </a:extLst>
            </p:cNvPr>
            <p:cNvSpPr/>
            <p:nvPr/>
          </p:nvSpPr>
          <p:spPr>
            <a:xfrm>
              <a:off x="5066265" y="3387393"/>
              <a:ext cx="294061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556072B-531D-45A0-899D-25A1BE25F906}"/>
                </a:ext>
              </a:extLst>
            </p:cNvPr>
            <p:cNvCxnSpPr>
              <a:cxnSpLocks/>
            </p:cNvCxnSpPr>
            <p:nvPr/>
          </p:nvCxnSpPr>
          <p:spPr>
            <a:xfrm>
              <a:off x="6565499" y="2767150"/>
              <a:ext cx="0" cy="15469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06328A3-697E-456F-956E-33573932FDEF}"/>
                </a:ext>
              </a:extLst>
            </p:cNvPr>
            <p:cNvSpPr/>
            <p:nvPr/>
          </p:nvSpPr>
          <p:spPr>
            <a:xfrm>
              <a:off x="6565499" y="2944508"/>
              <a:ext cx="454210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DAB557B-26C7-423E-BFAB-8B558A8DE1BA}"/>
                </a:ext>
              </a:extLst>
            </p:cNvPr>
            <p:cNvSpPr/>
            <p:nvPr/>
          </p:nvSpPr>
          <p:spPr>
            <a:xfrm>
              <a:off x="4694090" y="4682278"/>
              <a:ext cx="119241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A13C8F5-32FF-458F-BCF1-C04F253D7766}"/>
                </a:ext>
              </a:extLst>
            </p:cNvPr>
            <p:cNvSpPr/>
            <p:nvPr/>
          </p:nvSpPr>
          <p:spPr>
            <a:xfrm>
              <a:off x="2807380" y="4688978"/>
              <a:ext cx="1886710" cy="22857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ADACEB8-2CA6-4184-9CD3-AEA9EF9D79EC}"/>
                    </a:ext>
                  </a:extLst>
                </p:cNvPr>
                <p:cNvSpPr txBox="1"/>
                <p:nvPr/>
              </p:nvSpPr>
              <p:spPr>
                <a:xfrm>
                  <a:off x="2697062" y="2590951"/>
                  <a:ext cx="39009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0" i="1">
                      <a:latin typeface="Cambria Math" panose="02040503050406030204" pitchFamily="18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ADACEB8-2CA6-4184-9CD3-AEA9EF9D7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7062" y="2590951"/>
                  <a:ext cx="390092" cy="261610"/>
                </a:xfrm>
                <a:prstGeom prst="rect">
                  <a:avLst/>
                </a:prstGeom>
                <a:blipFill>
                  <a:blip r:embed="rId14"/>
                  <a:stretch>
                    <a:fillRect l="-4688" r="-4688" b="-69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D3AF555-857F-41E4-AA80-45D08186C538}"/>
                    </a:ext>
                  </a:extLst>
                </p:cNvPr>
                <p:cNvSpPr txBox="1"/>
                <p:nvPr/>
              </p:nvSpPr>
              <p:spPr>
                <a:xfrm>
                  <a:off x="3979739" y="2601245"/>
                  <a:ext cx="41618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0" i="1">
                      <a:latin typeface="Cambria Math" panose="02040503050406030204" pitchFamily="18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D3AF555-857F-41E4-AA80-45D08186C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9739" y="2601245"/>
                  <a:ext cx="416189" cy="261610"/>
                </a:xfrm>
                <a:prstGeom prst="rect">
                  <a:avLst/>
                </a:prstGeom>
                <a:blipFill>
                  <a:blip r:embed="rId15"/>
                  <a:stretch>
                    <a:fillRect l="-2941" b="-46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54C123A-DE2B-4025-9ACC-29A43E9E71EB}"/>
                </a:ext>
              </a:extLst>
            </p:cNvPr>
            <p:cNvSpPr/>
            <p:nvPr/>
          </p:nvSpPr>
          <p:spPr>
            <a:xfrm>
              <a:off x="6287637" y="4120294"/>
              <a:ext cx="134242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C84128D-F7DD-4055-B033-44AA8C4F7EA2}"/>
                </a:ext>
              </a:extLst>
            </p:cNvPr>
            <p:cNvSpPr/>
            <p:nvPr/>
          </p:nvSpPr>
          <p:spPr>
            <a:xfrm>
              <a:off x="6422056" y="4116298"/>
              <a:ext cx="143444" cy="2420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83904E1-E860-4E43-B744-89AA19698E39}"/>
                </a:ext>
              </a:extLst>
            </p:cNvPr>
            <p:cNvSpPr/>
            <p:nvPr/>
          </p:nvSpPr>
          <p:spPr>
            <a:xfrm>
              <a:off x="6565499" y="4117320"/>
              <a:ext cx="454210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262E212-2886-4E45-9804-267FA09A3191}"/>
                </a:ext>
              </a:extLst>
            </p:cNvPr>
            <p:cNvSpPr/>
            <p:nvPr/>
          </p:nvSpPr>
          <p:spPr>
            <a:xfrm>
              <a:off x="5635051" y="4680235"/>
              <a:ext cx="438235" cy="2348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F0E3174-2F89-4C1B-963E-11044F8EC658}"/>
                </a:ext>
              </a:extLst>
            </p:cNvPr>
            <p:cNvSpPr/>
            <p:nvPr/>
          </p:nvSpPr>
          <p:spPr>
            <a:xfrm>
              <a:off x="5422269" y="4677950"/>
              <a:ext cx="211654" cy="23715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7" name="Connector: Elbow 126">
              <a:extLst>
                <a:ext uri="{FF2B5EF4-FFF2-40B4-BE49-F238E27FC236}">
                  <a16:creationId xmlns:a16="http://schemas.microsoft.com/office/drawing/2014/main" id="{5081A5EC-6F8F-4BCD-BF7A-C8C9E11EB4D2}"/>
                </a:ext>
              </a:extLst>
            </p:cNvPr>
            <p:cNvCxnSpPr>
              <a:cxnSpLocks/>
              <a:stCxn id="105" idx="2"/>
              <a:endCxn id="61" idx="0"/>
            </p:cNvCxnSpPr>
            <p:nvPr/>
          </p:nvCxnSpPr>
          <p:spPr>
            <a:xfrm rot="16200000" flipH="1">
              <a:off x="2660985" y="3083683"/>
              <a:ext cx="530091" cy="67845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: Elbow 128">
              <a:extLst>
                <a:ext uri="{FF2B5EF4-FFF2-40B4-BE49-F238E27FC236}">
                  <a16:creationId xmlns:a16="http://schemas.microsoft.com/office/drawing/2014/main" id="{9E421BF7-5BE1-430F-AD88-79EE6F8F978D}"/>
                </a:ext>
              </a:extLst>
            </p:cNvPr>
            <p:cNvCxnSpPr>
              <a:cxnSpLocks/>
              <a:stCxn id="110" idx="1"/>
              <a:endCxn id="60" idx="0"/>
            </p:cNvCxnSpPr>
            <p:nvPr/>
          </p:nvCxnSpPr>
          <p:spPr>
            <a:xfrm rot="10800000" flipV="1">
              <a:off x="3541363" y="2732050"/>
              <a:ext cx="438377" cy="212458"/>
            </a:xfrm>
            <a:prstGeom prst="bentConnector2">
              <a:avLst/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1B5EFAE0-F9FB-4424-9846-7D27544F468C}"/>
                </a:ext>
              </a:extLst>
            </p:cNvPr>
            <p:cNvCxnSpPr>
              <a:cxnSpLocks/>
              <a:stCxn id="110" idx="2"/>
              <a:endCxn id="63" idx="0"/>
            </p:cNvCxnSpPr>
            <p:nvPr/>
          </p:nvCxnSpPr>
          <p:spPr>
            <a:xfrm rot="5400000">
              <a:off x="3896524" y="3094651"/>
              <a:ext cx="523107" cy="59515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F8A507C-D0FA-41BD-98E0-B05873C47FA8}"/>
                    </a:ext>
                  </a:extLst>
                </p:cNvPr>
                <p:cNvSpPr txBox="1"/>
                <p:nvPr/>
              </p:nvSpPr>
              <p:spPr>
                <a:xfrm>
                  <a:off x="2046325" y="2586645"/>
                  <a:ext cx="5588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0" i="1">
                      <a:latin typeface="Cambria Math" panose="02040503050406030204" pitchFamily="18" charset="0"/>
                    </a:defRPr>
                  </a:lvl1pPr>
                </a:lstStyle>
                <a:p>
                  <a:pPr algn="ctr"/>
                  <a:r>
                    <a:rPr lang="en-US" sz="11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F8A507C-D0FA-41BD-98E0-B05873C47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325" y="2586645"/>
                  <a:ext cx="558851" cy="261610"/>
                </a:xfrm>
                <a:prstGeom prst="rect">
                  <a:avLst/>
                </a:prstGeom>
                <a:blipFill>
                  <a:blip r:embed="rId16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Connector: Elbow 152">
              <a:extLst>
                <a:ext uri="{FF2B5EF4-FFF2-40B4-BE49-F238E27FC236}">
                  <a16:creationId xmlns:a16="http://schemas.microsoft.com/office/drawing/2014/main" id="{30754186-125F-47CD-9410-FFD7D524C94E}"/>
                </a:ext>
              </a:extLst>
            </p:cNvPr>
            <p:cNvCxnSpPr>
              <a:cxnSpLocks/>
              <a:stCxn id="150" idx="2"/>
              <a:endCxn id="12" idx="0"/>
            </p:cNvCxnSpPr>
            <p:nvPr/>
          </p:nvCxnSpPr>
          <p:spPr>
            <a:xfrm rot="5400000">
              <a:off x="2056470" y="3116196"/>
              <a:ext cx="537222" cy="1340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: Elbow 155">
              <a:extLst>
                <a:ext uri="{FF2B5EF4-FFF2-40B4-BE49-F238E27FC236}">
                  <a16:creationId xmlns:a16="http://schemas.microsoft.com/office/drawing/2014/main" id="{96391FBD-66DD-467D-BCD8-8418563F91D5}"/>
                </a:ext>
              </a:extLst>
            </p:cNvPr>
            <p:cNvCxnSpPr>
              <a:cxnSpLocks/>
              <a:stCxn id="150" idx="1"/>
              <a:endCxn id="25" idx="0"/>
            </p:cNvCxnSpPr>
            <p:nvPr/>
          </p:nvCxnSpPr>
          <p:spPr>
            <a:xfrm rot="10800000" flipV="1">
              <a:off x="1948375" y="2717449"/>
              <a:ext cx="97950" cy="230159"/>
            </a:xfrm>
            <a:prstGeom prst="bentConnector2">
              <a:avLst/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395E3EE5-2618-4AB9-B9CD-52EA87729DDA}"/>
                    </a:ext>
                  </a:extLst>
                </p:cNvPr>
                <p:cNvSpPr txBox="1"/>
                <p:nvPr/>
              </p:nvSpPr>
              <p:spPr>
                <a:xfrm>
                  <a:off x="5860571" y="2490888"/>
                  <a:ext cx="82777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0" i="1">
                      <a:latin typeface="Cambria Math" panose="02040503050406030204" pitchFamily="18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395E3EE5-2618-4AB9-B9CD-52EA87729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0571" y="2490888"/>
                  <a:ext cx="827775" cy="261610"/>
                </a:xfrm>
                <a:prstGeom prst="rect">
                  <a:avLst/>
                </a:prstGeom>
                <a:blipFill>
                  <a:blip r:embed="rId17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F2CC444C-1A45-4EF5-8EE7-2CD5FCC3DD55}"/>
                    </a:ext>
                  </a:extLst>
                </p:cNvPr>
                <p:cNvSpPr txBox="1"/>
                <p:nvPr/>
              </p:nvSpPr>
              <p:spPr>
                <a:xfrm>
                  <a:off x="6668973" y="2478143"/>
                  <a:ext cx="89351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0" i="1">
                      <a:latin typeface="Cambria Math" panose="02040503050406030204" pitchFamily="18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sz="11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F2CC444C-1A45-4EF5-8EE7-2CD5FCC3D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973" y="2478143"/>
                  <a:ext cx="893518" cy="261610"/>
                </a:xfrm>
                <a:prstGeom prst="rect">
                  <a:avLst/>
                </a:prstGeom>
                <a:blipFill>
                  <a:blip r:embed="rId18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7F5BDFE6-4232-4078-86C4-D13C4301C45C}"/>
                    </a:ext>
                  </a:extLst>
                </p:cNvPr>
                <p:cNvSpPr txBox="1"/>
                <p:nvPr/>
              </p:nvSpPr>
              <p:spPr>
                <a:xfrm>
                  <a:off x="4981421" y="2498381"/>
                  <a:ext cx="88285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0" i="1">
                      <a:latin typeface="Cambria Math" panose="02040503050406030204" pitchFamily="18" charset="0"/>
                    </a:defRPr>
                  </a:lvl1pPr>
                </a:lstStyle>
                <a:p>
                  <a:pPr algn="ctr"/>
                  <a:r>
                    <a:rPr lang="en-US" sz="11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7F5BDFE6-4232-4078-86C4-D13C4301C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421" y="2498381"/>
                  <a:ext cx="882856" cy="261610"/>
                </a:xfrm>
                <a:prstGeom prst="rect">
                  <a:avLst/>
                </a:prstGeom>
                <a:blipFill>
                  <a:blip r:embed="rId19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5" name="Connector: Elbow 184">
              <a:extLst>
                <a:ext uri="{FF2B5EF4-FFF2-40B4-BE49-F238E27FC236}">
                  <a16:creationId xmlns:a16="http://schemas.microsoft.com/office/drawing/2014/main" id="{2FA909DD-19A3-448C-97A2-F5CE424AF30B}"/>
                </a:ext>
              </a:extLst>
            </p:cNvPr>
            <p:cNvCxnSpPr>
              <a:cxnSpLocks/>
              <a:stCxn id="183" idx="2"/>
              <a:endCxn id="95" idx="0"/>
            </p:cNvCxnSpPr>
            <p:nvPr/>
          </p:nvCxnSpPr>
          <p:spPr>
            <a:xfrm rot="5400000">
              <a:off x="6851791" y="2680566"/>
              <a:ext cx="204755" cy="323128"/>
            </a:xfrm>
            <a:prstGeom prst="bentConnector3">
              <a:avLst>
                <a:gd name="adj1" fmla="val 33147"/>
              </a:avLst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: Elbow 187">
              <a:extLst>
                <a:ext uri="{FF2B5EF4-FFF2-40B4-BE49-F238E27FC236}">
                  <a16:creationId xmlns:a16="http://schemas.microsoft.com/office/drawing/2014/main" id="{7AF6F835-4295-466B-8C2F-20AC0DEE2114}"/>
                </a:ext>
              </a:extLst>
            </p:cNvPr>
            <p:cNvCxnSpPr>
              <a:cxnSpLocks/>
              <a:stCxn id="182" idx="2"/>
              <a:endCxn id="91" idx="0"/>
            </p:cNvCxnSpPr>
            <p:nvPr/>
          </p:nvCxnSpPr>
          <p:spPr>
            <a:xfrm rot="16200000" flipH="1">
              <a:off x="5957512" y="3069444"/>
              <a:ext cx="634284" cy="391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or: Elbow 212">
              <a:extLst>
                <a:ext uri="{FF2B5EF4-FFF2-40B4-BE49-F238E27FC236}">
                  <a16:creationId xmlns:a16="http://schemas.microsoft.com/office/drawing/2014/main" id="{C97F80A0-D8FB-4C5C-AA88-26ACBD5A49F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218491" y="3049231"/>
              <a:ext cx="634284" cy="391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: Elbow 213">
              <a:extLst>
                <a:ext uri="{FF2B5EF4-FFF2-40B4-BE49-F238E27FC236}">
                  <a16:creationId xmlns:a16="http://schemas.microsoft.com/office/drawing/2014/main" id="{130019C1-9FD5-47A1-8104-08DA3E48E648}"/>
                </a:ext>
              </a:extLst>
            </p:cNvPr>
            <p:cNvCxnSpPr>
              <a:cxnSpLocks/>
              <a:stCxn id="184" idx="2"/>
              <a:endCxn id="77" idx="3"/>
            </p:cNvCxnSpPr>
            <p:nvPr/>
          </p:nvCxnSpPr>
          <p:spPr>
            <a:xfrm rot="5400000">
              <a:off x="5221798" y="2864248"/>
              <a:ext cx="305309" cy="96794"/>
            </a:xfrm>
            <a:prstGeom prst="bentConnector2">
              <a:avLst/>
            </a:prstGeom>
            <a:ln w="12700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E6DA2718-61C1-4E57-846E-5AA7871A6676}"/>
                </a:ext>
              </a:extLst>
            </p:cNvPr>
            <p:cNvGrpSpPr/>
            <p:nvPr/>
          </p:nvGrpSpPr>
          <p:grpSpPr>
            <a:xfrm>
              <a:off x="1719867" y="4996887"/>
              <a:ext cx="5502948" cy="646331"/>
              <a:chOff x="1728920" y="5035118"/>
              <a:chExt cx="5502948" cy="646331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7ED10E5-1B9B-4609-82B4-B319C15744F5}"/>
                  </a:ext>
                </a:extLst>
              </p:cNvPr>
              <p:cNvSpPr txBox="1"/>
              <p:nvPr/>
            </p:nvSpPr>
            <p:spPr>
              <a:xfrm>
                <a:off x="2313219" y="5153924"/>
                <a:ext cx="9614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r>
                  <a:rPr lang="en-US" i="0" dirty="0"/>
                  <a:t>Preemption</a:t>
                </a: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ACF5ED31-924A-4E9B-BD11-2835AF75A4E7}"/>
                  </a:ext>
                </a:extLst>
              </p:cNvPr>
              <p:cNvSpPr/>
              <p:nvPr/>
            </p:nvSpPr>
            <p:spPr>
              <a:xfrm>
                <a:off x="1728920" y="5181242"/>
                <a:ext cx="595491" cy="23715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20" name="Straight Arrow Connector 219">
                <a:extLst>
                  <a:ext uri="{FF2B5EF4-FFF2-40B4-BE49-F238E27FC236}">
                    <a16:creationId xmlns:a16="http://schemas.microsoft.com/office/drawing/2014/main" id="{6450BFB7-3C41-4F5E-880A-BE63E2726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7972" y="5203595"/>
                <a:ext cx="0" cy="15469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Arrow Connector 220">
                <a:extLst>
                  <a:ext uri="{FF2B5EF4-FFF2-40B4-BE49-F238E27FC236}">
                    <a16:creationId xmlns:a16="http://schemas.microsoft.com/office/drawing/2014/main" id="{C330570A-A88A-4161-8E10-C59E9BD42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6450" y="5168928"/>
                <a:ext cx="0" cy="189356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7AA3C4D8-950E-4A12-9C3A-492F724AE3C0}"/>
                  </a:ext>
                </a:extLst>
              </p:cNvPr>
              <p:cNvSpPr/>
              <p:nvPr/>
            </p:nvSpPr>
            <p:spPr>
              <a:xfrm>
                <a:off x="3378728" y="5182372"/>
                <a:ext cx="643437" cy="23489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5CC1CC9D-9B52-4D15-860A-786F981DC8E0}"/>
                  </a:ext>
                </a:extLst>
              </p:cNvPr>
              <p:cNvSpPr txBox="1"/>
              <p:nvPr/>
            </p:nvSpPr>
            <p:spPr>
              <a:xfrm>
                <a:off x="4034541" y="5138502"/>
                <a:ext cx="9614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r>
                  <a:rPr lang="en-US" i="0" dirty="0"/>
                  <a:t>Execution</a:t>
                </a:r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BD619430-1998-49B7-8156-1FAD6ACC7FCC}"/>
                  </a:ext>
                </a:extLst>
              </p:cNvPr>
              <p:cNvSpPr txBox="1"/>
              <p:nvPr/>
            </p:nvSpPr>
            <p:spPr>
              <a:xfrm>
                <a:off x="5005626" y="5127452"/>
                <a:ext cx="961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:r>
                  <a:rPr lang="en-US" i="0" dirty="0"/>
                  <a:t>Job Release time</a:t>
                </a:r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70856D2C-3BE7-427A-A0A3-2A14807844ED}"/>
                  </a:ext>
                </a:extLst>
              </p:cNvPr>
              <p:cNvSpPr txBox="1"/>
              <p:nvPr/>
            </p:nvSpPr>
            <p:spPr>
              <a:xfrm>
                <a:off x="6270386" y="5035118"/>
                <a:ext cx="9614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:r>
                  <a:rPr lang="en-US" i="0" dirty="0"/>
                  <a:t>New Job Release time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79142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AC14905D-E9B4-46D9-99AF-1776C7E2551D}"/>
              </a:ext>
            </a:extLst>
          </p:cNvPr>
          <p:cNvGrpSpPr/>
          <p:nvPr/>
        </p:nvGrpSpPr>
        <p:grpSpPr>
          <a:xfrm>
            <a:off x="709392" y="989591"/>
            <a:ext cx="3994505" cy="3557242"/>
            <a:chOff x="709392" y="989591"/>
            <a:chExt cx="3994505" cy="355724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988F519B-20FB-4365-A4D3-E13337985E84}"/>
                </a:ext>
              </a:extLst>
            </p:cNvPr>
            <p:cNvSpPr/>
            <p:nvPr/>
          </p:nvSpPr>
          <p:spPr>
            <a:xfrm>
              <a:off x="709392" y="1909996"/>
              <a:ext cx="3851948" cy="2636837"/>
            </a:xfrm>
            <a:prstGeom prst="roundRect">
              <a:avLst>
                <a:gd name="adj" fmla="val 124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85DB608-13D8-48B7-B401-4385480F5361}"/>
                </a:ext>
              </a:extLst>
            </p:cNvPr>
            <p:cNvSpPr/>
            <p:nvPr/>
          </p:nvSpPr>
          <p:spPr>
            <a:xfrm>
              <a:off x="709393" y="1017655"/>
              <a:ext cx="3851948" cy="816932"/>
            </a:xfrm>
            <a:prstGeom prst="roundRect">
              <a:avLst>
                <a:gd name="adj" fmla="val 4954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A08179B-F68E-4BD6-8978-C702D62CCBB5}"/>
                </a:ext>
              </a:extLst>
            </p:cNvPr>
            <p:cNvSpPr/>
            <p:nvPr/>
          </p:nvSpPr>
          <p:spPr>
            <a:xfrm>
              <a:off x="775755" y="2059060"/>
              <a:ext cx="3713819" cy="351403"/>
            </a:xfrm>
            <a:prstGeom prst="roundRect">
              <a:avLst>
                <a:gd name="adj" fmla="val 530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E65F5C-60A2-41E6-B674-DC0CC0B5AE6F}"/>
                </a:ext>
              </a:extLst>
            </p:cNvPr>
            <p:cNvSpPr/>
            <p:nvPr/>
          </p:nvSpPr>
          <p:spPr>
            <a:xfrm>
              <a:off x="767770" y="1267828"/>
              <a:ext cx="1201372" cy="52322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118F1C-E38A-4374-B1C9-078964728E4A}"/>
                </a:ext>
              </a:extLst>
            </p:cNvPr>
            <p:cNvSpPr txBox="1"/>
            <p:nvPr/>
          </p:nvSpPr>
          <p:spPr>
            <a:xfrm>
              <a:off x="767769" y="1256798"/>
              <a:ext cx="1259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Task </a:t>
              </a:r>
            </a:p>
            <a:p>
              <a:pPr algn="ctr"/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Specifications</a:t>
              </a:r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D2FCA3-AFB9-42A9-B8F0-E5FB1F73191E}"/>
                </a:ext>
              </a:extLst>
            </p:cNvPr>
            <p:cNvSpPr/>
            <p:nvPr/>
          </p:nvSpPr>
          <p:spPr>
            <a:xfrm>
              <a:off x="2005496" y="1267828"/>
              <a:ext cx="1201372" cy="52322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FC1E16-61AD-48ED-B0F3-9CF5817F8678}"/>
                </a:ext>
              </a:extLst>
            </p:cNvPr>
            <p:cNvSpPr txBox="1"/>
            <p:nvPr/>
          </p:nvSpPr>
          <p:spPr>
            <a:xfrm>
              <a:off x="1905699" y="1242128"/>
              <a:ext cx="13841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LTI Systems</a:t>
              </a:r>
            </a:p>
            <a:p>
              <a:pPr algn="ctr"/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(A,B,K) </a:t>
              </a:r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D210B5-6170-4F3F-A1C4-BB4FE977F53F}"/>
                </a:ext>
              </a:extLst>
            </p:cNvPr>
            <p:cNvSpPr/>
            <p:nvPr/>
          </p:nvSpPr>
          <p:spPr>
            <a:xfrm>
              <a:off x="3234834" y="1264573"/>
              <a:ext cx="1270296" cy="52322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2C1BD28-B4DD-436C-A9DD-42ACAE323F97}"/>
                </a:ext>
              </a:extLst>
            </p:cNvPr>
            <p:cNvSpPr txBox="1"/>
            <p:nvPr/>
          </p:nvSpPr>
          <p:spPr>
            <a:xfrm>
              <a:off x="3936055" y="2164474"/>
              <a:ext cx="6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B5B48BE-3B9A-4EEC-8F8F-986990A8D3EE}"/>
                    </a:ext>
                  </a:extLst>
                </p:cNvPr>
                <p:cNvSpPr txBox="1"/>
                <p:nvPr/>
              </p:nvSpPr>
              <p:spPr>
                <a:xfrm>
                  <a:off x="3182226" y="1256178"/>
                  <a:ext cx="133373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State Error thresholds (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b="0" i="1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)</a:t>
                  </a:r>
                  <a:endParaRPr lang="en-IN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B5B48BE-3B9A-4EEC-8F8F-986990A8D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2226" y="1256178"/>
                  <a:ext cx="1333739" cy="523220"/>
                </a:xfrm>
                <a:prstGeom prst="rect">
                  <a:avLst/>
                </a:prstGeom>
                <a:blipFill>
                  <a:blip r:embed="rId2"/>
                  <a:stretch>
                    <a:fillRect t="-3488" b="-1046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658941-47BD-4051-BE44-1A8502C8248A}"/>
                    </a:ext>
                  </a:extLst>
                </p:cNvPr>
                <p:cNvSpPr txBox="1"/>
                <p:nvPr/>
              </p:nvSpPr>
              <p:spPr>
                <a:xfrm>
                  <a:off x="1047402" y="2094136"/>
                  <a:ext cx="356462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400">
                      <a:latin typeface="Cambria" panose="02040503050406030204" pitchFamily="18" charset="0"/>
                      <a:ea typeface="Cambria" panose="02040503050406030204" pitchFamily="18" charset="0"/>
                    </a:defRPr>
                  </a:lvl1pPr>
                </a:lstStyle>
                <a:p>
                  <a:r>
                    <a:rPr lang="en-US" dirty="0"/>
                    <a:t>Initialize Delay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IN" dirty="0"/>
                    <a:t> for </a:t>
                  </a:r>
                  <a14:m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IN" dirty="0"/>
                    <a:t>-th hyperperiod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658941-47BD-4051-BE44-1A8502C82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402" y="2094136"/>
                  <a:ext cx="3564622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513" t="-5455" b="-727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46608F3-5383-4A40-87F4-DCF6DA5F743D}"/>
                </a:ext>
              </a:extLst>
            </p:cNvPr>
            <p:cNvSpPr/>
            <p:nvPr/>
          </p:nvSpPr>
          <p:spPr>
            <a:xfrm>
              <a:off x="775755" y="2485693"/>
              <a:ext cx="3713819" cy="393534"/>
            </a:xfrm>
            <a:prstGeom prst="roundRect">
              <a:avLst>
                <a:gd name="adj" fmla="val 530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12211B-15B1-44F5-8446-305678432F11}"/>
                </a:ext>
              </a:extLst>
            </p:cNvPr>
            <p:cNvSpPr txBox="1"/>
            <p:nvPr/>
          </p:nvSpPr>
          <p:spPr>
            <a:xfrm>
              <a:off x="1046788" y="2513295"/>
              <a:ext cx="3130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Simulate System for next hyperperiod</a:t>
              </a:r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66A7CAB-5EEB-49CE-AE54-658777BE5B56}"/>
                </a:ext>
              </a:extLst>
            </p:cNvPr>
            <p:cNvSpPr/>
            <p:nvPr/>
          </p:nvSpPr>
          <p:spPr>
            <a:xfrm>
              <a:off x="775755" y="2932230"/>
              <a:ext cx="3711251" cy="357690"/>
            </a:xfrm>
            <a:prstGeom prst="roundRect">
              <a:avLst>
                <a:gd name="adj" fmla="val 530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8EE17A4-709F-4961-8810-39CA64CFAB21}"/>
                    </a:ext>
                  </a:extLst>
                </p:cNvPr>
                <p:cNvSpPr txBox="1"/>
                <p:nvPr/>
              </p:nvSpPr>
              <p:spPr>
                <a:xfrm>
                  <a:off x="1186936" y="2930415"/>
                  <a:ext cx="2749119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Compute Overlap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and Cost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</a:t>
                  </a:r>
                  <a:endParaRPr lang="en-IN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8EE17A4-709F-4961-8810-39CA64CFA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6936" y="2930415"/>
                  <a:ext cx="2749119" cy="324384"/>
                </a:xfrm>
                <a:prstGeom prst="rect">
                  <a:avLst/>
                </a:prstGeom>
                <a:blipFill>
                  <a:blip r:embed="rId4"/>
                  <a:stretch>
                    <a:fillRect l="-665" t="-5660" b="-1132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226172F-1DF1-499A-BB97-8FD4CD987C46}"/>
                </a:ext>
              </a:extLst>
            </p:cNvPr>
            <p:cNvSpPr/>
            <p:nvPr/>
          </p:nvSpPr>
          <p:spPr>
            <a:xfrm>
              <a:off x="775753" y="3354924"/>
              <a:ext cx="3711251" cy="507616"/>
            </a:xfrm>
            <a:prstGeom prst="roundRect">
              <a:avLst>
                <a:gd name="adj" fmla="val 530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3C332CF-322D-41AA-88C0-656638E6AA87}"/>
                    </a:ext>
                  </a:extLst>
                </p:cNvPr>
                <p:cNvSpPr txBox="1"/>
                <p:nvPr/>
              </p:nvSpPr>
              <p:spPr>
                <a:xfrm>
                  <a:off x="1186936" y="3338818"/>
                  <a:ext cx="3442786" cy="539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Solve Optimization Problem</a:t>
                  </a:r>
                </a:p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Minimize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&lt;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</a:t>
                  </a:r>
                  <a:endParaRPr lang="en-IN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3C332CF-322D-41AA-88C0-656638E6A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6936" y="3338818"/>
                  <a:ext cx="3442786" cy="539828"/>
                </a:xfrm>
                <a:prstGeom prst="rect">
                  <a:avLst/>
                </a:prstGeom>
                <a:blipFill>
                  <a:blip r:embed="rId5"/>
                  <a:stretch>
                    <a:fillRect l="-532" t="-3409" b="-681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568F265-5B8F-4E53-B5BD-96D13B0D64F8}"/>
                </a:ext>
              </a:extLst>
            </p:cNvPr>
            <p:cNvSpPr/>
            <p:nvPr/>
          </p:nvSpPr>
          <p:spPr>
            <a:xfrm>
              <a:off x="775753" y="4138850"/>
              <a:ext cx="3711252" cy="300945"/>
            </a:xfrm>
            <a:prstGeom prst="roundRect">
              <a:avLst>
                <a:gd name="adj" fmla="val 5303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8F568F9-58D3-44D2-877D-449F98D78A18}"/>
                    </a:ext>
                  </a:extLst>
                </p:cNvPr>
                <p:cNvSpPr txBox="1"/>
                <p:nvPr/>
              </p:nvSpPr>
              <p:spPr>
                <a:xfrm>
                  <a:off x="1046788" y="4115411"/>
                  <a:ext cx="3055420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400">
                      <a:latin typeface="Cambria" panose="02040503050406030204" pitchFamily="18" charset="0"/>
                      <a:ea typeface="Cambria" panose="02040503050406030204" pitchFamily="18" charset="0"/>
                    </a:defRPr>
                  </a:lvl1pPr>
                </a:lstStyle>
                <a:p>
                  <a:r>
                    <a:rPr lang="en-US" dirty="0"/>
                    <a:t>Delay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IN" dirty="0"/>
                    <a:t> for (p+1)-th hyperperiod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8F568F9-58D3-44D2-877D-449F98D78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788" y="4115411"/>
                  <a:ext cx="3055420" cy="324384"/>
                </a:xfrm>
                <a:prstGeom prst="rect">
                  <a:avLst/>
                </a:prstGeom>
                <a:blipFill>
                  <a:blip r:embed="rId6"/>
                  <a:stretch>
                    <a:fillRect l="-599" t="-5660" b="-132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16B150-E107-45D0-8D63-FF21CE2E34CD}"/>
                </a:ext>
              </a:extLst>
            </p:cNvPr>
            <p:cNvSpPr txBox="1"/>
            <p:nvPr/>
          </p:nvSpPr>
          <p:spPr>
            <a:xfrm>
              <a:off x="1954816" y="989591"/>
              <a:ext cx="1549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SYSTEM INPUT</a:t>
              </a:r>
              <a:endParaRPr lang="en-IN" sz="1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8161C724-015F-45E6-B2F6-F3525D3CF62C}"/>
                </a:ext>
              </a:extLst>
            </p:cNvPr>
            <p:cNvSpPr/>
            <p:nvPr/>
          </p:nvSpPr>
          <p:spPr>
            <a:xfrm>
              <a:off x="2464668" y="1839856"/>
              <a:ext cx="264990" cy="270502"/>
            </a:xfrm>
            <a:prstGeom prst="down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" name="Arrow: Down 34">
              <a:extLst>
                <a:ext uri="{FF2B5EF4-FFF2-40B4-BE49-F238E27FC236}">
                  <a16:creationId xmlns:a16="http://schemas.microsoft.com/office/drawing/2014/main" id="{733B3BD6-A40E-44B2-821F-E061B4BB97CB}"/>
                </a:ext>
              </a:extLst>
            </p:cNvPr>
            <p:cNvSpPr/>
            <p:nvPr/>
          </p:nvSpPr>
          <p:spPr>
            <a:xfrm>
              <a:off x="2445814" y="3848611"/>
              <a:ext cx="264990" cy="270502"/>
            </a:xfrm>
            <a:prstGeom prst="down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3332D271-F0F1-43EE-8B7E-F92F5865B7D7}"/>
                </a:ext>
              </a:extLst>
            </p:cNvPr>
            <p:cNvCxnSpPr>
              <a:cxnSpLocks/>
              <a:stCxn id="29" idx="1"/>
              <a:endCxn id="23" idx="1"/>
            </p:cNvCxnSpPr>
            <p:nvPr/>
          </p:nvCxnSpPr>
          <p:spPr>
            <a:xfrm rot="10800000" flipH="1">
              <a:off x="775753" y="2682461"/>
              <a:ext cx="2" cy="1606863"/>
            </a:xfrm>
            <a:prstGeom prst="bentConnector3">
              <a:avLst>
                <a:gd name="adj1" fmla="val -11430000000"/>
              </a:avLst>
            </a:prstGeom>
            <a:ln w="38100"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D98D2C1-2B97-46D9-941D-C1299F36AEF8}"/>
                </a:ext>
              </a:extLst>
            </p:cNvPr>
            <p:cNvSpPr txBox="1"/>
            <p:nvPr/>
          </p:nvSpPr>
          <p:spPr>
            <a:xfrm>
              <a:off x="2702415" y="3835453"/>
              <a:ext cx="20014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Optimization Output</a:t>
              </a:r>
              <a:endParaRPr lang="en-IN" sz="12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958604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3699E8-986D-433D-AB3C-AA7A542EBCC6}"/>
              </a:ext>
            </a:extLst>
          </p:cNvPr>
          <p:cNvSpPr/>
          <p:nvPr/>
        </p:nvSpPr>
        <p:spPr>
          <a:xfrm>
            <a:off x="1821938" y="3385477"/>
            <a:ext cx="454210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07BEC5-2917-419F-9EC8-8DCD85931ADC}"/>
              </a:ext>
            </a:extLst>
          </p:cNvPr>
          <p:cNvCxnSpPr>
            <a:cxnSpLocks/>
          </p:cNvCxnSpPr>
          <p:nvPr/>
        </p:nvCxnSpPr>
        <p:spPr>
          <a:xfrm>
            <a:off x="1660311" y="4917515"/>
            <a:ext cx="5726802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7D1D4A-FA5E-4FF4-AF5E-E359EDA9A958}"/>
                  </a:ext>
                </a:extLst>
              </p:cNvPr>
              <p:cNvSpPr txBox="1"/>
              <p:nvPr/>
            </p:nvSpPr>
            <p:spPr>
              <a:xfrm>
                <a:off x="1108640" y="4072022"/>
                <a:ext cx="4542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7D1D4A-FA5E-4FF4-AF5E-E359EDA9A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40" y="4072022"/>
                <a:ext cx="45421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49C41DD-7F4B-4001-8C31-E9FF704D65DF}"/>
              </a:ext>
            </a:extLst>
          </p:cNvPr>
          <p:cNvSpPr/>
          <p:nvPr/>
        </p:nvSpPr>
        <p:spPr>
          <a:xfrm>
            <a:off x="2278048" y="3385477"/>
            <a:ext cx="294061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8A26AE-EF1C-4203-B408-8A5E849313AB}"/>
                  </a:ext>
                </a:extLst>
              </p:cNvPr>
              <p:cNvSpPr txBox="1"/>
              <p:nvPr/>
            </p:nvSpPr>
            <p:spPr>
              <a:xfrm>
                <a:off x="972228" y="3249857"/>
                <a:ext cx="6570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h𝑝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8A26AE-EF1C-4203-B408-8A5E84931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28" y="3249857"/>
                <a:ext cx="657035" cy="276999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6E26BF-0038-48B3-8F38-3058BA0F50B9}"/>
                  </a:ext>
                </a:extLst>
              </p:cNvPr>
              <p:cNvSpPr txBox="1"/>
              <p:nvPr/>
            </p:nvSpPr>
            <p:spPr>
              <a:xfrm>
                <a:off x="1057587" y="4622479"/>
                <a:ext cx="5861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6E26BF-0038-48B3-8F38-3058BA0F5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587" y="4622479"/>
                <a:ext cx="586160" cy="276999"/>
              </a:xfrm>
              <a:prstGeom prst="rect">
                <a:avLst/>
              </a:prstGeom>
              <a:blipFill>
                <a:blip r:embed="rId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1F7C9F-98DB-4A86-A08A-7D5EBA105B45}"/>
                  </a:ext>
                </a:extLst>
              </p:cNvPr>
              <p:cNvSpPr txBox="1"/>
              <p:nvPr/>
            </p:nvSpPr>
            <p:spPr>
              <a:xfrm>
                <a:off x="1763805" y="3647781"/>
                <a:ext cx="4542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𝑣𝑘</m:t>
                          </m:r>
                        </m:sub>
                      </m:sSub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1F7C9F-98DB-4A86-A08A-7D5EBA105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805" y="3647781"/>
                <a:ext cx="45421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2D1C9D-36EA-4C97-94FF-A7B1A8A0DFD2}"/>
                  </a:ext>
                </a:extLst>
              </p:cNvPr>
              <p:cNvSpPr txBox="1"/>
              <p:nvPr/>
            </p:nvSpPr>
            <p:spPr>
              <a:xfrm>
                <a:off x="2811249" y="4318562"/>
                <a:ext cx="9265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𝑣𝑘</m:t>
                          </m:r>
                        </m:sub>
                      </m:sSub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2D1C9D-36EA-4C97-94FF-A7B1A8A0D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249" y="4318562"/>
                <a:ext cx="9265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EEE13D-72C5-4041-B86D-7AC0E4D50B91}"/>
                  </a:ext>
                </a:extLst>
              </p:cNvPr>
              <p:cNvSpPr txBox="1"/>
              <p:nvPr/>
            </p:nvSpPr>
            <p:spPr>
              <a:xfrm>
                <a:off x="2181288" y="3818493"/>
                <a:ext cx="415179" cy="274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11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EEE13D-72C5-4041-B86D-7AC0E4D5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288" y="3818493"/>
                <a:ext cx="415179" cy="274627"/>
              </a:xfrm>
              <a:prstGeom prst="rect">
                <a:avLst/>
              </a:prstGeom>
              <a:blipFill>
                <a:blip r:embed="rId7"/>
                <a:stretch>
                  <a:fillRect r="-20588" b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07D729-46FA-4ED5-8FC6-525E1BDB7E39}"/>
                  </a:ext>
                </a:extLst>
              </p:cNvPr>
              <p:cNvSpPr txBox="1"/>
              <p:nvPr/>
            </p:nvSpPr>
            <p:spPr>
              <a:xfrm>
                <a:off x="3021749" y="3662607"/>
                <a:ext cx="3560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07D729-46FA-4ED5-8FC6-525E1BDB7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749" y="3662607"/>
                <a:ext cx="35605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D824521-D9BA-42BD-9AE6-E213981E0D09}"/>
              </a:ext>
            </a:extLst>
          </p:cNvPr>
          <p:cNvSpPr/>
          <p:nvPr/>
        </p:nvSpPr>
        <p:spPr>
          <a:xfrm>
            <a:off x="1821938" y="2947609"/>
            <a:ext cx="454210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CD7C1B-2D99-4147-ACF1-25E7959201D2}"/>
              </a:ext>
            </a:extLst>
          </p:cNvPr>
          <p:cNvSpPr/>
          <p:nvPr/>
        </p:nvSpPr>
        <p:spPr>
          <a:xfrm>
            <a:off x="2572109" y="4681721"/>
            <a:ext cx="333403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C88707-8DC5-45B9-A861-C8C6F58342D9}"/>
              </a:ext>
            </a:extLst>
          </p:cNvPr>
          <p:cNvCxnSpPr>
            <a:cxnSpLocks/>
          </p:cNvCxnSpPr>
          <p:nvPr/>
        </p:nvCxnSpPr>
        <p:spPr>
          <a:xfrm>
            <a:off x="1672480" y="3622631"/>
            <a:ext cx="571463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D80F0B-9CDE-4651-8BF9-657B207A5F56}"/>
              </a:ext>
            </a:extLst>
          </p:cNvPr>
          <p:cNvCxnSpPr>
            <a:cxnSpLocks/>
          </p:cNvCxnSpPr>
          <p:nvPr/>
        </p:nvCxnSpPr>
        <p:spPr>
          <a:xfrm>
            <a:off x="1660311" y="4357962"/>
            <a:ext cx="5726802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715EA2-4EC8-447B-B00B-B671C5F92A19}"/>
              </a:ext>
            </a:extLst>
          </p:cNvPr>
          <p:cNvCxnSpPr>
            <a:cxnSpLocks/>
          </p:cNvCxnSpPr>
          <p:nvPr/>
        </p:nvCxnSpPr>
        <p:spPr>
          <a:xfrm>
            <a:off x="1672479" y="3182758"/>
            <a:ext cx="571463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eft Brace 17">
            <a:extLst>
              <a:ext uri="{FF2B5EF4-FFF2-40B4-BE49-F238E27FC236}">
                <a16:creationId xmlns:a16="http://schemas.microsoft.com/office/drawing/2014/main" id="{A3AB5CE9-CA3E-4F56-9949-F3B85D3BBDE4}"/>
              </a:ext>
            </a:extLst>
          </p:cNvPr>
          <p:cNvSpPr/>
          <p:nvPr/>
        </p:nvSpPr>
        <p:spPr>
          <a:xfrm>
            <a:off x="1448965" y="2921390"/>
            <a:ext cx="174988" cy="700397"/>
          </a:xfrm>
          <a:prstGeom prst="leftBrace">
            <a:avLst>
              <a:gd name="adj1" fmla="val 6058"/>
              <a:gd name="adj2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A38AD-C90A-4748-97EA-304954101828}"/>
              </a:ext>
            </a:extLst>
          </p:cNvPr>
          <p:cNvCxnSpPr>
            <a:cxnSpLocks/>
          </p:cNvCxnSpPr>
          <p:nvPr/>
        </p:nvCxnSpPr>
        <p:spPr>
          <a:xfrm>
            <a:off x="1821938" y="2764745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38BF5E-1A7D-46AC-B91F-57700DAAD06B}"/>
              </a:ext>
            </a:extLst>
          </p:cNvPr>
          <p:cNvCxnSpPr>
            <a:cxnSpLocks/>
          </p:cNvCxnSpPr>
          <p:nvPr/>
        </p:nvCxnSpPr>
        <p:spPr>
          <a:xfrm>
            <a:off x="1821938" y="3215992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B17C9F-C27F-44C9-9B8B-7DF2D77D80FE}"/>
              </a:ext>
            </a:extLst>
          </p:cNvPr>
          <p:cNvCxnSpPr>
            <a:cxnSpLocks/>
          </p:cNvCxnSpPr>
          <p:nvPr/>
        </p:nvCxnSpPr>
        <p:spPr>
          <a:xfrm>
            <a:off x="3042446" y="3746389"/>
            <a:ext cx="0" cy="176431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C1FE09-0C98-4A3E-B503-593105956259}"/>
              </a:ext>
            </a:extLst>
          </p:cNvPr>
          <p:cNvCxnSpPr>
            <a:cxnSpLocks/>
          </p:cNvCxnSpPr>
          <p:nvPr/>
        </p:nvCxnSpPr>
        <p:spPr>
          <a:xfrm>
            <a:off x="1829588" y="4515609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5A2DF7-40B4-4E95-85AB-CF588E38D1C7}"/>
              </a:ext>
            </a:extLst>
          </p:cNvPr>
          <p:cNvCxnSpPr>
            <a:cxnSpLocks/>
          </p:cNvCxnSpPr>
          <p:nvPr/>
        </p:nvCxnSpPr>
        <p:spPr>
          <a:xfrm>
            <a:off x="3414925" y="2764745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D3410E-3253-4892-997D-EAE510C7A37B}"/>
              </a:ext>
            </a:extLst>
          </p:cNvPr>
          <p:cNvCxnSpPr>
            <a:cxnSpLocks/>
          </p:cNvCxnSpPr>
          <p:nvPr/>
        </p:nvCxnSpPr>
        <p:spPr>
          <a:xfrm>
            <a:off x="2905512" y="3215992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B650609-5A6A-46E0-BB8D-9BFFE45A5A8F}"/>
              </a:ext>
            </a:extLst>
          </p:cNvPr>
          <p:cNvSpPr/>
          <p:nvPr/>
        </p:nvSpPr>
        <p:spPr>
          <a:xfrm>
            <a:off x="3236914" y="4118511"/>
            <a:ext cx="169272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D21CF6-EC61-4714-9BC8-5C94003C1363}"/>
              </a:ext>
            </a:extLst>
          </p:cNvPr>
          <p:cNvCxnSpPr>
            <a:cxnSpLocks/>
          </p:cNvCxnSpPr>
          <p:nvPr/>
        </p:nvCxnSpPr>
        <p:spPr>
          <a:xfrm>
            <a:off x="4080407" y="3221534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38354BE-D164-4761-B30D-266E7F149A32}"/>
              </a:ext>
            </a:extLst>
          </p:cNvPr>
          <p:cNvSpPr/>
          <p:nvPr/>
        </p:nvSpPr>
        <p:spPr>
          <a:xfrm>
            <a:off x="3414925" y="2944508"/>
            <a:ext cx="454210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52BA95-9F67-451A-A1C0-6A61FFAE5D1D}"/>
              </a:ext>
            </a:extLst>
          </p:cNvPr>
          <p:cNvSpPr/>
          <p:nvPr/>
        </p:nvSpPr>
        <p:spPr>
          <a:xfrm>
            <a:off x="2913590" y="3382652"/>
            <a:ext cx="294061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06FAF3-17EE-4CC4-B96E-7BF7665A1F07}"/>
              </a:ext>
            </a:extLst>
          </p:cNvPr>
          <p:cNvCxnSpPr>
            <a:cxnSpLocks/>
          </p:cNvCxnSpPr>
          <p:nvPr/>
        </p:nvCxnSpPr>
        <p:spPr>
          <a:xfrm>
            <a:off x="5166933" y="3209104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8B8F95A-A261-4035-8135-B1751437BFCE}"/>
              </a:ext>
            </a:extLst>
          </p:cNvPr>
          <p:cNvSpPr/>
          <p:nvPr/>
        </p:nvSpPr>
        <p:spPr>
          <a:xfrm>
            <a:off x="4081956" y="3385962"/>
            <a:ext cx="294061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59F201-AEBE-4714-BDA8-198CE63489C9}"/>
              </a:ext>
            </a:extLst>
          </p:cNvPr>
          <p:cNvCxnSpPr>
            <a:cxnSpLocks/>
          </p:cNvCxnSpPr>
          <p:nvPr/>
        </p:nvCxnSpPr>
        <p:spPr>
          <a:xfrm>
            <a:off x="4975133" y="3776647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83CFA0B-8450-4A66-B787-CAE4A33FBE87}"/>
              </a:ext>
            </a:extLst>
          </p:cNvPr>
          <p:cNvSpPr/>
          <p:nvPr/>
        </p:nvSpPr>
        <p:spPr>
          <a:xfrm>
            <a:off x="1829588" y="4124262"/>
            <a:ext cx="1407326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FD88EC-F4F0-46A4-B6B8-89825DF318AF}"/>
              </a:ext>
            </a:extLst>
          </p:cNvPr>
          <p:cNvGrpSpPr/>
          <p:nvPr/>
        </p:nvGrpSpPr>
        <p:grpSpPr>
          <a:xfrm>
            <a:off x="1871816" y="4004126"/>
            <a:ext cx="1174933" cy="0"/>
            <a:chOff x="404790" y="1630166"/>
            <a:chExt cx="986187" cy="0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C10D2D1-DA7D-4429-BF20-6260E32234A8}"/>
                </a:ext>
              </a:extLst>
            </p:cNvPr>
            <p:cNvCxnSpPr/>
            <p:nvPr/>
          </p:nvCxnSpPr>
          <p:spPr>
            <a:xfrm>
              <a:off x="1062459" y="1630166"/>
              <a:ext cx="3285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809EA9C-7923-403C-935B-BA00618B5A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790" y="1630166"/>
              <a:ext cx="29957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4A4EAE1-9DA5-4D33-89EE-849D1CDBFEEE}"/>
              </a:ext>
            </a:extLst>
          </p:cNvPr>
          <p:cNvSpPr/>
          <p:nvPr/>
        </p:nvSpPr>
        <p:spPr>
          <a:xfrm>
            <a:off x="3414281" y="4119560"/>
            <a:ext cx="454212" cy="23913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643CE7-7724-43A8-975D-1A8A84D4BFDB}"/>
              </a:ext>
            </a:extLst>
          </p:cNvPr>
          <p:cNvCxnSpPr>
            <a:cxnSpLocks/>
          </p:cNvCxnSpPr>
          <p:nvPr/>
        </p:nvCxnSpPr>
        <p:spPr>
          <a:xfrm>
            <a:off x="5522936" y="4518494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A40C70D-A4BF-44E2-BC64-7A55F29EF584}"/>
              </a:ext>
            </a:extLst>
          </p:cNvPr>
          <p:cNvSpPr/>
          <p:nvPr/>
        </p:nvSpPr>
        <p:spPr>
          <a:xfrm>
            <a:off x="1829588" y="4677909"/>
            <a:ext cx="748271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06D392-AC69-4E86-9EE8-4CC5D25F9625}"/>
              </a:ext>
            </a:extLst>
          </p:cNvPr>
          <p:cNvSpPr/>
          <p:nvPr/>
        </p:nvSpPr>
        <p:spPr>
          <a:xfrm>
            <a:off x="3864878" y="4119560"/>
            <a:ext cx="213854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A3312F-9E57-4409-B547-D58DB0CC57F0}"/>
              </a:ext>
            </a:extLst>
          </p:cNvPr>
          <p:cNvCxnSpPr>
            <a:cxnSpLocks/>
          </p:cNvCxnSpPr>
          <p:nvPr/>
        </p:nvCxnSpPr>
        <p:spPr>
          <a:xfrm>
            <a:off x="4978264" y="2770496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E583AEC-7EB0-440E-B33F-D657EB98110D}"/>
              </a:ext>
            </a:extLst>
          </p:cNvPr>
          <p:cNvSpPr/>
          <p:nvPr/>
        </p:nvSpPr>
        <p:spPr>
          <a:xfrm>
            <a:off x="4972513" y="2947854"/>
            <a:ext cx="454210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62626F-E0B9-4D95-8DB3-8812A8A65AC1}"/>
              </a:ext>
            </a:extLst>
          </p:cNvPr>
          <p:cNvSpPr/>
          <p:nvPr/>
        </p:nvSpPr>
        <p:spPr>
          <a:xfrm>
            <a:off x="4081654" y="4118511"/>
            <a:ext cx="294061" cy="2420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D0790E-175D-421D-A09D-847EC1B7567C}"/>
              </a:ext>
            </a:extLst>
          </p:cNvPr>
          <p:cNvGrpSpPr/>
          <p:nvPr/>
        </p:nvGrpSpPr>
        <p:grpSpPr>
          <a:xfrm>
            <a:off x="5016066" y="3846031"/>
            <a:ext cx="1373616" cy="274627"/>
            <a:chOff x="3981194" y="4764277"/>
            <a:chExt cx="1373616" cy="2746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A4C2D8FE-373A-47E0-BAEC-5765261D464B}"/>
                    </a:ext>
                  </a:extLst>
                </p:cNvPr>
                <p:cNvSpPr txBox="1"/>
                <p:nvPr/>
              </p:nvSpPr>
              <p:spPr>
                <a:xfrm>
                  <a:off x="4191433" y="4764277"/>
                  <a:ext cx="947651" cy="2746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+1]</m:t>
                        </m:r>
                      </m:oMath>
                    </m:oMathPara>
                  </a14:m>
                  <a:endParaRPr lang="en-IN" sz="11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2EBA60F-7E09-4ED9-A6CA-4DED2D237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433" y="4764277"/>
                  <a:ext cx="947651" cy="27462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B86338B-9650-45D2-A55A-44098C01DCDA}"/>
                </a:ext>
              </a:extLst>
            </p:cNvPr>
            <p:cNvGrpSpPr/>
            <p:nvPr/>
          </p:nvGrpSpPr>
          <p:grpSpPr>
            <a:xfrm>
              <a:off x="3981194" y="4907877"/>
              <a:ext cx="1373616" cy="6629"/>
              <a:chOff x="362922" y="1623537"/>
              <a:chExt cx="1152956" cy="6629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C0C1DE4C-C280-470E-92B3-7AE4EAA08208}"/>
                  </a:ext>
                </a:extLst>
              </p:cNvPr>
              <p:cNvCxnSpPr/>
              <p:nvPr/>
            </p:nvCxnSpPr>
            <p:spPr>
              <a:xfrm>
                <a:off x="1187360" y="1623537"/>
                <a:ext cx="328518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AC05B48F-F44B-4865-B518-A2D0ABF085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2922" y="1630166"/>
                <a:ext cx="29957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12635F-320B-41B6-AB5D-E4681FE307EE}"/>
              </a:ext>
            </a:extLst>
          </p:cNvPr>
          <p:cNvCxnSpPr>
            <a:cxnSpLocks/>
          </p:cNvCxnSpPr>
          <p:nvPr/>
        </p:nvCxnSpPr>
        <p:spPr>
          <a:xfrm>
            <a:off x="6388305" y="3773292"/>
            <a:ext cx="0" cy="189356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C76344-B52F-4556-B2BB-F7D9295EC40A}"/>
              </a:ext>
            </a:extLst>
          </p:cNvPr>
          <p:cNvCxnSpPr>
            <a:cxnSpLocks/>
          </p:cNvCxnSpPr>
          <p:nvPr/>
        </p:nvCxnSpPr>
        <p:spPr>
          <a:xfrm>
            <a:off x="1829588" y="3770896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F728FE-8C57-4FA0-8A83-7E226E30B3E5}"/>
                  </a:ext>
                </a:extLst>
              </p:cNvPr>
              <p:cNvSpPr txBox="1"/>
              <p:nvPr/>
            </p:nvSpPr>
            <p:spPr>
              <a:xfrm>
                <a:off x="4421024" y="3625880"/>
                <a:ext cx="454210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</m:sSub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F728FE-8C57-4FA0-8A83-7E226E30B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024" y="3625880"/>
                <a:ext cx="454210" cy="294824"/>
              </a:xfrm>
              <a:prstGeom prst="rect">
                <a:avLst/>
              </a:prstGeom>
              <a:blipFill>
                <a:blip r:embed="rId12"/>
                <a:stretch>
                  <a:fillRect r="-25333" b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79F4C90-7F05-4661-961C-3D78BE8F2977}"/>
                  </a:ext>
                </a:extLst>
              </p:cNvPr>
              <p:cNvSpPr txBox="1"/>
              <p:nvPr/>
            </p:nvSpPr>
            <p:spPr>
              <a:xfrm>
                <a:off x="6337527" y="3615156"/>
                <a:ext cx="567229" cy="301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79F4C90-7F05-4661-961C-3D78BE8F2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527" y="3615156"/>
                <a:ext cx="567229" cy="301878"/>
              </a:xfrm>
              <a:prstGeom prst="rect">
                <a:avLst/>
              </a:prstGeom>
              <a:blipFill>
                <a:blip r:embed="rId13"/>
                <a:stretch>
                  <a:fillRect r="-1075" b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00362EE2-2798-4C20-A8BE-85CDB8F3977C}"/>
              </a:ext>
            </a:extLst>
          </p:cNvPr>
          <p:cNvSpPr/>
          <p:nvPr/>
        </p:nvSpPr>
        <p:spPr>
          <a:xfrm>
            <a:off x="5440530" y="3385199"/>
            <a:ext cx="294061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3E9EC5-FA60-44F0-8F43-9192EC9682B8}"/>
              </a:ext>
            </a:extLst>
          </p:cNvPr>
          <p:cNvSpPr/>
          <p:nvPr/>
        </p:nvSpPr>
        <p:spPr>
          <a:xfrm>
            <a:off x="4375715" y="4115636"/>
            <a:ext cx="397023" cy="2420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623F80A-87A2-4268-9C24-EAA0008A1BD4}"/>
              </a:ext>
            </a:extLst>
          </p:cNvPr>
          <p:cNvCxnSpPr>
            <a:cxnSpLocks/>
          </p:cNvCxnSpPr>
          <p:nvPr/>
        </p:nvCxnSpPr>
        <p:spPr>
          <a:xfrm>
            <a:off x="6236640" y="3209104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E039F04-69A2-4206-A2C5-2DEBCC954B31}"/>
              </a:ext>
            </a:extLst>
          </p:cNvPr>
          <p:cNvSpPr/>
          <p:nvPr/>
        </p:nvSpPr>
        <p:spPr>
          <a:xfrm>
            <a:off x="6228487" y="3386782"/>
            <a:ext cx="294061" cy="239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65237E-1393-4E04-9D7A-BBD8DF92E09B}"/>
              </a:ext>
            </a:extLst>
          </p:cNvPr>
          <p:cNvSpPr/>
          <p:nvPr/>
        </p:nvSpPr>
        <p:spPr>
          <a:xfrm>
            <a:off x="5166933" y="3387393"/>
            <a:ext cx="294061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578A88-A693-42B0-940E-E37F1E6C6218}"/>
              </a:ext>
            </a:extLst>
          </p:cNvPr>
          <p:cNvCxnSpPr>
            <a:cxnSpLocks/>
          </p:cNvCxnSpPr>
          <p:nvPr/>
        </p:nvCxnSpPr>
        <p:spPr>
          <a:xfrm>
            <a:off x="6666167" y="2767150"/>
            <a:ext cx="0" cy="15469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F91AA73C-FDF5-4E1D-BF68-E028109684BF}"/>
              </a:ext>
            </a:extLst>
          </p:cNvPr>
          <p:cNvSpPr/>
          <p:nvPr/>
        </p:nvSpPr>
        <p:spPr>
          <a:xfrm>
            <a:off x="6666167" y="2944508"/>
            <a:ext cx="454210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B311ACF-B32F-45BE-96BB-672495E3B453}"/>
              </a:ext>
            </a:extLst>
          </p:cNvPr>
          <p:cNvSpPr/>
          <p:nvPr/>
        </p:nvSpPr>
        <p:spPr>
          <a:xfrm>
            <a:off x="4794758" y="4682278"/>
            <a:ext cx="119241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A8FB001-7F6C-41DD-B497-0B9BCEF4E849}"/>
              </a:ext>
            </a:extLst>
          </p:cNvPr>
          <p:cNvSpPr/>
          <p:nvPr/>
        </p:nvSpPr>
        <p:spPr>
          <a:xfrm>
            <a:off x="2908048" y="4688978"/>
            <a:ext cx="1886710" cy="22857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D2F69D6-7018-4B5D-91A3-FBB9A13ABB64}"/>
                  </a:ext>
                </a:extLst>
              </p:cNvPr>
              <p:cNvSpPr txBox="1"/>
              <p:nvPr/>
            </p:nvSpPr>
            <p:spPr>
              <a:xfrm>
                <a:off x="2797730" y="2590951"/>
                <a:ext cx="39009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D2F69D6-7018-4B5D-91A3-FBB9A13AB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730" y="2590951"/>
                <a:ext cx="390092" cy="261610"/>
              </a:xfrm>
              <a:prstGeom prst="rect">
                <a:avLst/>
              </a:prstGeom>
              <a:blipFill>
                <a:blip r:embed="rId14"/>
                <a:stretch>
                  <a:fillRect l="-6250" r="-3125" b="-69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8321EBE-760B-46C9-97CF-67DBC99C13E4}"/>
                  </a:ext>
                </a:extLst>
              </p:cNvPr>
              <p:cNvSpPr txBox="1"/>
              <p:nvPr/>
            </p:nvSpPr>
            <p:spPr>
              <a:xfrm>
                <a:off x="4080407" y="2601245"/>
                <a:ext cx="41618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8321EBE-760B-46C9-97CF-67DBC99C1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407" y="2601245"/>
                <a:ext cx="416189" cy="261610"/>
              </a:xfrm>
              <a:prstGeom prst="rect">
                <a:avLst/>
              </a:prstGeom>
              <a:blipFill>
                <a:blip r:embed="rId15"/>
                <a:stretch>
                  <a:fillRect l="-1449"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E39B1581-20F4-4F93-9D9C-E68442F4E469}"/>
              </a:ext>
            </a:extLst>
          </p:cNvPr>
          <p:cNvSpPr/>
          <p:nvPr/>
        </p:nvSpPr>
        <p:spPr>
          <a:xfrm>
            <a:off x="6388305" y="4120294"/>
            <a:ext cx="134242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6850CFA-36BC-449F-97AE-61A1896D44FA}"/>
              </a:ext>
            </a:extLst>
          </p:cNvPr>
          <p:cNvSpPr/>
          <p:nvPr/>
        </p:nvSpPr>
        <p:spPr>
          <a:xfrm>
            <a:off x="6522724" y="4116298"/>
            <a:ext cx="143444" cy="2420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D98175-DA8B-4964-AC94-2E64AD6DA7C8}"/>
              </a:ext>
            </a:extLst>
          </p:cNvPr>
          <p:cNvSpPr/>
          <p:nvPr/>
        </p:nvSpPr>
        <p:spPr>
          <a:xfrm>
            <a:off x="6666167" y="4117320"/>
            <a:ext cx="454210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AB5B85-4B85-4024-AD49-4D0E595477B4}"/>
              </a:ext>
            </a:extLst>
          </p:cNvPr>
          <p:cNvSpPr/>
          <p:nvPr/>
        </p:nvSpPr>
        <p:spPr>
          <a:xfrm>
            <a:off x="5735719" y="4680235"/>
            <a:ext cx="438235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B108CE-D27E-4F1A-AA51-C761AEF4E397}"/>
              </a:ext>
            </a:extLst>
          </p:cNvPr>
          <p:cNvSpPr/>
          <p:nvPr/>
        </p:nvSpPr>
        <p:spPr>
          <a:xfrm>
            <a:off x="5522937" y="4677950"/>
            <a:ext cx="211654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072D0A8-0ABD-4AA2-BC15-FD04AA7C28E1}"/>
              </a:ext>
            </a:extLst>
          </p:cNvPr>
          <p:cNvCxnSpPr>
            <a:cxnSpLocks/>
            <a:stCxn id="55" idx="2"/>
            <a:endCxn id="28" idx="0"/>
          </p:cNvCxnSpPr>
          <p:nvPr/>
        </p:nvCxnSpPr>
        <p:spPr>
          <a:xfrm rot="16200000" flipH="1">
            <a:off x="2761653" y="3083683"/>
            <a:ext cx="530091" cy="67845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24E20A8A-36D1-4543-AD87-3F9424B00B79}"/>
              </a:ext>
            </a:extLst>
          </p:cNvPr>
          <p:cNvCxnSpPr>
            <a:cxnSpLocks/>
            <a:stCxn id="56" idx="1"/>
            <a:endCxn id="27" idx="0"/>
          </p:cNvCxnSpPr>
          <p:nvPr/>
        </p:nvCxnSpPr>
        <p:spPr>
          <a:xfrm rot="10800000" flipV="1">
            <a:off x="3642031" y="2732050"/>
            <a:ext cx="438377" cy="212458"/>
          </a:xfrm>
          <a:prstGeom prst="bentConnector2">
            <a:avLst/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5B1128AD-061E-4D4D-AA35-2DA7920DD82C}"/>
              </a:ext>
            </a:extLst>
          </p:cNvPr>
          <p:cNvCxnSpPr>
            <a:cxnSpLocks/>
            <a:stCxn id="56" idx="2"/>
            <a:endCxn id="30" idx="0"/>
          </p:cNvCxnSpPr>
          <p:nvPr/>
        </p:nvCxnSpPr>
        <p:spPr>
          <a:xfrm rot="5400000">
            <a:off x="3997192" y="3094651"/>
            <a:ext cx="523107" cy="59515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8A91C8-351B-48B0-B709-7F9E9C3D5153}"/>
                  </a:ext>
                </a:extLst>
              </p:cNvPr>
              <p:cNvSpPr txBox="1"/>
              <p:nvPr/>
            </p:nvSpPr>
            <p:spPr>
              <a:xfrm>
                <a:off x="2146993" y="2586645"/>
                <a:ext cx="5588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1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8A91C8-351B-48B0-B709-7F9E9C3D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993" y="2586645"/>
                <a:ext cx="558851" cy="261610"/>
              </a:xfrm>
              <a:prstGeom prst="rect">
                <a:avLst/>
              </a:prstGeom>
              <a:blipFill>
                <a:blip r:embed="rId1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61D9960-CEAB-485A-873E-F1F5828ACB41}"/>
              </a:ext>
            </a:extLst>
          </p:cNvPr>
          <p:cNvCxnSpPr>
            <a:cxnSpLocks/>
            <a:stCxn id="65" idx="2"/>
            <a:endCxn id="6" idx="0"/>
          </p:cNvCxnSpPr>
          <p:nvPr/>
        </p:nvCxnSpPr>
        <p:spPr>
          <a:xfrm rot="5400000">
            <a:off x="2157138" y="3116196"/>
            <a:ext cx="537222" cy="1340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DAD805F-F433-483B-8CD3-9613C4D4FA4E}"/>
              </a:ext>
            </a:extLst>
          </p:cNvPr>
          <p:cNvCxnSpPr>
            <a:cxnSpLocks/>
            <a:stCxn id="65" idx="1"/>
            <a:endCxn id="13" idx="0"/>
          </p:cNvCxnSpPr>
          <p:nvPr/>
        </p:nvCxnSpPr>
        <p:spPr>
          <a:xfrm rot="10800000" flipV="1">
            <a:off x="2049043" y="2717449"/>
            <a:ext cx="97950" cy="230159"/>
          </a:xfrm>
          <a:prstGeom prst="bentConnector2">
            <a:avLst/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4D4495F-F208-4D57-9A65-339EB823AB5A}"/>
                  </a:ext>
                </a:extLst>
              </p:cNvPr>
              <p:cNvSpPr txBox="1"/>
              <p:nvPr/>
            </p:nvSpPr>
            <p:spPr>
              <a:xfrm>
                <a:off x="5961239" y="2490888"/>
                <a:ext cx="8277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4D4495F-F208-4D57-9A65-339EB823A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239" y="2490888"/>
                <a:ext cx="827775" cy="261610"/>
              </a:xfrm>
              <a:prstGeom prst="rect">
                <a:avLst/>
              </a:prstGeom>
              <a:blipFill>
                <a:blip r:embed="rId1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73E25EE-7E6B-4CCF-831E-C928A9302599}"/>
                  </a:ext>
                </a:extLst>
              </p:cNvPr>
              <p:cNvSpPr txBox="1"/>
              <p:nvPr/>
            </p:nvSpPr>
            <p:spPr>
              <a:xfrm>
                <a:off x="6769641" y="2478143"/>
                <a:ext cx="89351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11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73E25EE-7E6B-4CCF-831E-C928A9302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641" y="2478143"/>
                <a:ext cx="893518" cy="261610"/>
              </a:xfrm>
              <a:prstGeom prst="rect">
                <a:avLst/>
              </a:prstGeom>
              <a:blipFill>
                <a:blip r:embed="rId1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FEDBE6D-EEA5-4E83-BA81-19D6F7218DB5}"/>
                  </a:ext>
                </a:extLst>
              </p:cNvPr>
              <p:cNvSpPr txBox="1"/>
              <p:nvPr/>
            </p:nvSpPr>
            <p:spPr>
              <a:xfrm>
                <a:off x="5082089" y="2498381"/>
                <a:ext cx="88285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 algn="ctr"/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FEDBE6D-EEA5-4E83-BA81-19D6F7218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089" y="2498381"/>
                <a:ext cx="882856" cy="261610"/>
              </a:xfrm>
              <a:prstGeom prst="rect">
                <a:avLst/>
              </a:prstGeom>
              <a:blipFill>
                <a:blip r:embed="rId1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6F1801E-B6B5-4B0C-8079-C35BFC600E24}"/>
              </a:ext>
            </a:extLst>
          </p:cNvPr>
          <p:cNvCxnSpPr>
            <a:cxnSpLocks/>
            <a:stCxn id="69" idx="2"/>
            <a:endCxn id="52" idx="0"/>
          </p:cNvCxnSpPr>
          <p:nvPr/>
        </p:nvCxnSpPr>
        <p:spPr>
          <a:xfrm rot="5400000">
            <a:off x="6952459" y="2680566"/>
            <a:ext cx="204755" cy="323128"/>
          </a:xfrm>
          <a:prstGeom prst="bentConnector3">
            <a:avLst>
              <a:gd name="adj1" fmla="val 33147"/>
            </a:avLst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B2D1132B-0027-4C52-AC76-26DAA754BF09}"/>
              </a:ext>
            </a:extLst>
          </p:cNvPr>
          <p:cNvCxnSpPr>
            <a:cxnSpLocks/>
            <a:stCxn id="68" idx="2"/>
            <a:endCxn id="49" idx="0"/>
          </p:cNvCxnSpPr>
          <p:nvPr/>
        </p:nvCxnSpPr>
        <p:spPr>
          <a:xfrm rot="16200000" flipH="1">
            <a:off x="6058180" y="3069444"/>
            <a:ext cx="634284" cy="391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DD04561-1072-445D-B409-BABACB3424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9159" y="3049231"/>
            <a:ext cx="634284" cy="391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B56E5C4-E057-413E-8C1D-E894131552AD}"/>
              </a:ext>
            </a:extLst>
          </p:cNvPr>
          <p:cNvCxnSpPr>
            <a:cxnSpLocks/>
            <a:stCxn id="70" idx="2"/>
            <a:endCxn id="39" idx="3"/>
          </p:cNvCxnSpPr>
          <p:nvPr/>
        </p:nvCxnSpPr>
        <p:spPr>
          <a:xfrm rot="5400000">
            <a:off x="5322466" y="2864248"/>
            <a:ext cx="305309" cy="96794"/>
          </a:xfrm>
          <a:prstGeom prst="bentConnector2">
            <a:avLst/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339DB6-ADAB-4208-9D55-96851DA5591C}"/>
              </a:ext>
            </a:extLst>
          </p:cNvPr>
          <p:cNvSpPr txBox="1"/>
          <p:nvPr/>
        </p:nvSpPr>
        <p:spPr>
          <a:xfrm>
            <a:off x="8428270" y="2707577"/>
            <a:ext cx="961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i="1">
                <a:latin typeface="Cambria Math" panose="02040503050406030204" pitchFamily="18" charset="0"/>
              </a:defRPr>
            </a:lvl1pPr>
          </a:lstStyle>
          <a:p>
            <a:r>
              <a:rPr lang="en-US" i="0" dirty="0"/>
              <a:t>Preemption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504D304-A7E9-4C71-A3E7-E02209004C60}"/>
              </a:ext>
            </a:extLst>
          </p:cNvPr>
          <p:cNvSpPr/>
          <p:nvPr/>
        </p:nvSpPr>
        <p:spPr>
          <a:xfrm>
            <a:off x="7793574" y="2735719"/>
            <a:ext cx="595491" cy="2371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AE3DC77-FE61-4D17-8B65-39CF0DCD413C}"/>
              </a:ext>
            </a:extLst>
          </p:cNvPr>
          <p:cNvCxnSpPr>
            <a:cxnSpLocks/>
          </p:cNvCxnSpPr>
          <p:nvPr/>
        </p:nvCxnSpPr>
        <p:spPr>
          <a:xfrm>
            <a:off x="8129094" y="3797677"/>
            <a:ext cx="0" cy="2687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198EB9B-B1A2-4253-80BA-D9297A3B6647}"/>
              </a:ext>
            </a:extLst>
          </p:cNvPr>
          <p:cNvCxnSpPr>
            <a:cxnSpLocks/>
          </p:cNvCxnSpPr>
          <p:nvPr/>
        </p:nvCxnSpPr>
        <p:spPr>
          <a:xfrm>
            <a:off x="8120705" y="4486489"/>
            <a:ext cx="0" cy="271979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EB24633-7334-4919-A057-874766345449}"/>
              </a:ext>
            </a:extLst>
          </p:cNvPr>
          <p:cNvSpPr/>
          <p:nvPr/>
        </p:nvSpPr>
        <p:spPr>
          <a:xfrm>
            <a:off x="7769802" y="3286449"/>
            <a:ext cx="643437" cy="2348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D64598-FBBC-4B60-96FC-E1EF8D34BACE}"/>
              </a:ext>
            </a:extLst>
          </p:cNvPr>
          <p:cNvSpPr txBox="1"/>
          <p:nvPr/>
        </p:nvSpPr>
        <p:spPr>
          <a:xfrm>
            <a:off x="8458045" y="3265395"/>
            <a:ext cx="961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i="1">
                <a:latin typeface="Cambria Math" panose="02040503050406030204" pitchFamily="18" charset="0"/>
              </a:defRPr>
            </a:lvl1pPr>
          </a:lstStyle>
          <a:p>
            <a:r>
              <a:rPr lang="en-US" i="0" dirty="0"/>
              <a:t>Execution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EF76D7-277F-4A67-B9E1-DA7B565D0511}"/>
              </a:ext>
            </a:extLst>
          </p:cNvPr>
          <p:cNvSpPr txBox="1"/>
          <p:nvPr/>
        </p:nvSpPr>
        <p:spPr>
          <a:xfrm>
            <a:off x="8440768" y="3731815"/>
            <a:ext cx="96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i="1">
                <a:latin typeface="Cambria Math" panose="02040503050406030204" pitchFamily="18" charset="0"/>
              </a:defRPr>
            </a:lvl1pPr>
          </a:lstStyle>
          <a:p>
            <a:pPr algn="ctr"/>
            <a:r>
              <a:rPr lang="en-US" i="0" dirty="0"/>
              <a:t>Job Release time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675A62-DC39-4B33-A5FD-DD38E2B8AA06}"/>
              </a:ext>
            </a:extLst>
          </p:cNvPr>
          <p:cNvSpPr txBox="1"/>
          <p:nvPr/>
        </p:nvSpPr>
        <p:spPr>
          <a:xfrm>
            <a:off x="8396461" y="4340956"/>
            <a:ext cx="1143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 i="1">
                <a:latin typeface="Cambria Math" panose="02040503050406030204" pitchFamily="18" charset="0"/>
              </a:defRPr>
            </a:lvl1pPr>
          </a:lstStyle>
          <a:p>
            <a:pPr algn="ctr"/>
            <a:r>
              <a:rPr lang="en-US" i="0" dirty="0"/>
              <a:t>New Job Release time</a:t>
            </a:r>
          </a:p>
        </p:txBody>
      </p:sp>
    </p:spTree>
    <p:extLst>
      <p:ext uri="{BB962C8B-B14F-4D97-AF65-F5344CB8AC3E}">
        <p14:creationId xmlns:p14="http://schemas.microsoft.com/office/powerpoint/2010/main" val="8089801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7C0314-D8A0-4415-BDAA-A4138098F55C}"/>
              </a:ext>
            </a:extLst>
          </p:cNvPr>
          <p:cNvGrpSpPr/>
          <p:nvPr/>
        </p:nvGrpSpPr>
        <p:grpSpPr>
          <a:xfrm>
            <a:off x="1956198" y="536895"/>
            <a:ext cx="8539947" cy="4051883"/>
            <a:chOff x="1956198" y="536895"/>
            <a:chExt cx="8539947" cy="4051883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BD97D71F-B9CF-48DE-AEA0-A66300D31E69}"/>
                </a:ext>
              </a:extLst>
            </p:cNvPr>
            <p:cNvSpPr/>
            <p:nvPr/>
          </p:nvSpPr>
          <p:spPr>
            <a:xfrm>
              <a:off x="1956198" y="536895"/>
              <a:ext cx="8539947" cy="405188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00027EE4-55D4-45FC-8691-29CC8FC27E88}"/>
                </a:ext>
              </a:extLst>
            </p:cNvPr>
            <p:cNvSpPr/>
            <p:nvPr/>
          </p:nvSpPr>
          <p:spPr>
            <a:xfrm>
              <a:off x="5901149" y="622570"/>
              <a:ext cx="4468535" cy="390149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E7275AC1-F405-46FF-AB11-9EFE11889F52}"/>
                </a:ext>
              </a:extLst>
            </p:cNvPr>
            <p:cNvGrpSpPr/>
            <p:nvPr/>
          </p:nvGrpSpPr>
          <p:grpSpPr>
            <a:xfrm>
              <a:off x="2192101" y="861845"/>
              <a:ext cx="2219833" cy="1519325"/>
              <a:chOff x="3092479" y="997947"/>
              <a:chExt cx="1638206" cy="1115043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A6DCF744-2C98-4C34-9144-0420B91D7703}"/>
                  </a:ext>
                </a:extLst>
              </p:cNvPr>
              <p:cNvGrpSpPr/>
              <p:nvPr/>
            </p:nvGrpSpPr>
            <p:grpSpPr>
              <a:xfrm>
                <a:off x="3092479" y="997947"/>
                <a:ext cx="1638206" cy="767444"/>
                <a:chOff x="2533472" y="672748"/>
                <a:chExt cx="1638206" cy="767444"/>
              </a:xfrm>
            </p:grpSpPr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12BD0CDA-7AAB-4A44-B215-7595260C4A55}"/>
                    </a:ext>
                  </a:extLst>
                </p:cNvPr>
                <p:cNvSpPr/>
                <p:nvPr/>
              </p:nvSpPr>
              <p:spPr>
                <a:xfrm>
                  <a:off x="2533472" y="672748"/>
                  <a:ext cx="1237721" cy="767444"/>
                </a:xfrm>
                <a:prstGeom prst="roundRect">
                  <a:avLst>
                    <a:gd name="adj" fmla="val 1987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40BF11C-4CD9-4576-AE62-9D4A8D64436D}"/>
                    </a:ext>
                  </a:extLst>
                </p:cNvPr>
                <p:cNvSpPr txBox="1"/>
                <p:nvPr/>
              </p:nvSpPr>
              <p:spPr>
                <a:xfrm>
                  <a:off x="2786765" y="680611"/>
                  <a:ext cx="1384913" cy="2032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defRPr>
                  </a:lvl1pPr>
                </a:lstStyle>
                <a:p>
                  <a:r>
                    <a:rPr lang="en-IN" dirty="0"/>
                    <a:t>Physical Plant</a:t>
                  </a:r>
                </a:p>
              </p:txBody>
            </p:sp>
          </p:grp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6BEEC85A-7F4F-4FB1-8D2B-12A240B6B5F1}"/>
                  </a:ext>
                </a:extLst>
              </p:cNvPr>
              <p:cNvSpPr/>
              <p:nvPr/>
            </p:nvSpPr>
            <p:spPr>
              <a:xfrm rot="16200000">
                <a:off x="4098021" y="1262495"/>
                <a:ext cx="814113" cy="34975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5E22CDEC-675A-452F-861A-841B5F2027E3}"/>
                  </a:ext>
                </a:extLst>
              </p:cNvPr>
              <p:cNvSpPr/>
              <p:nvPr/>
            </p:nvSpPr>
            <p:spPr>
              <a:xfrm>
                <a:off x="3193301" y="1772978"/>
                <a:ext cx="1014420" cy="34001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67262B3B-BB3D-49EC-A8C5-08B23D3ECE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093" b="32092"/>
              <a:stretch/>
            </p:blipFill>
            <p:spPr>
              <a:xfrm>
                <a:off x="3108119" y="1257657"/>
                <a:ext cx="1331720" cy="476952"/>
              </a:xfrm>
              <a:prstGeom prst="rect">
                <a:avLst/>
              </a:prstGeom>
            </p:spPr>
          </p:pic>
        </p:grp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94B3E018-8A89-458D-9875-F98F14435D98}"/>
                </a:ext>
              </a:extLst>
            </p:cNvPr>
            <p:cNvSpPr/>
            <p:nvPr/>
          </p:nvSpPr>
          <p:spPr>
            <a:xfrm>
              <a:off x="2115087" y="712741"/>
              <a:ext cx="2311053" cy="1771301"/>
            </a:xfrm>
            <a:prstGeom prst="roundRect">
              <a:avLst>
                <a:gd name="adj" fmla="val 1551"/>
              </a:avLst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Left-Right Arrow 3">
              <a:extLst>
                <a:ext uri="{FF2B5EF4-FFF2-40B4-BE49-F238E27FC236}">
                  <a16:creationId xmlns:a16="http://schemas.microsoft.com/office/drawing/2014/main" id="{5F33CFC8-E4D2-4CED-B38D-ABCC58E2DB3A}"/>
                </a:ext>
              </a:extLst>
            </p:cNvPr>
            <p:cNvSpPr/>
            <p:nvPr/>
          </p:nvSpPr>
          <p:spPr>
            <a:xfrm rot="16200000">
              <a:off x="3264041" y="2181254"/>
              <a:ext cx="3884285" cy="766916"/>
            </a:xfrm>
            <a:prstGeom prst="leftRightArrow">
              <a:avLst>
                <a:gd name="adj1" fmla="val 58605"/>
                <a:gd name="adj2" fmla="val 50451"/>
              </a:avLst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60CDF59-C75A-44AC-BAA3-34EFAC29BB28}"/>
                </a:ext>
              </a:extLst>
            </p:cNvPr>
            <p:cNvSpPr txBox="1"/>
            <p:nvPr/>
          </p:nvSpPr>
          <p:spPr>
            <a:xfrm>
              <a:off x="7785415" y="4219076"/>
              <a:ext cx="15019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Controller Unit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086FC5E2-2CD9-4A7B-BDFD-DC1D1A677AEC}"/>
                </a:ext>
              </a:extLst>
            </p:cNvPr>
            <p:cNvGrpSpPr/>
            <p:nvPr/>
          </p:nvGrpSpPr>
          <p:grpSpPr>
            <a:xfrm>
              <a:off x="6565457" y="2604913"/>
              <a:ext cx="3850643" cy="1613273"/>
              <a:chOff x="4511964" y="3972253"/>
              <a:chExt cx="3850643" cy="1613273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255EBFE-46A7-45DC-9B01-14C32604B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2789" y="5081660"/>
                <a:ext cx="614621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70A3645A-3C7B-4E21-837E-DA09C3651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866" y="5097877"/>
                <a:ext cx="614621" cy="0"/>
              </a:xfrm>
              <a:prstGeom prst="line">
                <a:avLst/>
              </a:prstGeom>
              <a:ln w="12700"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2D4513AA-F751-4FB5-9775-1445C8913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5584" y="4925180"/>
                <a:ext cx="3532231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Straight Arrow Connector 159">
                <a:extLst>
                  <a:ext uri="{FF2B5EF4-FFF2-40B4-BE49-F238E27FC236}">
                    <a16:creationId xmlns:a16="http://schemas.microsoft.com/office/drawing/2014/main" id="{CA8CA961-9986-4CE1-B7C4-5518409003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8045" y="4373245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E66C239-B8D4-48FE-A978-004CC1DDB4E4}"/>
                  </a:ext>
                </a:extLst>
              </p:cNvPr>
              <p:cNvSpPr/>
              <p:nvPr/>
            </p:nvSpPr>
            <p:spPr>
              <a:xfrm>
                <a:off x="4938397" y="4559045"/>
                <a:ext cx="302135" cy="36933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3B4205D3-8AE0-401A-9975-CB2240AA52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1779" y="4373245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3D09BF4-2B46-4062-BC27-D8DC6D8183E4}"/>
                  </a:ext>
                </a:extLst>
              </p:cNvPr>
              <p:cNvSpPr/>
              <p:nvPr/>
            </p:nvSpPr>
            <p:spPr>
              <a:xfrm>
                <a:off x="6454509" y="4553544"/>
                <a:ext cx="302135" cy="36933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9911D702-C49B-4BD6-9E8B-27BD1C78A0D1}"/>
                  </a:ext>
                </a:extLst>
              </p:cNvPr>
              <p:cNvGrpSpPr/>
              <p:nvPr/>
            </p:nvGrpSpPr>
            <p:grpSpPr>
              <a:xfrm>
                <a:off x="6904191" y="4373245"/>
                <a:ext cx="982172" cy="549028"/>
                <a:chOff x="3272500" y="2758531"/>
                <a:chExt cx="982172" cy="549028"/>
              </a:xfrm>
            </p:grpSpPr>
            <p:cxnSp>
              <p:nvCxnSpPr>
                <p:cNvPr id="191" name="Straight Arrow Connector 190">
                  <a:extLst>
                    <a:ext uri="{FF2B5EF4-FFF2-40B4-BE49-F238E27FC236}">
                      <a16:creationId xmlns:a16="http://schemas.microsoft.com/office/drawing/2014/main" id="{4031E524-6D39-4411-AAE8-D13E6B084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72500" y="2758531"/>
                  <a:ext cx="0" cy="54186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595B2C8E-62B7-4F34-8D85-5A0EC8734BCB}"/>
                    </a:ext>
                  </a:extLst>
                </p:cNvPr>
                <p:cNvSpPr/>
                <p:nvPr/>
              </p:nvSpPr>
              <p:spPr>
                <a:xfrm>
                  <a:off x="3952537" y="2938227"/>
                  <a:ext cx="302135" cy="36933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99BA6955-85F5-4E92-A0BE-4683EBC9FA6F}"/>
                  </a:ext>
                </a:extLst>
              </p:cNvPr>
              <p:cNvCxnSpPr/>
              <p:nvPr/>
            </p:nvCxnSpPr>
            <p:spPr>
              <a:xfrm>
                <a:off x="5801779" y="5210786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F8F521C-4663-4E3B-B65E-488AAF2BF957}"/>
                  </a:ext>
                </a:extLst>
              </p:cNvPr>
              <p:cNvCxnSpPr/>
              <p:nvPr/>
            </p:nvCxnSpPr>
            <p:spPr>
              <a:xfrm>
                <a:off x="6917397" y="5193585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9C11E656-49DC-4199-988B-9238FFB8DB99}"/>
                  </a:ext>
                </a:extLst>
              </p:cNvPr>
              <p:cNvSpPr/>
              <p:nvPr/>
            </p:nvSpPr>
            <p:spPr>
              <a:xfrm>
                <a:off x="4719346" y="4558923"/>
                <a:ext cx="116400" cy="36933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DDCE10ED-EE9D-4EFE-B879-ABF17A5255A0}"/>
                  </a:ext>
                </a:extLst>
              </p:cNvPr>
              <p:cNvSpPr/>
              <p:nvPr/>
            </p:nvSpPr>
            <p:spPr>
              <a:xfrm>
                <a:off x="5237433" y="4557538"/>
                <a:ext cx="142376" cy="36399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ADB44F32-875C-4F28-AA46-3228EF01203E}"/>
                  </a:ext>
                </a:extLst>
              </p:cNvPr>
              <p:cNvSpPr/>
              <p:nvPr/>
            </p:nvSpPr>
            <p:spPr>
              <a:xfrm>
                <a:off x="5805620" y="4557782"/>
                <a:ext cx="116400" cy="36933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13C093BA-C10C-448A-B2EE-2A30054CB865}"/>
                  </a:ext>
                </a:extLst>
              </p:cNvPr>
              <p:cNvSpPr/>
              <p:nvPr/>
            </p:nvSpPr>
            <p:spPr>
              <a:xfrm>
                <a:off x="5922129" y="4560568"/>
                <a:ext cx="217653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BBF248AC-6090-40CA-80A7-E1F026F3AA49}"/>
                  </a:ext>
                </a:extLst>
              </p:cNvPr>
              <p:cNvSpPr/>
              <p:nvPr/>
            </p:nvSpPr>
            <p:spPr>
              <a:xfrm>
                <a:off x="6907082" y="4552503"/>
                <a:ext cx="116400" cy="36933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34E783B-2FEA-4F3A-9F99-3C8581531D44}"/>
                  </a:ext>
                </a:extLst>
              </p:cNvPr>
              <p:cNvSpPr/>
              <p:nvPr/>
            </p:nvSpPr>
            <p:spPr>
              <a:xfrm>
                <a:off x="7022427" y="4552474"/>
                <a:ext cx="217653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7365BDDF-2CB2-4281-875A-4199F7E38231}"/>
                  </a:ext>
                </a:extLst>
              </p:cNvPr>
              <p:cNvCxnSpPr/>
              <p:nvPr/>
            </p:nvCxnSpPr>
            <p:spPr>
              <a:xfrm>
                <a:off x="7984969" y="5209671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DFCC61ED-B61D-493D-B7E4-FB8C3FBBB56B}"/>
                  </a:ext>
                </a:extLst>
              </p:cNvPr>
              <p:cNvSpPr/>
              <p:nvPr/>
            </p:nvSpPr>
            <p:spPr>
              <a:xfrm>
                <a:off x="4836261" y="4559045"/>
                <a:ext cx="105020" cy="36933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BCE3591A-2654-43DE-808E-4032B7332D12}"/>
                  </a:ext>
                </a:extLst>
              </p:cNvPr>
              <p:cNvCxnSpPr/>
              <p:nvPr/>
            </p:nvCxnSpPr>
            <p:spPr>
              <a:xfrm>
                <a:off x="4718045" y="5237045"/>
                <a:ext cx="0" cy="228600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891A1ED5-E76B-4E38-B746-B4FB170CEE96}"/>
                  </a:ext>
                </a:extLst>
              </p:cNvPr>
              <p:cNvGrpSpPr/>
              <p:nvPr/>
            </p:nvGrpSpPr>
            <p:grpSpPr>
              <a:xfrm>
                <a:off x="4789878" y="5182345"/>
                <a:ext cx="875262" cy="307777"/>
                <a:chOff x="1238176" y="3350273"/>
                <a:chExt cx="875262" cy="307777"/>
              </a:xfrm>
            </p:grpSpPr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831A4C24-045C-4E53-B3DA-08491DA3B9FF}"/>
                    </a:ext>
                  </a:extLst>
                </p:cNvPr>
                <p:cNvCxnSpPr/>
                <p:nvPr/>
              </p:nvCxnSpPr>
              <p:spPr>
                <a:xfrm>
                  <a:off x="1238176" y="3504161"/>
                  <a:ext cx="875262" cy="0"/>
                </a:xfrm>
                <a:prstGeom prst="line">
                  <a:avLst/>
                </a:prstGeom>
                <a:ln w="12700">
                  <a:prstDash val="solid"/>
                  <a:headEnd type="triangl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TextBox 189">
                      <a:extLst>
                        <a:ext uri="{FF2B5EF4-FFF2-40B4-BE49-F238E27FC236}">
                          <a16:creationId xmlns:a16="http://schemas.microsoft.com/office/drawing/2014/main" id="{8E19A12C-E927-4616-94FA-C3B3E856B7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155" name="TextBox 154">
                      <a:extLst>
                        <a:ext uri="{FF2B5EF4-FFF2-40B4-BE49-F238E27FC236}">
                          <a16:creationId xmlns:a16="http://schemas.microsoft.com/office/drawing/2014/main" id="{F2F177BA-1A60-4BDE-865F-D6F6ED4AF5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A5F16EC3-CB6B-4A94-9AE4-55A008CFEAD5}"/>
                  </a:ext>
                </a:extLst>
              </p:cNvPr>
              <p:cNvGrpSpPr/>
              <p:nvPr/>
            </p:nvGrpSpPr>
            <p:grpSpPr>
              <a:xfrm>
                <a:off x="5896133" y="5176966"/>
                <a:ext cx="875262" cy="307777"/>
                <a:chOff x="1238176" y="3350273"/>
                <a:chExt cx="875262" cy="307777"/>
              </a:xfrm>
            </p:grpSpPr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EEAE9323-3100-4A55-ABE3-18F0419E8CEC}"/>
                    </a:ext>
                  </a:extLst>
                </p:cNvPr>
                <p:cNvCxnSpPr/>
                <p:nvPr/>
              </p:nvCxnSpPr>
              <p:spPr>
                <a:xfrm>
                  <a:off x="1238176" y="3504161"/>
                  <a:ext cx="875262" cy="0"/>
                </a:xfrm>
                <a:prstGeom prst="line">
                  <a:avLst/>
                </a:prstGeom>
                <a:ln w="12700">
                  <a:prstDash val="solid"/>
                  <a:headEnd type="triangl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8" name="TextBox 187">
                      <a:extLst>
                        <a:ext uri="{FF2B5EF4-FFF2-40B4-BE49-F238E27FC236}">
                          <a16:creationId xmlns:a16="http://schemas.microsoft.com/office/drawing/2014/main" id="{E447CE11-4138-499F-A747-16A1758DBC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9C1522EB-F323-4EAC-AB14-5459C3B22B8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4199260A-4376-43AB-B233-7E8CFFFC41B9}"/>
                  </a:ext>
                </a:extLst>
              </p:cNvPr>
              <p:cNvGrpSpPr/>
              <p:nvPr/>
            </p:nvGrpSpPr>
            <p:grpSpPr>
              <a:xfrm>
                <a:off x="6981843" y="5158375"/>
                <a:ext cx="875262" cy="307777"/>
                <a:chOff x="1238176" y="3350273"/>
                <a:chExt cx="875262" cy="307777"/>
              </a:xfrm>
            </p:grpSpPr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E3664940-5644-4BAD-8596-36D2F200D701}"/>
                    </a:ext>
                  </a:extLst>
                </p:cNvPr>
                <p:cNvCxnSpPr/>
                <p:nvPr/>
              </p:nvCxnSpPr>
              <p:spPr>
                <a:xfrm>
                  <a:off x="1238176" y="3504161"/>
                  <a:ext cx="875262" cy="0"/>
                </a:xfrm>
                <a:prstGeom prst="line">
                  <a:avLst/>
                </a:prstGeom>
                <a:ln w="12700">
                  <a:prstDash val="solid"/>
                  <a:headEnd type="triangl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>
                      <a:extLst>
                        <a:ext uri="{FF2B5EF4-FFF2-40B4-BE49-F238E27FC236}">
                          <a16:creationId xmlns:a16="http://schemas.microsoft.com/office/drawing/2014/main" id="{805ECEAD-3ADC-479E-A8D5-10BB902AD4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3E8DE259-A480-4413-B5D6-126CCC73E6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2143" y="3350273"/>
                      <a:ext cx="431800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C71A9A58-F8C7-4EB3-A319-9BE88FF670A9}"/>
                      </a:ext>
                    </a:extLst>
                  </p:cNvPr>
                  <p:cNvSpPr txBox="1"/>
                  <p:nvPr/>
                </p:nvSpPr>
                <p:spPr>
                  <a:xfrm>
                    <a:off x="5941230" y="4961542"/>
                    <a:ext cx="327988" cy="26693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41E05991-B36B-400C-A944-55DE682646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1230" y="4961542"/>
                    <a:ext cx="327988" cy="26693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4FA2260D-D0C6-419E-BABF-86C81BEC7E92}"/>
                      </a:ext>
                    </a:extLst>
                  </p:cNvPr>
                  <p:cNvSpPr txBox="1"/>
                  <p:nvPr/>
                </p:nvSpPr>
                <p:spPr>
                  <a:xfrm>
                    <a:off x="7069875" y="4952645"/>
                    <a:ext cx="327994" cy="26693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7C36312D-7A63-4B53-AA12-F3242A9204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9875" y="4952645"/>
                    <a:ext cx="327994" cy="26693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5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B2766CE7-BA54-48BB-B2A3-39EE2F4132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72168" y="4379968"/>
                <a:ext cx="0" cy="541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11935AB6-5C97-4CDD-92B6-C26429E6F786}"/>
                      </a:ext>
                    </a:extLst>
                  </p:cNvPr>
                  <p:cNvSpPr txBox="1"/>
                  <p:nvPr/>
                </p:nvSpPr>
                <p:spPr>
                  <a:xfrm>
                    <a:off x="4644135" y="4951814"/>
                    <a:ext cx="327988" cy="25859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C9C59EDF-D664-4A17-A922-31A3D974A0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4135" y="4951814"/>
                    <a:ext cx="327988" cy="2585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E6BEF77-B225-4904-8FF5-952F8F122485}"/>
                  </a:ext>
                </a:extLst>
              </p:cNvPr>
              <p:cNvSpPr txBox="1"/>
              <p:nvPr/>
            </p:nvSpPr>
            <p:spPr>
              <a:xfrm>
                <a:off x="4987537" y="3972253"/>
                <a:ext cx="337507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PFP-d scheduler with job-level </a:t>
                </a:r>
              </a:p>
              <a:p>
                <a:pPr algn="ctr"/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delay application</a:t>
                </a:r>
              </a:p>
            </p:txBody>
          </p:sp>
          <p:sp>
            <p:nvSpPr>
              <p:cNvPr id="184" name="Rectangle: Rounded Corners 183">
                <a:extLst>
                  <a:ext uri="{FF2B5EF4-FFF2-40B4-BE49-F238E27FC236}">
                    <a16:creationId xmlns:a16="http://schemas.microsoft.com/office/drawing/2014/main" id="{0FD70939-26AE-4320-8E13-4C6757BFAE7B}"/>
                  </a:ext>
                </a:extLst>
              </p:cNvPr>
              <p:cNvSpPr/>
              <p:nvPr/>
            </p:nvSpPr>
            <p:spPr>
              <a:xfrm>
                <a:off x="4511964" y="3997490"/>
                <a:ext cx="3687719" cy="1588036"/>
              </a:xfrm>
              <a:prstGeom prst="roundRect">
                <a:avLst>
                  <a:gd name="adj" fmla="val 7848"/>
                </a:avLst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A13989F1-2213-49EE-9E94-EE1AE1AED5EB}"/>
                </a:ext>
              </a:extLst>
            </p:cNvPr>
            <p:cNvGrpSpPr/>
            <p:nvPr/>
          </p:nvGrpSpPr>
          <p:grpSpPr>
            <a:xfrm>
              <a:off x="6556190" y="1030016"/>
              <a:ext cx="3696987" cy="1560026"/>
              <a:chOff x="5826188" y="833143"/>
              <a:chExt cx="3696987" cy="1560026"/>
            </a:xfrm>
          </p:grpSpPr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C937E903-4D51-47CB-A36F-B365369226C4}"/>
                  </a:ext>
                </a:extLst>
              </p:cNvPr>
              <p:cNvGrpSpPr/>
              <p:nvPr/>
            </p:nvGrpSpPr>
            <p:grpSpPr>
              <a:xfrm>
                <a:off x="5826188" y="833143"/>
                <a:ext cx="3696987" cy="1560026"/>
                <a:chOff x="5821960" y="915194"/>
                <a:chExt cx="3696987" cy="1560026"/>
              </a:xfrm>
            </p:grpSpPr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2D608F49-3632-4364-B92D-AE1674D76DC6}"/>
                    </a:ext>
                  </a:extLst>
                </p:cNvPr>
                <p:cNvGrpSpPr/>
                <p:nvPr/>
              </p:nvGrpSpPr>
              <p:grpSpPr>
                <a:xfrm>
                  <a:off x="5821960" y="915194"/>
                  <a:ext cx="3696987" cy="1560026"/>
                  <a:chOff x="1939602" y="2762635"/>
                  <a:chExt cx="3696987" cy="1560026"/>
                </a:xfrm>
              </p:grpSpPr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772CAD76-41C8-42E6-90BB-B8B30C2C34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35213" y="3894516"/>
                    <a:ext cx="3532231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Arrow Connector 124">
                    <a:extLst>
                      <a:ext uri="{FF2B5EF4-FFF2-40B4-BE49-F238E27FC236}">
                        <a16:creationId xmlns:a16="http://schemas.microsoft.com/office/drawing/2014/main" id="{75ECF351-F52F-4F17-A655-F5C38882B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41294" y="3342581"/>
                    <a:ext cx="0" cy="54186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A3425372-140D-4FFB-ACB8-38A3395F3F2B}"/>
                      </a:ext>
                    </a:extLst>
                  </p:cNvPr>
                  <p:cNvSpPr/>
                  <p:nvPr/>
                </p:nvSpPr>
                <p:spPr>
                  <a:xfrm>
                    <a:off x="2241294" y="3520951"/>
                    <a:ext cx="302135" cy="36933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27" name="Straight Arrow Connector 126">
                    <a:extLst>
                      <a:ext uri="{FF2B5EF4-FFF2-40B4-BE49-F238E27FC236}">
                        <a16:creationId xmlns:a16="http://schemas.microsoft.com/office/drawing/2014/main" id="{C944B825-1024-49B7-845D-A84609116C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25028" y="3342581"/>
                    <a:ext cx="0" cy="54186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A3412E24-4CEB-420C-AA65-BAE8172EB3ED}"/>
                      </a:ext>
                    </a:extLst>
                  </p:cNvPr>
                  <p:cNvSpPr/>
                  <p:nvPr/>
                </p:nvSpPr>
                <p:spPr>
                  <a:xfrm>
                    <a:off x="3329098" y="3521063"/>
                    <a:ext cx="302135" cy="36933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29" name="Group 128">
                    <a:extLst>
                      <a:ext uri="{FF2B5EF4-FFF2-40B4-BE49-F238E27FC236}">
                        <a16:creationId xmlns:a16="http://schemas.microsoft.com/office/drawing/2014/main" id="{B69ED86D-F88D-4A79-8F1F-032CBC912C47}"/>
                      </a:ext>
                    </a:extLst>
                  </p:cNvPr>
                  <p:cNvGrpSpPr/>
                  <p:nvPr/>
                </p:nvGrpSpPr>
                <p:grpSpPr>
                  <a:xfrm>
                    <a:off x="4427440" y="3342581"/>
                    <a:ext cx="302903" cy="549535"/>
                    <a:chOff x="3272500" y="2758531"/>
                    <a:chExt cx="302903" cy="549535"/>
                  </a:xfrm>
                </p:grpSpPr>
                <p:cxnSp>
                  <p:nvCxnSpPr>
                    <p:cNvPr id="130" name="Straight Arrow Connector 129">
                      <a:extLst>
                        <a:ext uri="{FF2B5EF4-FFF2-40B4-BE49-F238E27FC236}">
                          <a16:creationId xmlns:a16="http://schemas.microsoft.com/office/drawing/2014/main" id="{BC188264-75BD-45C4-9E19-8A14437BBF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72500" y="2758531"/>
                      <a:ext cx="0" cy="54186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1" name="Rectangle 130">
                      <a:extLst>
                        <a:ext uri="{FF2B5EF4-FFF2-40B4-BE49-F238E27FC236}">
                          <a16:creationId xmlns:a16="http://schemas.microsoft.com/office/drawing/2014/main" id="{6451176C-CA85-40CF-8414-F1A1C364B3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3268" y="2938734"/>
                      <a:ext cx="302135" cy="369332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51201BA1-DC65-4664-8B29-32D52846D42D}"/>
                      </a:ext>
                    </a:extLst>
                  </p:cNvPr>
                  <p:cNvCxnSpPr/>
                  <p:nvPr/>
                </p:nvCxnSpPr>
                <p:spPr>
                  <a:xfrm>
                    <a:off x="2241294" y="3973912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80710813-411F-42BC-9CEB-C9DD6548F9F5}"/>
                      </a:ext>
                    </a:extLst>
                  </p:cNvPr>
                  <p:cNvCxnSpPr/>
                  <p:nvPr/>
                </p:nvCxnSpPr>
                <p:spPr>
                  <a:xfrm>
                    <a:off x="3325028" y="3973912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5" name="Group 134">
                    <a:extLst>
                      <a:ext uri="{FF2B5EF4-FFF2-40B4-BE49-F238E27FC236}">
                        <a16:creationId xmlns:a16="http://schemas.microsoft.com/office/drawing/2014/main" id="{ADF01AAE-F553-425C-8DB6-04B5C62A5F75}"/>
                      </a:ext>
                    </a:extLst>
                  </p:cNvPr>
                  <p:cNvGrpSpPr/>
                  <p:nvPr/>
                </p:nvGrpSpPr>
                <p:grpSpPr>
                  <a:xfrm>
                    <a:off x="2333294" y="3934323"/>
                    <a:ext cx="875262" cy="307777"/>
                    <a:chOff x="1238176" y="3350273"/>
                    <a:chExt cx="875262" cy="307777"/>
                  </a:xfrm>
                </p:grpSpPr>
                <p:cxnSp>
                  <p:nvCxnSpPr>
                    <p:cNvPr id="136" name="Straight Connector 135">
                      <a:extLst>
                        <a:ext uri="{FF2B5EF4-FFF2-40B4-BE49-F238E27FC236}">
                          <a16:creationId xmlns:a16="http://schemas.microsoft.com/office/drawing/2014/main" id="{D956723E-EF8A-433B-9F63-D27CDB6C50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38176" y="3504161"/>
                      <a:ext cx="875262" cy="0"/>
                    </a:xfrm>
                    <a:prstGeom prst="line">
                      <a:avLst/>
                    </a:prstGeom>
                    <a:ln w="12700">
                      <a:prstDash val="solid"/>
                      <a:headEnd type="triangl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7" name="TextBox 136">
                          <a:extLst>
                            <a:ext uri="{FF2B5EF4-FFF2-40B4-BE49-F238E27FC236}">
                              <a16:creationId xmlns:a16="http://schemas.microsoft.com/office/drawing/2014/main" id="{04849258-4DC5-4E74-9ACD-71826742E13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59" name="TextBox 58">
                          <a:extLst>
                            <a:ext uri="{FF2B5EF4-FFF2-40B4-BE49-F238E27FC236}">
                              <a16:creationId xmlns:a16="http://schemas.microsoft.com/office/drawing/2014/main" id="{3A538FEC-BD81-4BE1-8F71-6FBBE8E0F9D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2CD95589-0C4F-4CC7-8244-92C6DFFDAB1C}"/>
                      </a:ext>
                    </a:extLst>
                  </p:cNvPr>
                  <p:cNvCxnSpPr/>
                  <p:nvPr/>
                </p:nvCxnSpPr>
                <p:spPr>
                  <a:xfrm>
                    <a:off x="4427440" y="3966350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A47E1D49-8F63-4ECD-B38C-95795392068F}"/>
                      </a:ext>
                    </a:extLst>
                  </p:cNvPr>
                  <p:cNvGrpSpPr/>
                  <p:nvPr/>
                </p:nvGrpSpPr>
                <p:grpSpPr>
                  <a:xfrm>
                    <a:off x="3423918" y="3934322"/>
                    <a:ext cx="875262" cy="307777"/>
                    <a:chOff x="1238176" y="3350273"/>
                    <a:chExt cx="875262" cy="307777"/>
                  </a:xfrm>
                </p:grpSpPr>
                <p:cxnSp>
                  <p:nvCxnSpPr>
                    <p:cNvPr id="140" name="Straight Connector 139">
                      <a:extLst>
                        <a:ext uri="{FF2B5EF4-FFF2-40B4-BE49-F238E27FC236}">
                          <a16:creationId xmlns:a16="http://schemas.microsoft.com/office/drawing/2014/main" id="{C7888DA5-9AEF-4479-8ED3-649BED3FBA5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38176" y="3504161"/>
                      <a:ext cx="875262" cy="0"/>
                    </a:xfrm>
                    <a:prstGeom prst="line">
                      <a:avLst/>
                    </a:prstGeom>
                    <a:ln w="12700">
                      <a:prstDash val="solid"/>
                      <a:headEnd type="triangl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1" name="TextBox 140">
                          <a:extLst>
                            <a:ext uri="{FF2B5EF4-FFF2-40B4-BE49-F238E27FC236}">
                              <a16:creationId xmlns:a16="http://schemas.microsoft.com/office/drawing/2014/main" id="{30063CD4-86B0-4F2D-A4ED-ABFD92F2475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102" name="TextBox 101">
                          <a:extLst>
                            <a:ext uri="{FF2B5EF4-FFF2-40B4-BE49-F238E27FC236}">
                              <a16:creationId xmlns:a16="http://schemas.microsoft.com/office/drawing/2014/main" id="{3BB738EB-10CA-4760-ABE2-DA23572B604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40EA7D6C-DE41-4C35-A636-99517067BE9B}"/>
                      </a:ext>
                    </a:extLst>
                  </p:cNvPr>
                  <p:cNvSpPr/>
                  <p:nvPr/>
                </p:nvSpPr>
                <p:spPr>
                  <a:xfrm>
                    <a:off x="2543165" y="3520810"/>
                    <a:ext cx="116400" cy="369332"/>
                  </a:xfrm>
                  <a:prstGeom prst="rect">
                    <a:avLst/>
                  </a:prstGeom>
                  <a:pattFill prst="wdUpDiag">
                    <a:fgClr>
                      <a:schemeClr val="tx1">
                        <a:lumMod val="65000"/>
                        <a:lumOff val="35000"/>
                      </a:schemeClr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DEE25493-E482-497A-A36D-9FC09D983407}"/>
                      </a:ext>
                    </a:extLst>
                  </p:cNvPr>
                  <p:cNvSpPr/>
                  <p:nvPr/>
                </p:nvSpPr>
                <p:spPr>
                  <a:xfrm>
                    <a:off x="2657687" y="3520963"/>
                    <a:ext cx="217653" cy="36933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40ED6FEE-CE10-4AF4-BB12-2CFEE6D1CD96}"/>
                      </a:ext>
                    </a:extLst>
                  </p:cNvPr>
                  <p:cNvSpPr/>
                  <p:nvPr/>
                </p:nvSpPr>
                <p:spPr>
                  <a:xfrm>
                    <a:off x="3630540" y="3524245"/>
                    <a:ext cx="116400" cy="369332"/>
                  </a:xfrm>
                  <a:prstGeom prst="rect">
                    <a:avLst/>
                  </a:prstGeom>
                  <a:pattFill prst="wdUpDiag">
                    <a:fgClr>
                      <a:schemeClr val="tx1">
                        <a:lumMod val="65000"/>
                        <a:lumOff val="35000"/>
                      </a:schemeClr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0487CE22-D527-4B06-AFF7-7A67B44C4036}"/>
                      </a:ext>
                    </a:extLst>
                  </p:cNvPr>
                  <p:cNvSpPr/>
                  <p:nvPr/>
                </p:nvSpPr>
                <p:spPr>
                  <a:xfrm>
                    <a:off x="3745066" y="3524398"/>
                    <a:ext cx="217653" cy="36933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3E29F7B8-517B-4826-946A-30F4991B59A2}"/>
                      </a:ext>
                    </a:extLst>
                  </p:cNvPr>
                  <p:cNvSpPr/>
                  <p:nvPr/>
                </p:nvSpPr>
                <p:spPr>
                  <a:xfrm>
                    <a:off x="4731019" y="3521657"/>
                    <a:ext cx="116400" cy="369332"/>
                  </a:xfrm>
                  <a:prstGeom prst="rect">
                    <a:avLst/>
                  </a:prstGeom>
                  <a:pattFill prst="wdUpDiag">
                    <a:fgClr>
                      <a:schemeClr val="tx1">
                        <a:lumMod val="65000"/>
                        <a:lumOff val="35000"/>
                      </a:schemeClr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65791F39-B899-4F9F-B900-9D044094E94A}"/>
                      </a:ext>
                    </a:extLst>
                  </p:cNvPr>
                  <p:cNvSpPr/>
                  <p:nvPr/>
                </p:nvSpPr>
                <p:spPr>
                  <a:xfrm>
                    <a:off x="4844202" y="3521810"/>
                    <a:ext cx="217653" cy="369332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48" name="Group 147">
                    <a:extLst>
                      <a:ext uri="{FF2B5EF4-FFF2-40B4-BE49-F238E27FC236}">
                        <a16:creationId xmlns:a16="http://schemas.microsoft.com/office/drawing/2014/main" id="{8534E64F-30A1-4858-8726-482DB6F844C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611" y="3926761"/>
                    <a:ext cx="875262" cy="307777"/>
                    <a:chOff x="1238176" y="3350273"/>
                    <a:chExt cx="875262" cy="307777"/>
                  </a:xfrm>
                </p:grpSpPr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9D61D0A3-CFCF-4180-B3DD-D9D4AC6BAA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38176" y="3504161"/>
                      <a:ext cx="875262" cy="0"/>
                    </a:xfrm>
                    <a:prstGeom prst="line">
                      <a:avLst/>
                    </a:prstGeom>
                    <a:ln w="12700">
                      <a:prstDash val="solid"/>
                      <a:headEnd type="triangle" w="med" len="med"/>
                      <a:tailEnd type="triangle" w="med" len="med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0" name="TextBox 149">
                          <a:extLst>
                            <a:ext uri="{FF2B5EF4-FFF2-40B4-BE49-F238E27FC236}">
                              <a16:creationId xmlns:a16="http://schemas.microsoft.com/office/drawing/2014/main" id="{C084CD5E-4E2E-45D8-AFD8-54F25B5874C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115" name="TextBox 114">
                          <a:extLst>
                            <a:ext uri="{FF2B5EF4-FFF2-40B4-BE49-F238E27FC236}">
                              <a16:creationId xmlns:a16="http://schemas.microsoft.com/office/drawing/2014/main" id="{8EF4FEDA-B81B-45D9-BECA-8B1A18C12C8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72143" y="3350273"/>
                          <a:ext cx="431800" cy="307777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2C3BC512-B651-4D46-8135-6AAE4322ADB3}"/>
                      </a:ext>
                    </a:extLst>
                  </p:cNvPr>
                  <p:cNvCxnSpPr/>
                  <p:nvPr/>
                </p:nvCxnSpPr>
                <p:spPr>
                  <a:xfrm>
                    <a:off x="5517250" y="3934322"/>
                    <a:ext cx="0" cy="228600"/>
                  </a:xfrm>
                  <a:prstGeom prst="line">
                    <a:avLst/>
                  </a:prstGeom>
                  <a:ln w="1270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3" name="TextBox 152">
                        <a:extLst>
                          <a:ext uri="{FF2B5EF4-FFF2-40B4-BE49-F238E27FC236}">
                            <a16:creationId xmlns:a16="http://schemas.microsoft.com/office/drawing/2014/main" id="{2BB7CC80-B175-47BD-8D51-A66F4B4609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39292" y="3133294"/>
                        <a:ext cx="274595" cy="3277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sup>
                              </m:sSubSup>
                            </m:oMath>
                          </m:oMathPara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53" name="TextBox 152">
                        <a:extLst>
                          <a:ext uri="{FF2B5EF4-FFF2-40B4-BE49-F238E27FC236}">
                            <a16:creationId xmlns:a16="http://schemas.microsoft.com/office/drawing/2014/main" id="{2BB7CC80-B175-47BD-8D51-A66F4B46093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39292" y="3133294"/>
                        <a:ext cx="274595" cy="327782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r="-6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6361A533-5811-4252-87F8-32201DD610A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42468" y="3146844"/>
                        <a:ext cx="274595" cy="32778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sup>
                              </m:sSubSup>
                            </m:oMath>
                          </m:oMathPara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6361A533-5811-4252-87F8-32201DD610A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42468" y="3146844"/>
                        <a:ext cx="274595" cy="327782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r="-6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5" name="Rectangle: Rounded Corners 154">
                    <a:extLst>
                      <a:ext uri="{FF2B5EF4-FFF2-40B4-BE49-F238E27FC236}">
                        <a16:creationId xmlns:a16="http://schemas.microsoft.com/office/drawing/2014/main" id="{CE5FD394-95E7-4FAD-8058-FCFE53554D70}"/>
                      </a:ext>
                    </a:extLst>
                  </p:cNvPr>
                  <p:cNvSpPr/>
                  <p:nvPr/>
                </p:nvSpPr>
                <p:spPr>
                  <a:xfrm>
                    <a:off x="1948870" y="2762635"/>
                    <a:ext cx="3687719" cy="1560026"/>
                  </a:xfrm>
                  <a:prstGeom prst="roundRect">
                    <a:avLst>
                      <a:gd name="adj" fmla="val 7848"/>
                    </a:avLst>
                  </a:prstGeom>
                  <a:noFill/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42E0A5BA-3F83-4820-9DA9-AA37DF30A0C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9602" y="3178576"/>
                        <a:ext cx="228123" cy="3302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bSup>
                            </m:oMath>
                          </m:oMathPara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42E0A5BA-3F83-4820-9DA9-AA37DF30A0C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9602" y="3178576"/>
                        <a:ext cx="228123" cy="330246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3684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pic>
              <p:nvPicPr>
                <p:cNvPr id="197" name="Grafik 44" descr="Teufelsgesicht mit einfarbiger Füllung">
                  <a:extLst>
                    <a:ext uri="{FF2B5EF4-FFF2-40B4-BE49-F238E27FC236}">
                      <a16:creationId xmlns:a16="http://schemas.microsoft.com/office/drawing/2014/main" id="{2337078F-AC84-4149-B94D-DE8A7B2ED1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9223" y="1522610"/>
                  <a:ext cx="156663" cy="139342"/>
                </a:xfrm>
                <a:prstGeom prst="rect">
                  <a:avLst/>
                </a:prstGeom>
              </p:spPr>
            </p:pic>
          </p:grp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F3FE03E-388F-47BD-8193-E96C7945B3E7}"/>
                  </a:ext>
                </a:extLst>
              </p:cNvPr>
              <p:cNvSpPr txBox="1"/>
              <p:nvPr/>
            </p:nvSpPr>
            <p:spPr>
              <a:xfrm>
                <a:off x="7100534" y="880346"/>
                <a:ext cx="16570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latin typeface="Cambria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r>
                  <a:rPr lang="en-US" sz="1100" dirty="0"/>
                  <a:t>PFP scheduler </a:t>
                </a:r>
                <a:endParaRPr lang="en-IN" sz="1100" dirty="0"/>
              </a:p>
            </p:txBody>
          </p: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1E223D5-CF06-4BE0-89C6-BE386F714E69}"/>
                </a:ext>
              </a:extLst>
            </p:cNvPr>
            <p:cNvSpPr txBox="1"/>
            <p:nvPr/>
          </p:nvSpPr>
          <p:spPr>
            <a:xfrm>
              <a:off x="7509542" y="712741"/>
              <a:ext cx="1638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Real-Time Scheduler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68275A81-72D6-4F0C-AE94-22A1DBB8CBC1}"/>
                </a:ext>
              </a:extLst>
            </p:cNvPr>
            <p:cNvSpPr/>
            <p:nvPr/>
          </p:nvSpPr>
          <p:spPr>
            <a:xfrm>
              <a:off x="2112901" y="2574470"/>
              <a:ext cx="2074205" cy="1074991"/>
            </a:xfrm>
            <a:prstGeom prst="roundRect">
              <a:avLst>
                <a:gd name="adj" fmla="val 713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7" name="TextBox 69">
              <a:extLst>
                <a:ext uri="{FF2B5EF4-FFF2-40B4-BE49-F238E27FC236}">
                  <a16:creationId xmlns:a16="http://schemas.microsoft.com/office/drawing/2014/main" id="{6E5F6307-ABC4-41EA-8234-0515679CD6DF}"/>
                </a:ext>
              </a:extLst>
            </p:cNvPr>
            <p:cNvSpPr txBox="1"/>
            <p:nvPr/>
          </p:nvSpPr>
          <p:spPr>
            <a:xfrm>
              <a:off x="2132174" y="2954008"/>
              <a:ext cx="720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Residue </a:t>
              </a:r>
            </a:p>
            <a:p>
              <a:r>
                <a:rPr lang="en-GB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Statistics</a:t>
              </a:r>
              <a:endParaRPr lang="en-IN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5860D87-A146-4E0B-ABC2-2382A625C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8284" y="2961017"/>
              <a:ext cx="1223610" cy="3805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4733155-3D11-481D-8A9A-48100F7C4F34}"/>
                </a:ext>
              </a:extLst>
            </p:cNvPr>
            <p:cNvSpPr/>
            <p:nvPr/>
          </p:nvSpPr>
          <p:spPr>
            <a:xfrm>
              <a:off x="2396093" y="3188228"/>
              <a:ext cx="1445155" cy="385929"/>
            </a:xfrm>
            <a:custGeom>
              <a:avLst/>
              <a:gdLst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51151 w 7529885"/>
                <a:gd name="connsiteY39" fmla="*/ 119269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  <a:gd name="connsiteX0" fmla="*/ 0 w 7529885"/>
                <a:gd name="connsiteY0" fmla="*/ 357808 h 357808"/>
                <a:gd name="connsiteX1" fmla="*/ 405516 w 7529885"/>
                <a:gd name="connsiteY1" fmla="*/ 341906 h 357808"/>
                <a:gd name="connsiteX2" fmla="*/ 453224 w 7529885"/>
                <a:gd name="connsiteY2" fmla="*/ 326003 h 357808"/>
                <a:gd name="connsiteX3" fmla="*/ 477078 w 7529885"/>
                <a:gd name="connsiteY3" fmla="*/ 278295 h 357808"/>
                <a:gd name="connsiteX4" fmla="*/ 500932 w 7529885"/>
                <a:gd name="connsiteY4" fmla="*/ 262393 h 357808"/>
                <a:gd name="connsiteX5" fmla="*/ 532737 w 7529885"/>
                <a:gd name="connsiteY5" fmla="*/ 230587 h 357808"/>
                <a:gd name="connsiteX6" fmla="*/ 548640 w 7529885"/>
                <a:gd name="connsiteY6" fmla="*/ 206734 h 357808"/>
                <a:gd name="connsiteX7" fmla="*/ 596348 w 7529885"/>
                <a:gd name="connsiteY7" fmla="*/ 174928 h 357808"/>
                <a:gd name="connsiteX8" fmla="*/ 683812 w 7529885"/>
                <a:gd name="connsiteY8" fmla="*/ 182880 h 357808"/>
                <a:gd name="connsiteX9" fmla="*/ 731520 w 7529885"/>
                <a:gd name="connsiteY9" fmla="*/ 214685 h 357808"/>
                <a:gd name="connsiteX10" fmla="*/ 779228 w 7529885"/>
                <a:gd name="connsiteY10" fmla="*/ 230587 h 357808"/>
                <a:gd name="connsiteX11" fmla="*/ 842838 w 7529885"/>
                <a:gd name="connsiteY11" fmla="*/ 222636 h 357808"/>
                <a:gd name="connsiteX12" fmla="*/ 874643 w 7529885"/>
                <a:gd name="connsiteY12" fmla="*/ 214685 h 357808"/>
                <a:gd name="connsiteX13" fmla="*/ 898497 w 7529885"/>
                <a:gd name="connsiteY13" fmla="*/ 206734 h 357808"/>
                <a:gd name="connsiteX14" fmla="*/ 1208598 w 7529885"/>
                <a:gd name="connsiteY14" fmla="*/ 198782 h 357808"/>
                <a:gd name="connsiteX15" fmla="*/ 1256306 w 7529885"/>
                <a:gd name="connsiteY15" fmla="*/ 182880 h 357808"/>
                <a:gd name="connsiteX16" fmla="*/ 1280160 w 7529885"/>
                <a:gd name="connsiteY16" fmla="*/ 174928 h 357808"/>
                <a:gd name="connsiteX17" fmla="*/ 1343770 w 7529885"/>
                <a:gd name="connsiteY17" fmla="*/ 166977 h 357808"/>
                <a:gd name="connsiteX18" fmla="*/ 1478942 w 7529885"/>
                <a:gd name="connsiteY18" fmla="*/ 174928 h 357808"/>
                <a:gd name="connsiteX19" fmla="*/ 1558455 w 7529885"/>
                <a:gd name="connsiteY19" fmla="*/ 182880 h 357808"/>
                <a:gd name="connsiteX20" fmla="*/ 1773141 w 7529885"/>
                <a:gd name="connsiteY20" fmla="*/ 174928 h 357808"/>
                <a:gd name="connsiteX21" fmla="*/ 1804946 w 7529885"/>
                <a:gd name="connsiteY21" fmla="*/ 166977 h 357808"/>
                <a:gd name="connsiteX22" fmla="*/ 1812897 w 7529885"/>
                <a:gd name="connsiteY22" fmla="*/ 143123 h 357808"/>
                <a:gd name="connsiteX23" fmla="*/ 1836751 w 7529885"/>
                <a:gd name="connsiteY23" fmla="*/ 135172 h 357808"/>
                <a:gd name="connsiteX24" fmla="*/ 1932167 w 7529885"/>
                <a:gd name="connsiteY24" fmla="*/ 55659 h 357808"/>
                <a:gd name="connsiteX25" fmla="*/ 1956021 w 7529885"/>
                <a:gd name="connsiteY25" fmla="*/ 47707 h 357808"/>
                <a:gd name="connsiteX26" fmla="*/ 2003728 w 7529885"/>
                <a:gd name="connsiteY26" fmla="*/ 15902 h 357808"/>
                <a:gd name="connsiteX27" fmla="*/ 2051436 w 7529885"/>
                <a:gd name="connsiteY27" fmla="*/ 0 h 357808"/>
                <a:gd name="connsiteX28" fmla="*/ 2122998 w 7529885"/>
                <a:gd name="connsiteY28" fmla="*/ 15902 h 357808"/>
                <a:gd name="connsiteX29" fmla="*/ 2170706 w 7529885"/>
                <a:gd name="connsiteY29" fmla="*/ 39756 h 357808"/>
                <a:gd name="connsiteX30" fmla="*/ 2250219 w 7529885"/>
                <a:gd name="connsiteY30" fmla="*/ 31805 h 357808"/>
                <a:gd name="connsiteX31" fmla="*/ 2274073 w 7529885"/>
                <a:gd name="connsiteY31" fmla="*/ 15902 h 357808"/>
                <a:gd name="connsiteX32" fmla="*/ 2297927 w 7529885"/>
                <a:gd name="connsiteY32" fmla="*/ 7951 h 357808"/>
                <a:gd name="connsiteX33" fmla="*/ 2353586 w 7529885"/>
                <a:gd name="connsiteY33" fmla="*/ 15902 h 357808"/>
                <a:gd name="connsiteX34" fmla="*/ 2401294 w 7529885"/>
                <a:gd name="connsiteY34" fmla="*/ 47707 h 357808"/>
                <a:gd name="connsiteX35" fmla="*/ 2504661 w 7529885"/>
                <a:gd name="connsiteY35" fmla="*/ 55659 h 357808"/>
                <a:gd name="connsiteX36" fmla="*/ 2528514 w 7529885"/>
                <a:gd name="connsiteY36" fmla="*/ 63610 h 357808"/>
                <a:gd name="connsiteX37" fmla="*/ 2608028 w 7529885"/>
                <a:gd name="connsiteY37" fmla="*/ 79513 h 357808"/>
                <a:gd name="connsiteX38" fmla="*/ 2679589 w 7529885"/>
                <a:gd name="connsiteY38" fmla="*/ 119269 h 357808"/>
                <a:gd name="connsiteX39" fmla="*/ 2709302 w 7529885"/>
                <a:gd name="connsiteY39" fmla="*/ 156128 h 357808"/>
                <a:gd name="connsiteX40" fmla="*/ 2767054 w 7529885"/>
                <a:gd name="connsiteY40" fmla="*/ 166977 h 357808"/>
                <a:gd name="connsiteX41" fmla="*/ 2775005 w 7529885"/>
                <a:gd name="connsiteY41" fmla="*/ 190831 h 357808"/>
                <a:gd name="connsiteX42" fmla="*/ 2822713 w 7529885"/>
                <a:gd name="connsiteY42" fmla="*/ 206734 h 357808"/>
                <a:gd name="connsiteX43" fmla="*/ 2870421 w 7529885"/>
                <a:gd name="connsiteY43" fmla="*/ 238539 h 357808"/>
                <a:gd name="connsiteX44" fmla="*/ 2918128 w 7529885"/>
                <a:gd name="connsiteY44" fmla="*/ 254441 h 357808"/>
                <a:gd name="connsiteX45" fmla="*/ 3077154 w 7529885"/>
                <a:gd name="connsiteY45" fmla="*/ 246490 h 357808"/>
                <a:gd name="connsiteX46" fmla="*/ 3108960 w 7529885"/>
                <a:gd name="connsiteY46" fmla="*/ 238539 h 357808"/>
                <a:gd name="connsiteX47" fmla="*/ 3753015 w 7529885"/>
                <a:gd name="connsiteY47" fmla="*/ 246490 h 357808"/>
                <a:gd name="connsiteX48" fmla="*/ 3824577 w 7529885"/>
                <a:gd name="connsiteY48" fmla="*/ 270344 h 357808"/>
                <a:gd name="connsiteX49" fmla="*/ 3848431 w 7529885"/>
                <a:gd name="connsiteY49" fmla="*/ 278295 h 357808"/>
                <a:gd name="connsiteX50" fmla="*/ 3872285 w 7529885"/>
                <a:gd name="connsiteY50" fmla="*/ 294198 h 357808"/>
                <a:gd name="connsiteX51" fmla="*/ 4071068 w 7529885"/>
                <a:gd name="connsiteY51" fmla="*/ 294198 h 357808"/>
                <a:gd name="connsiteX52" fmla="*/ 4381168 w 7529885"/>
                <a:gd name="connsiteY52" fmla="*/ 286247 h 357808"/>
                <a:gd name="connsiteX53" fmla="*/ 5398935 w 7529885"/>
                <a:gd name="connsiteY53" fmla="*/ 278295 h 357808"/>
                <a:gd name="connsiteX54" fmla="*/ 5820354 w 7529885"/>
                <a:gd name="connsiteY54" fmla="*/ 278295 h 357808"/>
                <a:gd name="connsiteX55" fmla="*/ 5876014 w 7529885"/>
                <a:gd name="connsiteY55" fmla="*/ 262393 h 357808"/>
                <a:gd name="connsiteX56" fmla="*/ 6297433 w 7529885"/>
                <a:gd name="connsiteY56" fmla="*/ 270344 h 357808"/>
                <a:gd name="connsiteX57" fmla="*/ 6321287 w 7529885"/>
                <a:gd name="connsiteY57" fmla="*/ 278295 h 357808"/>
                <a:gd name="connsiteX58" fmla="*/ 6384897 w 7529885"/>
                <a:gd name="connsiteY58" fmla="*/ 286247 h 357808"/>
                <a:gd name="connsiteX59" fmla="*/ 6440556 w 7529885"/>
                <a:gd name="connsiteY59" fmla="*/ 302149 h 357808"/>
                <a:gd name="connsiteX60" fmla="*/ 6615485 w 7529885"/>
                <a:gd name="connsiteY60" fmla="*/ 294198 h 357808"/>
                <a:gd name="connsiteX61" fmla="*/ 6663193 w 7529885"/>
                <a:gd name="connsiteY61" fmla="*/ 278295 h 357808"/>
                <a:gd name="connsiteX62" fmla="*/ 6734754 w 7529885"/>
                <a:gd name="connsiteY62" fmla="*/ 262393 h 357808"/>
                <a:gd name="connsiteX63" fmla="*/ 6917634 w 7529885"/>
                <a:gd name="connsiteY63" fmla="*/ 246490 h 357808"/>
                <a:gd name="connsiteX64" fmla="*/ 7195930 w 7529885"/>
                <a:gd name="connsiteY64" fmla="*/ 246490 h 357808"/>
                <a:gd name="connsiteX65" fmla="*/ 7227735 w 7529885"/>
                <a:gd name="connsiteY65" fmla="*/ 254441 h 357808"/>
                <a:gd name="connsiteX66" fmla="*/ 7283394 w 7529885"/>
                <a:gd name="connsiteY66" fmla="*/ 262393 h 357808"/>
                <a:gd name="connsiteX67" fmla="*/ 7339054 w 7529885"/>
                <a:gd name="connsiteY67" fmla="*/ 278295 h 357808"/>
                <a:gd name="connsiteX68" fmla="*/ 7529885 w 7529885"/>
                <a:gd name="connsiteY68" fmla="*/ 286247 h 35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7529885" h="357808">
                  <a:moveTo>
                    <a:pt x="0" y="357808"/>
                  </a:moveTo>
                  <a:cubicBezTo>
                    <a:pt x="169956" y="323818"/>
                    <a:pt x="-69582" y="369316"/>
                    <a:pt x="405516" y="341906"/>
                  </a:cubicBezTo>
                  <a:cubicBezTo>
                    <a:pt x="422251" y="340941"/>
                    <a:pt x="453224" y="326003"/>
                    <a:pt x="453224" y="326003"/>
                  </a:cubicBezTo>
                  <a:cubicBezTo>
                    <a:pt x="459691" y="306601"/>
                    <a:pt x="461663" y="293709"/>
                    <a:pt x="477078" y="278295"/>
                  </a:cubicBezTo>
                  <a:cubicBezTo>
                    <a:pt x="483835" y="271538"/>
                    <a:pt x="492981" y="267694"/>
                    <a:pt x="500932" y="262393"/>
                  </a:cubicBezTo>
                  <a:cubicBezTo>
                    <a:pt x="518279" y="210350"/>
                    <a:pt x="494186" y="261427"/>
                    <a:pt x="532737" y="230587"/>
                  </a:cubicBezTo>
                  <a:cubicBezTo>
                    <a:pt x="540199" y="224617"/>
                    <a:pt x="542522" y="214075"/>
                    <a:pt x="548640" y="206734"/>
                  </a:cubicBezTo>
                  <a:cubicBezTo>
                    <a:pt x="571549" y="179244"/>
                    <a:pt x="566948" y="184729"/>
                    <a:pt x="596348" y="174928"/>
                  </a:cubicBezTo>
                  <a:cubicBezTo>
                    <a:pt x="625503" y="177579"/>
                    <a:pt x="655727" y="174620"/>
                    <a:pt x="683812" y="182880"/>
                  </a:cubicBezTo>
                  <a:cubicBezTo>
                    <a:pt x="702148" y="188273"/>
                    <a:pt x="713388" y="208641"/>
                    <a:pt x="731520" y="214685"/>
                  </a:cubicBezTo>
                  <a:lnTo>
                    <a:pt x="779228" y="230587"/>
                  </a:lnTo>
                  <a:cubicBezTo>
                    <a:pt x="800431" y="227937"/>
                    <a:pt x="821760" y="226149"/>
                    <a:pt x="842838" y="222636"/>
                  </a:cubicBezTo>
                  <a:cubicBezTo>
                    <a:pt x="853617" y="220840"/>
                    <a:pt x="864136" y="217687"/>
                    <a:pt x="874643" y="214685"/>
                  </a:cubicBezTo>
                  <a:cubicBezTo>
                    <a:pt x="882702" y="212383"/>
                    <a:pt x="890125" y="207133"/>
                    <a:pt x="898497" y="206734"/>
                  </a:cubicBezTo>
                  <a:cubicBezTo>
                    <a:pt x="1001781" y="201816"/>
                    <a:pt x="1105231" y="201433"/>
                    <a:pt x="1208598" y="198782"/>
                  </a:cubicBezTo>
                  <a:lnTo>
                    <a:pt x="1256306" y="182880"/>
                  </a:lnTo>
                  <a:cubicBezTo>
                    <a:pt x="1264257" y="180230"/>
                    <a:pt x="1271843" y="175968"/>
                    <a:pt x="1280160" y="174928"/>
                  </a:cubicBezTo>
                  <a:lnTo>
                    <a:pt x="1343770" y="166977"/>
                  </a:lnTo>
                  <a:lnTo>
                    <a:pt x="1478942" y="174928"/>
                  </a:lnTo>
                  <a:cubicBezTo>
                    <a:pt x="1505506" y="176896"/>
                    <a:pt x="1531818" y="182880"/>
                    <a:pt x="1558455" y="182880"/>
                  </a:cubicBezTo>
                  <a:cubicBezTo>
                    <a:pt x="1630066" y="182880"/>
                    <a:pt x="1701579" y="177579"/>
                    <a:pt x="1773141" y="174928"/>
                  </a:cubicBezTo>
                  <a:cubicBezTo>
                    <a:pt x="1783743" y="172278"/>
                    <a:pt x="1796413" y="173804"/>
                    <a:pt x="1804946" y="166977"/>
                  </a:cubicBezTo>
                  <a:cubicBezTo>
                    <a:pt x="1811491" y="161741"/>
                    <a:pt x="1806970" y="149050"/>
                    <a:pt x="1812897" y="143123"/>
                  </a:cubicBezTo>
                  <a:cubicBezTo>
                    <a:pt x="1818824" y="137196"/>
                    <a:pt x="1828800" y="137822"/>
                    <a:pt x="1836751" y="135172"/>
                  </a:cubicBezTo>
                  <a:cubicBezTo>
                    <a:pt x="1858897" y="113026"/>
                    <a:pt x="1898955" y="66731"/>
                    <a:pt x="1932167" y="55659"/>
                  </a:cubicBezTo>
                  <a:cubicBezTo>
                    <a:pt x="1940118" y="53008"/>
                    <a:pt x="1948694" y="51777"/>
                    <a:pt x="1956021" y="47707"/>
                  </a:cubicBezTo>
                  <a:cubicBezTo>
                    <a:pt x="1972728" y="38425"/>
                    <a:pt x="1985596" y="21946"/>
                    <a:pt x="2003728" y="15902"/>
                  </a:cubicBezTo>
                  <a:lnTo>
                    <a:pt x="2051436" y="0"/>
                  </a:lnTo>
                  <a:cubicBezTo>
                    <a:pt x="2069757" y="3053"/>
                    <a:pt x="2103425" y="6115"/>
                    <a:pt x="2122998" y="15902"/>
                  </a:cubicBezTo>
                  <a:cubicBezTo>
                    <a:pt x="2184653" y="46730"/>
                    <a:pt x="2110749" y="19771"/>
                    <a:pt x="2170706" y="39756"/>
                  </a:cubicBezTo>
                  <a:cubicBezTo>
                    <a:pt x="2197210" y="37106"/>
                    <a:pt x="2224265" y="37794"/>
                    <a:pt x="2250219" y="31805"/>
                  </a:cubicBezTo>
                  <a:cubicBezTo>
                    <a:pt x="2259531" y="29656"/>
                    <a:pt x="2265526" y="20176"/>
                    <a:pt x="2274073" y="15902"/>
                  </a:cubicBezTo>
                  <a:cubicBezTo>
                    <a:pt x="2281570" y="12154"/>
                    <a:pt x="2289976" y="10601"/>
                    <a:pt x="2297927" y="7951"/>
                  </a:cubicBezTo>
                  <a:cubicBezTo>
                    <a:pt x="2316480" y="10601"/>
                    <a:pt x="2336185" y="8942"/>
                    <a:pt x="2353586" y="15902"/>
                  </a:cubicBezTo>
                  <a:cubicBezTo>
                    <a:pt x="2413258" y="39771"/>
                    <a:pt x="2344492" y="40607"/>
                    <a:pt x="2401294" y="47707"/>
                  </a:cubicBezTo>
                  <a:cubicBezTo>
                    <a:pt x="2435585" y="51993"/>
                    <a:pt x="2470205" y="53008"/>
                    <a:pt x="2504661" y="55659"/>
                  </a:cubicBezTo>
                  <a:cubicBezTo>
                    <a:pt x="2512612" y="58309"/>
                    <a:pt x="2520296" y="61966"/>
                    <a:pt x="2528514" y="63610"/>
                  </a:cubicBezTo>
                  <a:cubicBezTo>
                    <a:pt x="2544572" y="66821"/>
                    <a:pt x="2587815" y="68284"/>
                    <a:pt x="2608028" y="79513"/>
                  </a:cubicBezTo>
                  <a:cubicBezTo>
                    <a:pt x="2690045" y="125079"/>
                    <a:pt x="2625616" y="101279"/>
                    <a:pt x="2679589" y="119269"/>
                  </a:cubicBezTo>
                  <a:cubicBezTo>
                    <a:pt x="2736363" y="100345"/>
                    <a:pt x="2671500" y="130928"/>
                    <a:pt x="2709302" y="156128"/>
                  </a:cubicBezTo>
                  <a:cubicBezTo>
                    <a:pt x="2728553" y="159744"/>
                    <a:pt x="2756104" y="161193"/>
                    <a:pt x="2767054" y="166977"/>
                  </a:cubicBezTo>
                  <a:cubicBezTo>
                    <a:pt x="2778005" y="172761"/>
                    <a:pt x="2767054" y="188181"/>
                    <a:pt x="2775005" y="190831"/>
                  </a:cubicBezTo>
                  <a:lnTo>
                    <a:pt x="2822713" y="206734"/>
                  </a:lnTo>
                  <a:cubicBezTo>
                    <a:pt x="2846173" y="241924"/>
                    <a:pt x="2827633" y="225703"/>
                    <a:pt x="2870421" y="238539"/>
                  </a:cubicBezTo>
                  <a:cubicBezTo>
                    <a:pt x="2886477" y="243356"/>
                    <a:pt x="2918128" y="254441"/>
                    <a:pt x="2918128" y="254441"/>
                  </a:cubicBezTo>
                  <a:cubicBezTo>
                    <a:pt x="2971137" y="251791"/>
                    <a:pt x="3024262" y="250897"/>
                    <a:pt x="3077154" y="246490"/>
                  </a:cubicBezTo>
                  <a:cubicBezTo>
                    <a:pt x="3088045" y="245582"/>
                    <a:pt x="3098032" y="238539"/>
                    <a:pt x="3108960" y="238539"/>
                  </a:cubicBezTo>
                  <a:cubicBezTo>
                    <a:pt x="3323661" y="238539"/>
                    <a:pt x="3538330" y="243840"/>
                    <a:pt x="3753015" y="246490"/>
                  </a:cubicBezTo>
                  <a:lnTo>
                    <a:pt x="3824577" y="270344"/>
                  </a:lnTo>
                  <a:lnTo>
                    <a:pt x="3848431" y="278295"/>
                  </a:lnTo>
                  <a:cubicBezTo>
                    <a:pt x="3856382" y="283596"/>
                    <a:pt x="3863501" y="290434"/>
                    <a:pt x="3872285" y="294198"/>
                  </a:cubicBezTo>
                  <a:cubicBezTo>
                    <a:pt x="3926031" y="317232"/>
                    <a:pt x="4056945" y="294669"/>
                    <a:pt x="4071068" y="294198"/>
                  </a:cubicBezTo>
                  <a:lnTo>
                    <a:pt x="4381168" y="286247"/>
                  </a:lnTo>
                  <a:cubicBezTo>
                    <a:pt x="4699182" y="180233"/>
                    <a:pt x="5179306" y="276480"/>
                    <a:pt x="5398935" y="278295"/>
                  </a:cubicBezTo>
                  <a:cubicBezTo>
                    <a:pt x="5547354" y="327772"/>
                    <a:pt x="5433080" y="292639"/>
                    <a:pt x="5820354" y="278295"/>
                  </a:cubicBezTo>
                  <a:cubicBezTo>
                    <a:pt x="5831587" y="277879"/>
                    <a:pt x="5863807" y="266462"/>
                    <a:pt x="5876014" y="262393"/>
                  </a:cubicBezTo>
                  <a:lnTo>
                    <a:pt x="6297433" y="270344"/>
                  </a:lnTo>
                  <a:cubicBezTo>
                    <a:pt x="6305809" y="270643"/>
                    <a:pt x="6313041" y="276796"/>
                    <a:pt x="6321287" y="278295"/>
                  </a:cubicBezTo>
                  <a:cubicBezTo>
                    <a:pt x="6342311" y="282118"/>
                    <a:pt x="6363819" y="282734"/>
                    <a:pt x="6384897" y="286247"/>
                  </a:cubicBezTo>
                  <a:cubicBezTo>
                    <a:pt x="6404866" y="289575"/>
                    <a:pt x="6421649" y="295847"/>
                    <a:pt x="6440556" y="302149"/>
                  </a:cubicBezTo>
                  <a:cubicBezTo>
                    <a:pt x="6498866" y="299499"/>
                    <a:pt x="6557447" y="300416"/>
                    <a:pt x="6615485" y="294198"/>
                  </a:cubicBezTo>
                  <a:cubicBezTo>
                    <a:pt x="6632153" y="292412"/>
                    <a:pt x="6646931" y="282360"/>
                    <a:pt x="6663193" y="278295"/>
                  </a:cubicBezTo>
                  <a:cubicBezTo>
                    <a:pt x="6697230" y="269786"/>
                    <a:pt x="6697736" y="269124"/>
                    <a:pt x="6734754" y="262393"/>
                  </a:cubicBezTo>
                  <a:cubicBezTo>
                    <a:pt x="6815629" y="247688"/>
                    <a:pt x="6798155" y="253518"/>
                    <a:pt x="6917634" y="246490"/>
                  </a:cubicBezTo>
                  <a:cubicBezTo>
                    <a:pt x="7038861" y="229173"/>
                    <a:pt x="6986047" y="233373"/>
                    <a:pt x="7195930" y="246490"/>
                  </a:cubicBezTo>
                  <a:cubicBezTo>
                    <a:pt x="7206837" y="247172"/>
                    <a:pt x="7216983" y="252486"/>
                    <a:pt x="7227735" y="254441"/>
                  </a:cubicBezTo>
                  <a:cubicBezTo>
                    <a:pt x="7246174" y="257794"/>
                    <a:pt x="7264841" y="259742"/>
                    <a:pt x="7283394" y="262393"/>
                  </a:cubicBezTo>
                  <a:cubicBezTo>
                    <a:pt x="7297062" y="266949"/>
                    <a:pt x="7325916" y="277244"/>
                    <a:pt x="7339054" y="278295"/>
                  </a:cubicBezTo>
                  <a:cubicBezTo>
                    <a:pt x="7443180" y="286625"/>
                    <a:pt x="7460411" y="286247"/>
                    <a:pt x="7529885" y="28624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101">
                  <a:extLst>
                    <a:ext uri="{FF2B5EF4-FFF2-40B4-BE49-F238E27FC236}">
                      <a16:creationId xmlns:a16="http://schemas.microsoft.com/office/drawing/2014/main" id="{D95F06DC-DDEC-4096-8DEA-56BA8E6BA94E}"/>
                    </a:ext>
                  </a:extLst>
                </p:cNvPr>
                <p:cNvSpPr txBox="1"/>
                <p:nvPr/>
              </p:nvSpPr>
              <p:spPr>
                <a:xfrm>
                  <a:off x="2698229" y="3038665"/>
                  <a:ext cx="182768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IN" sz="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𝑻𝒉</m:t>
                      </m:r>
                    </m:oMath>
                  </a14:m>
                  <a:r>
                    <a:rPr lang="en-GB" sz="900" b="1" dirty="0">
                      <a:solidFill>
                        <a:srgbClr val="FF000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=&gt; Attack?</a:t>
                  </a:r>
                  <a:endParaRPr lang="en-IN" sz="9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0" name="TextBox 101">
                  <a:extLst>
                    <a:ext uri="{FF2B5EF4-FFF2-40B4-BE49-F238E27FC236}">
                      <a16:creationId xmlns:a16="http://schemas.microsoft.com/office/drawing/2014/main" id="{D95F06DC-DDEC-4096-8DEA-56BA8E6BA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8229" y="3038665"/>
                  <a:ext cx="1827687" cy="230832"/>
                </a:xfrm>
                <a:prstGeom prst="rect">
                  <a:avLst/>
                </a:prstGeom>
                <a:blipFill>
                  <a:blip r:embed="rId18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TextBox 69">
              <a:extLst>
                <a:ext uri="{FF2B5EF4-FFF2-40B4-BE49-F238E27FC236}">
                  <a16:creationId xmlns:a16="http://schemas.microsoft.com/office/drawing/2014/main" id="{D53418C6-43A5-4E85-999A-5890FC7ED3DE}"/>
                </a:ext>
              </a:extLst>
            </p:cNvPr>
            <p:cNvSpPr txBox="1"/>
            <p:nvPr/>
          </p:nvSpPr>
          <p:spPr>
            <a:xfrm>
              <a:off x="2737716" y="2700929"/>
              <a:ext cx="1115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0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Threshold</a:t>
              </a:r>
              <a:endParaRPr lang="en-IN" sz="1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A2D99CE1-6C5C-464D-B9E1-5F4113466FDC}"/>
                </a:ext>
              </a:extLst>
            </p:cNvPr>
            <p:cNvSpPr txBox="1"/>
            <p:nvPr/>
          </p:nvSpPr>
          <p:spPr>
            <a:xfrm>
              <a:off x="2496856" y="2526688"/>
              <a:ext cx="18976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</a:lstStyle>
            <a:p>
              <a:r>
                <a:rPr lang="en-IN" dirty="0"/>
                <a:t>Anomaly Detector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FCAD3433-53B4-4146-AA56-4831841E38BA}"/>
                </a:ext>
              </a:extLst>
            </p:cNvPr>
            <p:cNvGrpSpPr/>
            <p:nvPr/>
          </p:nvGrpSpPr>
          <p:grpSpPr>
            <a:xfrm rot="16200000">
              <a:off x="4618355" y="2510803"/>
              <a:ext cx="3250342" cy="294713"/>
              <a:chOff x="2128808" y="5103362"/>
              <a:chExt cx="4044215" cy="156751"/>
            </a:xfrm>
          </p:grpSpPr>
          <p:sp>
            <p:nvSpPr>
              <p:cNvPr id="244" name="Rectangle: Rounded Corners 243">
                <a:extLst>
                  <a:ext uri="{FF2B5EF4-FFF2-40B4-BE49-F238E27FC236}">
                    <a16:creationId xmlns:a16="http://schemas.microsoft.com/office/drawing/2014/main" id="{F367E940-2CBF-42AD-AA67-99B541AC2B1A}"/>
                  </a:ext>
                </a:extLst>
              </p:cNvPr>
              <p:cNvSpPr/>
              <p:nvPr/>
            </p:nvSpPr>
            <p:spPr>
              <a:xfrm rot="16200000">
                <a:off x="4074750" y="3159464"/>
                <a:ext cx="152332" cy="4044215"/>
              </a:xfrm>
              <a:prstGeom prst="roundRect">
                <a:avLst>
                  <a:gd name="adj" fmla="val 12346"/>
                </a:avLst>
              </a:prstGeom>
              <a:solidFill>
                <a:schemeClr val="bg2"/>
              </a:solidFill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DE38E524-80C1-402A-B73D-14178DC9EB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41330" y="5182547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50E8D59E-899D-44F8-BB9F-61F458C2FB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678230" y="5182547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58E14FAD-011E-4996-BAE6-4F49697A5A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96239" y="5183947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1CB5FA71-0DBD-487C-93B7-2E8B1C709A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540471" y="5183732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1B69FD79-FBDB-4FCB-9BEB-5F209D482E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812219" y="5179528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D83B9F77-397A-4B01-A3A8-880E649B3C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134124" y="5180882"/>
                <a:ext cx="1523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5592DF65-5ED2-411D-899F-3274B30EA1C7}"/>
                </a:ext>
              </a:extLst>
            </p:cNvPr>
            <p:cNvSpPr txBox="1"/>
            <p:nvPr/>
          </p:nvSpPr>
          <p:spPr>
            <a:xfrm>
              <a:off x="5907381" y="612249"/>
              <a:ext cx="658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I/O</a:t>
              </a:r>
            </a:p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Buffer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55" name="Picture 254">
              <a:extLst>
                <a:ext uri="{FF2B5EF4-FFF2-40B4-BE49-F238E27FC236}">
                  <a16:creationId xmlns:a16="http://schemas.microsoft.com/office/drawing/2014/main" id="{7461DFEF-E9B9-414D-A6C3-ED539881F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642409" y="677138"/>
              <a:ext cx="591892" cy="491371"/>
            </a:xfrm>
            <a:prstGeom prst="rect">
              <a:avLst/>
            </a:prstGeom>
          </p:spPr>
        </p:pic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C9DA6E01-F12B-448B-87EA-7A5EDE0665F8}"/>
                </a:ext>
              </a:extLst>
            </p:cNvPr>
            <p:cNvSpPr/>
            <p:nvPr/>
          </p:nvSpPr>
          <p:spPr>
            <a:xfrm>
              <a:off x="5114141" y="2357225"/>
              <a:ext cx="170902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8" name="Connector: Elbow 257">
              <a:extLst>
                <a:ext uri="{FF2B5EF4-FFF2-40B4-BE49-F238E27FC236}">
                  <a16:creationId xmlns:a16="http://schemas.microsoft.com/office/drawing/2014/main" id="{937E7D90-C39E-493A-AFA4-F56C0017CB8B}"/>
                </a:ext>
              </a:extLst>
            </p:cNvPr>
            <p:cNvCxnSpPr>
              <a:cxnSpLocks/>
              <a:endCxn id="262" idx="1"/>
            </p:cNvCxnSpPr>
            <p:nvPr/>
          </p:nvCxnSpPr>
          <p:spPr>
            <a:xfrm>
              <a:off x="4350598" y="905952"/>
              <a:ext cx="783636" cy="17782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8408B828-B9B1-4C71-B56E-E70671C89A9F}"/>
                </a:ext>
              </a:extLst>
            </p:cNvPr>
            <p:cNvSpPr/>
            <p:nvPr/>
          </p:nvSpPr>
          <p:spPr>
            <a:xfrm>
              <a:off x="5134234" y="899110"/>
              <a:ext cx="176729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1" name="Connector: Elbow 270">
              <a:extLst>
                <a:ext uri="{FF2B5EF4-FFF2-40B4-BE49-F238E27FC236}">
                  <a16:creationId xmlns:a16="http://schemas.microsoft.com/office/drawing/2014/main" id="{9B8CBF0F-09AD-4066-9115-CDDA4974DB57}"/>
                </a:ext>
              </a:extLst>
            </p:cNvPr>
            <p:cNvCxnSpPr>
              <a:cxnSpLocks/>
            </p:cNvCxnSpPr>
            <p:nvPr/>
          </p:nvCxnSpPr>
          <p:spPr>
            <a:xfrm>
              <a:off x="5296210" y="1073914"/>
              <a:ext cx="790076" cy="14180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ctor: Elbow 272">
              <a:extLst>
                <a:ext uri="{FF2B5EF4-FFF2-40B4-BE49-F238E27FC236}">
                  <a16:creationId xmlns:a16="http://schemas.microsoft.com/office/drawing/2014/main" id="{3F92251B-A608-4411-B6D6-3A84AAAD2C0C}"/>
                </a:ext>
              </a:extLst>
            </p:cNvPr>
            <p:cNvCxnSpPr>
              <a:cxnSpLocks/>
              <a:endCxn id="126" idx="0"/>
            </p:cNvCxnSpPr>
            <p:nvPr/>
          </p:nvCxnSpPr>
          <p:spPr>
            <a:xfrm>
              <a:off x="6376717" y="1229690"/>
              <a:ext cx="632233" cy="55864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B1FEA93-5B20-4A17-9E6E-1E2B6B017FCC}"/>
                </a:ext>
              </a:extLst>
            </p:cNvPr>
            <p:cNvSpPr/>
            <p:nvPr/>
          </p:nvSpPr>
          <p:spPr>
            <a:xfrm>
              <a:off x="5142421" y="1325343"/>
              <a:ext cx="170902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8" name="Connector: Elbow 277">
              <a:extLst>
                <a:ext uri="{FF2B5EF4-FFF2-40B4-BE49-F238E27FC236}">
                  <a16:creationId xmlns:a16="http://schemas.microsoft.com/office/drawing/2014/main" id="{0B4D6766-B438-4892-91D9-473907293690}"/>
                </a:ext>
              </a:extLst>
            </p:cNvPr>
            <p:cNvCxnSpPr>
              <a:cxnSpLocks/>
              <a:stCxn id="143" idx="0"/>
            </p:cNvCxnSpPr>
            <p:nvPr/>
          </p:nvCxnSpPr>
          <p:spPr>
            <a:xfrm rot="16200000" flipV="1">
              <a:off x="6723781" y="1129022"/>
              <a:ext cx="312259" cy="1006385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ctor: Elbow 280">
              <a:extLst>
                <a:ext uri="{FF2B5EF4-FFF2-40B4-BE49-F238E27FC236}">
                  <a16:creationId xmlns:a16="http://schemas.microsoft.com/office/drawing/2014/main" id="{44F953B0-F60F-4176-B7E1-70DA0A9CEC34}"/>
                </a:ext>
              </a:extLst>
            </p:cNvPr>
            <p:cNvCxnSpPr>
              <a:cxnSpLocks/>
              <a:stCxn id="277" idx="1"/>
              <a:endCxn id="111" idx="3"/>
            </p:cNvCxnSpPr>
            <p:nvPr/>
          </p:nvCxnSpPr>
          <p:spPr>
            <a:xfrm rot="10800000" flipV="1">
              <a:off x="3703297" y="1510009"/>
              <a:ext cx="1439124" cy="639516"/>
            </a:xfrm>
            <a:prstGeom prst="bentConnector3">
              <a:avLst>
                <a:gd name="adj1" fmla="val 36165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ctor: Elbow 285">
              <a:extLst>
                <a:ext uri="{FF2B5EF4-FFF2-40B4-BE49-F238E27FC236}">
                  <a16:creationId xmlns:a16="http://schemas.microsoft.com/office/drawing/2014/main" id="{F3F59397-0D13-4D68-BD13-6780BC8452D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321798" y="1391651"/>
              <a:ext cx="754071" cy="11022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4EE75BC-C7BD-422B-986E-3B0AA72C3738}"/>
                </a:ext>
              </a:extLst>
            </p:cNvPr>
            <p:cNvSpPr/>
            <p:nvPr/>
          </p:nvSpPr>
          <p:spPr>
            <a:xfrm>
              <a:off x="5119409" y="2889995"/>
              <a:ext cx="170902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DAB8709-FED4-40EB-98A3-7C75FDA5B83D}"/>
                </a:ext>
              </a:extLst>
            </p:cNvPr>
            <p:cNvSpPr/>
            <p:nvPr/>
          </p:nvSpPr>
          <p:spPr>
            <a:xfrm>
              <a:off x="5139939" y="1818581"/>
              <a:ext cx="170902" cy="369332"/>
            </a:xfrm>
            <a:prstGeom prst="rect">
              <a:avLst/>
            </a:prstGeom>
            <a:pattFill prst="openDmnd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3" name="Connector: Elbow 292">
              <a:extLst>
                <a:ext uri="{FF2B5EF4-FFF2-40B4-BE49-F238E27FC236}">
                  <a16:creationId xmlns:a16="http://schemas.microsoft.com/office/drawing/2014/main" id="{AB03CB52-7696-4553-9133-615072392447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>
              <a:off x="4328140" y="1867515"/>
              <a:ext cx="786001" cy="67437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Connector: Elbow 294">
              <a:extLst>
                <a:ext uri="{FF2B5EF4-FFF2-40B4-BE49-F238E27FC236}">
                  <a16:creationId xmlns:a16="http://schemas.microsoft.com/office/drawing/2014/main" id="{F6271E56-42DF-4A54-9C63-AD5862E10C39}"/>
                </a:ext>
              </a:extLst>
            </p:cNvPr>
            <p:cNvCxnSpPr>
              <a:cxnSpLocks/>
            </p:cNvCxnSpPr>
            <p:nvPr/>
          </p:nvCxnSpPr>
          <p:spPr>
            <a:xfrm>
              <a:off x="5290826" y="2532814"/>
              <a:ext cx="810676" cy="25043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or: Elbow 296">
              <a:extLst>
                <a:ext uri="{FF2B5EF4-FFF2-40B4-BE49-F238E27FC236}">
                  <a16:creationId xmlns:a16="http://schemas.microsoft.com/office/drawing/2014/main" id="{F943DE99-DB62-4FAC-A8AD-EF040C523448}"/>
                </a:ext>
              </a:extLst>
            </p:cNvPr>
            <p:cNvCxnSpPr>
              <a:cxnSpLocks/>
              <a:endCxn id="161" idx="0"/>
            </p:cNvCxnSpPr>
            <p:nvPr/>
          </p:nvCxnSpPr>
          <p:spPr>
            <a:xfrm>
              <a:off x="6389307" y="2781623"/>
              <a:ext cx="753651" cy="41008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Lightning Bolt 299">
              <a:extLst>
                <a:ext uri="{FF2B5EF4-FFF2-40B4-BE49-F238E27FC236}">
                  <a16:creationId xmlns:a16="http://schemas.microsoft.com/office/drawing/2014/main" id="{A4AB4B6C-41B5-4E4F-87A8-FA53B5858DC9}"/>
                </a:ext>
              </a:extLst>
            </p:cNvPr>
            <p:cNvSpPr/>
            <p:nvPr/>
          </p:nvSpPr>
          <p:spPr>
            <a:xfrm rot="1509961">
              <a:off x="7184853" y="1772005"/>
              <a:ext cx="73865" cy="117415"/>
            </a:xfrm>
            <a:prstGeom prst="lightningBol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9" name="Grafik 44" descr="Teufelsgesicht mit einfarbiger Füllung">
              <a:extLst>
                <a:ext uri="{FF2B5EF4-FFF2-40B4-BE49-F238E27FC236}">
                  <a16:creationId xmlns:a16="http://schemas.microsoft.com/office/drawing/2014/main" id="{B5DF7AB7-6567-4C03-9299-0B657702C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776621" y="3097686"/>
              <a:ext cx="129464" cy="115150"/>
            </a:xfrm>
            <a:prstGeom prst="rect">
              <a:avLst/>
            </a:prstGeom>
          </p:spPr>
        </p:pic>
        <p:sp>
          <p:nvSpPr>
            <p:cNvPr id="301" name="Lightning Bolt 300">
              <a:extLst>
                <a:ext uri="{FF2B5EF4-FFF2-40B4-BE49-F238E27FC236}">
                  <a16:creationId xmlns:a16="http://schemas.microsoft.com/office/drawing/2014/main" id="{20291385-5293-46FB-9EF9-2FAFCB0CE5E5}"/>
                </a:ext>
              </a:extLst>
            </p:cNvPr>
            <p:cNvSpPr/>
            <p:nvPr/>
          </p:nvSpPr>
          <p:spPr>
            <a:xfrm rot="1509961">
              <a:off x="6799263" y="3225148"/>
              <a:ext cx="73865" cy="117415"/>
            </a:xfrm>
            <a:prstGeom prst="lightningBol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6DECD64D-76C4-42CD-A578-E27A7715CF98}"/>
                </a:ext>
              </a:extLst>
            </p:cNvPr>
            <p:cNvGrpSpPr/>
            <p:nvPr/>
          </p:nvGrpSpPr>
          <p:grpSpPr>
            <a:xfrm>
              <a:off x="7867988" y="3108203"/>
              <a:ext cx="129464" cy="225486"/>
              <a:chOff x="4608455" y="3225986"/>
              <a:chExt cx="129464" cy="225486"/>
            </a:xfrm>
          </p:grpSpPr>
          <p:pic>
            <p:nvPicPr>
              <p:cNvPr id="307" name="Grafik 44" descr="Teufelsgesicht mit einfarbiger Füllung">
                <a:extLst>
                  <a:ext uri="{FF2B5EF4-FFF2-40B4-BE49-F238E27FC236}">
                    <a16:creationId xmlns:a16="http://schemas.microsoft.com/office/drawing/2014/main" id="{D599F3B7-B3D1-4809-8490-AAE071869A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08" name="Lightning Bolt 307">
                <a:extLst>
                  <a:ext uri="{FF2B5EF4-FFF2-40B4-BE49-F238E27FC236}">
                    <a16:creationId xmlns:a16="http://schemas.microsoft.com/office/drawing/2014/main" id="{3C430186-3BD9-4CCF-A605-244B2DCFBF91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B043C81B-B1E7-4675-AA92-701248AD7C62}"/>
                </a:ext>
              </a:extLst>
            </p:cNvPr>
            <p:cNvGrpSpPr/>
            <p:nvPr/>
          </p:nvGrpSpPr>
          <p:grpSpPr>
            <a:xfrm>
              <a:off x="8965255" y="3073515"/>
              <a:ext cx="129464" cy="225486"/>
              <a:chOff x="4608455" y="3225986"/>
              <a:chExt cx="129464" cy="225486"/>
            </a:xfrm>
          </p:grpSpPr>
          <p:pic>
            <p:nvPicPr>
              <p:cNvPr id="311" name="Grafik 44" descr="Teufelsgesicht mit einfarbiger Füllung">
                <a:extLst>
                  <a:ext uri="{FF2B5EF4-FFF2-40B4-BE49-F238E27FC236}">
                    <a16:creationId xmlns:a16="http://schemas.microsoft.com/office/drawing/2014/main" id="{06490107-DD0D-4EBE-A32E-F0451A63F6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12" name="Lightning Bolt 311">
                <a:extLst>
                  <a:ext uri="{FF2B5EF4-FFF2-40B4-BE49-F238E27FC236}">
                    <a16:creationId xmlns:a16="http://schemas.microsoft.com/office/drawing/2014/main" id="{A28C6BB1-430C-4E19-902A-932A4B71D3A4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A02F0C99-94BF-4012-AAB8-5661CD0457D1}"/>
                </a:ext>
              </a:extLst>
            </p:cNvPr>
            <p:cNvGrpSpPr/>
            <p:nvPr/>
          </p:nvGrpSpPr>
          <p:grpSpPr>
            <a:xfrm>
              <a:off x="8241752" y="1674067"/>
              <a:ext cx="129464" cy="225486"/>
              <a:chOff x="4608455" y="3225986"/>
              <a:chExt cx="129464" cy="225486"/>
            </a:xfrm>
          </p:grpSpPr>
          <p:pic>
            <p:nvPicPr>
              <p:cNvPr id="315" name="Grafik 44" descr="Teufelsgesicht mit einfarbiger Füllung">
                <a:extLst>
                  <a:ext uri="{FF2B5EF4-FFF2-40B4-BE49-F238E27FC236}">
                    <a16:creationId xmlns:a16="http://schemas.microsoft.com/office/drawing/2014/main" id="{207E1FB7-9C25-4620-ADD2-1162B886F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16" name="Lightning Bolt 315">
                <a:extLst>
                  <a:ext uri="{FF2B5EF4-FFF2-40B4-BE49-F238E27FC236}">
                    <a16:creationId xmlns:a16="http://schemas.microsoft.com/office/drawing/2014/main" id="{08DEC8EB-4510-4107-B025-D191D06CE01C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7C106751-7798-49A8-83CF-0F776D91B317}"/>
                </a:ext>
              </a:extLst>
            </p:cNvPr>
            <p:cNvGrpSpPr/>
            <p:nvPr/>
          </p:nvGrpSpPr>
          <p:grpSpPr>
            <a:xfrm>
              <a:off x="9341075" y="1676806"/>
              <a:ext cx="129464" cy="225486"/>
              <a:chOff x="4608455" y="3225986"/>
              <a:chExt cx="129464" cy="225486"/>
            </a:xfrm>
          </p:grpSpPr>
          <p:pic>
            <p:nvPicPr>
              <p:cNvPr id="318" name="Grafik 44" descr="Teufelsgesicht mit einfarbiger Füllung">
                <a:extLst>
                  <a:ext uri="{FF2B5EF4-FFF2-40B4-BE49-F238E27FC236}">
                    <a16:creationId xmlns:a16="http://schemas.microsoft.com/office/drawing/2014/main" id="{7126A835-5088-435F-8247-FB42A5366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08455" y="3225986"/>
                <a:ext cx="129464" cy="115150"/>
              </a:xfrm>
              <a:prstGeom prst="rect">
                <a:avLst/>
              </a:prstGeom>
            </p:spPr>
          </p:pic>
          <p:sp>
            <p:nvSpPr>
              <p:cNvPr id="319" name="Lightning Bolt 318">
                <a:extLst>
                  <a:ext uri="{FF2B5EF4-FFF2-40B4-BE49-F238E27FC236}">
                    <a16:creationId xmlns:a16="http://schemas.microsoft.com/office/drawing/2014/main" id="{0E008302-1AEA-474C-9024-C00284678D82}"/>
                  </a:ext>
                </a:extLst>
              </p:cNvPr>
              <p:cNvSpPr/>
              <p:nvPr/>
            </p:nvSpPr>
            <p:spPr>
              <a:xfrm rot="1509961">
                <a:off x="4637718" y="3334057"/>
                <a:ext cx="73865" cy="117415"/>
              </a:xfrm>
              <a:prstGeom prst="lightningBol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0BFF15C5-2361-4B86-B6A4-8DA626B8BAEA}"/>
                    </a:ext>
                  </a:extLst>
                </p:cNvPr>
                <p:cNvSpPr txBox="1"/>
                <p:nvPr/>
              </p:nvSpPr>
              <p:spPr>
                <a:xfrm>
                  <a:off x="9369121" y="2915098"/>
                  <a:ext cx="274595" cy="3277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0BFF15C5-2361-4B86-B6A4-8DA626B8B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9121" y="2915098"/>
                  <a:ext cx="274595" cy="327782"/>
                </a:xfrm>
                <a:prstGeom prst="rect">
                  <a:avLst/>
                </a:prstGeom>
                <a:blipFill>
                  <a:blip r:embed="rId20"/>
                  <a:stretch>
                    <a:fillRect r="-6444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1113CD8B-E76D-4EF4-9541-1C232F9792DD}"/>
                    </a:ext>
                  </a:extLst>
                </p:cNvPr>
                <p:cNvSpPr txBox="1"/>
                <p:nvPr/>
              </p:nvSpPr>
              <p:spPr>
                <a:xfrm>
                  <a:off x="8236405" y="2939211"/>
                  <a:ext cx="274595" cy="3277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1113CD8B-E76D-4EF4-9541-1C232F979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405" y="2939211"/>
                  <a:ext cx="274595" cy="327782"/>
                </a:xfrm>
                <a:prstGeom prst="rect">
                  <a:avLst/>
                </a:prstGeom>
                <a:blipFill>
                  <a:blip r:embed="rId21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415EBFC-4A04-4488-AA90-2D4318DC9C97}"/>
                    </a:ext>
                  </a:extLst>
                </p:cNvPr>
                <p:cNvSpPr txBox="1"/>
                <p:nvPr/>
              </p:nvSpPr>
              <p:spPr>
                <a:xfrm>
                  <a:off x="7109025" y="2866607"/>
                  <a:ext cx="228123" cy="330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415EBFC-4A04-4488-AA90-2D4318DC9C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9025" y="2866607"/>
                  <a:ext cx="228123" cy="330246"/>
                </a:xfrm>
                <a:prstGeom prst="rect">
                  <a:avLst/>
                </a:prstGeom>
                <a:blipFill>
                  <a:blip r:embed="rId2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6" name="Connector: Elbow 325">
              <a:extLst>
                <a:ext uri="{FF2B5EF4-FFF2-40B4-BE49-F238E27FC236}">
                  <a16:creationId xmlns:a16="http://schemas.microsoft.com/office/drawing/2014/main" id="{B6A9A75D-B033-431F-990C-9C186ECCC6C1}"/>
                </a:ext>
              </a:extLst>
            </p:cNvPr>
            <p:cNvCxnSpPr>
              <a:cxnSpLocks/>
              <a:stCxn id="174" idx="0"/>
            </p:cNvCxnSpPr>
            <p:nvPr/>
          </p:nvCxnSpPr>
          <p:spPr>
            <a:xfrm rot="16200000" flipV="1">
              <a:off x="6535942" y="2785383"/>
              <a:ext cx="222126" cy="59051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Connector: Elbow 336">
              <a:extLst>
                <a:ext uri="{FF2B5EF4-FFF2-40B4-BE49-F238E27FC236}">
                  <a16:creationId xmlns:a16="http://schemas.microsoft.com/office/drawing/2014/main" id="{B13CD178-6518-4C32-8814-38424C95540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273526" y="3001216"/>
              <a:ext cx="822474" cy="11107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Connector: Elbow 338">
              <a:extLst>
                <a:ext uri="{FF2B5EF4-FFF2-40B4-BE49-F238E27FC236}">
                  <a16:creationId xmlns:a16="http://schemas.microsoft.com/office/drawing/2014/main" id="{6D7932A2-E9FD-476F-A9C5-7729DA4BEF02}"/>
                </a:ext>
              </a:extLst>
            </p:cNvPr>
            <p:cNvCxnSpPr>
              <a:cxnSpLocks/>
              <a:stCxn id="291" idx="1"/>
            </p:cNvCxnSpPr>
            <p:nvPr/>
          </p:nvCxnSpPr>
          <p:spPr>
            <a:xfrm rot="10800000">
              <a:off x="3710867" y="2256273"/>
              <a:ext cx="1408542" cy="818389"/>
            </a:xfrm>
            <a:prstGeom prst="bentConnector3">
              <a:avLst>
                <a:gd name="adj1" fmla="val 5690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FA50C0CE-F2EA-44FC-B7E3-91FA0750BBA7}"/>
                </a:ext>
              </a:extLst>
            </p:cNvPr>
            <p:cNvSpPr txBox="1"/>
            <p:nvPr/>
          </p:nvSpPr>
          <p:spPr>
            <a:xfrm rot="16200000">
              <a:off x="4475173" y="3477846"/>
              <a:ext cx="13560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latin typeface="Cambria" panose="02040503050406030204" pitchFamily="18" charset="0"/>
                  <a:ea typeface="Cambria" panose="02040503050406030204" pitchFamily="18" charset="0"/>
                </a:rPr>
                <a:t>.  .  .  .  .  .  .  .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DF53D2D3-DAF2-4717-A981-42D898369A68}"/>
                </a:ext>
              </a:extLst>
            </p:cNvPr>
            <p:cNvSpPr txBox="1"/>
            <p:nvPr/>
          </p:nvSpPr>
          <p:spPr>
            <a:xfrm rot="16200000">
              <a:off x="4107324" y="3496835"/>
              <a:ext cx="1219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</a:lstStyle>
            <a:p>
              <a:pPr algn="ctr"/>
              <a:r>
                <a:rPr lang="en-IN" dirty="0"/>
                <a:t>Communication </a:t>
              </a:r>
            </a:p>
            <a:p>
              <a:pPr algn="ctr"/>
              <a:r>
                <a:rPr lang="en-IN" dirty="0"/>
                <a:t>Channel</a:t>
              </a:r>
            </a:p>
          </p:txBody>
        </p:sp>
        <p:pic>
          <p:nvPicPr>
            <p:cNvPr id="357" name="Graphic 356" descr="Gears with solid fill">
              <a:extLst>
                <a:ext uri="{FF2B5EF4-FFF2-40B4-BE49-F238E27FC236}">
                  <a16:creationId xmlns:a16="http://schemas.microsoft.com/office/drawing/2014/main" id="{66D6E66E-D2B9-492C-8CF3-0DD1803B3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335866" y="1987486"/>
              <a:ext cx="359244" cy="359244"/>
            </a:xfrm>
            <a:prstGeom prst="rect">
              <a:avLst/>
            </a:prstGeom>
          </p:spPr>
        </p:pic>
        <p:pic>
          <p:nvPicPr>
            <p:cNvPr id="359" name="Picture 358">
              <a:extLst>
                <a:ext uri="{FF2B5EF4-FFF2-40B4-BE49-F238E27FC236}">
                  <a16:creationId xmlns:a16="http://schemas.microsoft.com/office/drawing/2014/main" id="{057126CA-8AF5-4258-BBAD-F96880262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9615" y="1691156"/>
              <a:ext cx="274555" cy="278223"/>
            </a:xfrm>
            <a:prstGeom prst="rect">
              <a:avLst/>
            </a:prstGeom>
          </p:spPr>
        </p:pic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8AD9EC88-F701-4A3E-92CC-A4F3D39AA842}"/>
                </a:ext>
              </a:extLst>
            </p:cNvPr>
            <p:cNvSpPr txBox="1"/>
            <p:nvPr/>
          </p:nvSpPr>
          <p:spPr>
            <a:xfrm rot="16200000">
              <a:off x="3729097" y="1172193"/>
              <a:ext cx="7369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Sensor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903052D-5E6F-42A7-A09E-73CBA96FF090}"/>
                </a:ext>
              </a:extLst>
            </p:cNvPr>
            <p:cNvSpPr txBox="1"/>
            <p:nvPr/>
          </p:nvSpPr>
          <p:spPr>
            <a:xfrm>
              <a:off x="2578643" y="2011957"/>
              <a:ext cx="8690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Actuator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E0DB867A-2053-4706-8D26-FFE5F31541C8}"/>
                </a:ext>
              </a:extLst>
            </p:cNvPr>
            <p:cNvGrpSpPr/>
            <p:nvPr/>
          </p:nvGrpSpPr>
          <p:grpSpPr>
            <a:xfrm>
              <a:off x="2223316" y="3687722"/>
              <a:ext cx="2057698" cy="807462"/>
              <a:chOff x="2136699" y="3733276"/>
              <a:chExt cx="2057698" cy="807462"/>
            </a:xfrm>
          </p:grpSpPr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CCDA9323-2553-4A03-9C97-EF096A84CC07}"/>
                  </a:ext>
                </a:extLst>
              </p:cNvPr>
              <p:cNvSpPr/>
              <p:nvPr/>
            </p:nvSpPr>
            <p:spPr>
              <a:xfrm>
                <a:off x="2136699" y="3808376"/>
                <a:ext cx="306463" cy="190877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" name="TextBox 378">
                    <a:extLst>
                      <a:ext uri="{FF2B5EF4-FFF2-40B4-BE49-F238E27FC236}">
                        <a16:creationId xmlns:a16="http://schemas.microsoft.com/office/drawing/2014/main" id="{AF434AE3-6FC7-4CBE-B0AF-57837FC7B462}"/>
                      </a:ext>
                    </a:extLst>
                  </p:cNvPr>
                  <p:cNvSpPr txBox="1"/>
                  <p:nvPr/>
                </p:nvSpPr>
                <p:spPr>
                  <a:xfrm>
                    <a:off x="2514994" y="3733276"/>
                    <a:ext cx="167940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20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ontrol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Task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Victim</m:t>
                          </m:r>
                          <m:r>
                            <a:rPr lang="en-US" sz="1200" b="0" i="0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IN" sz="1200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9" name="TextBox 378">
                    <a:extLst>
                      <a:ext uri="{FF2B5EF4-FFF2-40B4-BE49-F238E27FC236}">
                        <a16:creationId xmlns:a16="http://schemas.microsoft.com/office/drawing/2014/main" id="{AF434AE3-6FC7-4CBE-B0AF-57837FC7B4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4994" y="3733276"/>
                    <a:ext cx="1679403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D0C78803-647D-4ECC-B2A7-3F906F8DC199}"/>
                  </a:ext>
                </a:extLst>
              </p:cNvPr>
              <p:cNvSpPr txBox="1"/>
              <p:nvPr/>
            </p:nvSpPr>
            <p:spPr>
              <a:xfrm>
                <a:off x="2577373" y="3974732"/>
                <a:ext cx="13570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i="0">
                    <a:latin typeface="Cambria Math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r>
                  <a:rPr lang="en-IN" dirty="0"/>
                  <a:t>Actuator Task</a:t>
                </a:r>
              </a:p>
            </p:txBody>
          </p:sp>
          <p:sp>
            <p:nvSpPr>
              <p:cNvPr id="381" name="TextBox 380">
                <a:extLst>
                  <a:ext uri="{FF2B5EF4-FFF2-40B4-BE49-F238E27FC236}">
                    <a16:creationId xmlns:a16="http://schemas.microsoft.com/office/drawing/2014/main" id="{2963EDA0-C863-4707-A967-342510E68701}"/>
                  </a:ext>
                </a:extLst>
              </p:cNvPr>
              <p:cNvSpPr txBox="1"/>
              <p:nvPr/>
            </p:nvSpPr>
            <p:spPr>
              <a:xfrm>
                <a:off x="2588915" y="4263739"/>
                <a:ext cx="10748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i="0">
                    <a:latin typeface="Cambria Math" panose="02040503050406030204" pitchFamily="18" charset="0"/>
                    <a:ea typeface="Cambria" panose="02040503050406030204" pitchFamily="18" charset="0"/>
                  </a:defRPr>
                </a:lvl1pPr>
              </a:lstStyle>
              <a:p>
                <a:r>
                  <a:rPr lang="en-IN" dirty="0"/>
                  <a:t>Attacker Task</a:t>
                </a: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9FCF6E4B-6FDB-42DD-82E0-B7F863466B67}"/>
                  </a:ext>
                </a:extLst>
              </p:cNvPr>
              <p:cNvSpPr/>
              <p:nvPr/>
            </p:nvSpPr>
            <p:spPr>
              <a:xfrm>
                <a:off x="2141530" y="4066556"/>
                <a:ext cx="306463" cy="19087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ABB1F4D2-808C-4E5A-A7E8-2479F0842AAB}"/>
                  </a:ext>
                </a:extLst>
              </p:cNvPr>
              <p:cNvSpPr/>
              <p:nvPr/>
            </p:nvSpPr>
            <p:spPr>
              <a:xfrm>
                <a:off x="2148892" y="4328884"/>
                <a:ext cx="306463" cy="190877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6DCAF70A-25D8-475C-9D04-22791FAC10CB}"/>
                  </a:ext>
                </a:extLst>
              </p:cNvPr>
              <p:cNvGrpSpPr/>
              <p:nvPr/>
            </p:nvGrpSpPr>
            <p:grpSpPr>
              <a:xfrm>
                <a:off x="2490093" y="4304548"/>
                <a:ext cx="129464" cy="225486"/>
                <a:chOff x="4633622" y="3158874"/>
                <a:chExt cx="129464" cy="225486"/>
              </a:xfrm>
            </p:grpSpPr>
            <p:pic>
              <p:nvPicPr>
                <p:cNvPr id="387" name="Grafik 44" descr="Teufelsgesicht mit einfarbiger Füllung">
                  <a:extLst>
                    <a:ext uri="{FF2B5EF4-FFF2-40B4-BE49-F238E27FC236}">
                      <a16:creationId xmlns:a16="http://schemas.microsoft.com/office/drawing/2014/main" id="{26EC9045-3CCD-456A-87B2-5EF524C374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33622" y="3158874"/>
                  <a:ext cx="129464" cy="115150"/>
                </a:xfrm>
                <a:prstGeom prst="rect">
                  <a:avLst/>
                </a:prstGeom>
              </p:spPr>
            </p:pic>
            <p:sp>
              <p:nvSpPr>
                <p:cNvPr id="388" name="Lightning Bolt 387">
                  <a:extLst>
                    <a:ext uri="{FF2B5EF4-FFF2-40B4-BE49-F238E27FC236}">
                      <a16:creationId xmlns:a16="http://schemas.microsoft.com/office/drawing/2014/main" id="{A0488CEE-3581-4B99-AC5D-4F3B0E77CA5B}"/>
                    </a:ext>
                  </a:extLst>
                </p:cNvPr>
                <p:cNvSpPr/>
                <p:nvPr/>
              </p:nvSpPr>
              <p:spPr>
                <a:xfrm rot="1509961">
                  <a:off x="4654496" y="3266945"/>
                  <a:ext cx="73865" cy="117415"/>
                </a:xfrm>
                <a:prstGeom prst="lightningBol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670365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BED0E0D-824D-40F2-8040-7C8C9C66230A}"/>
              </a:ext>
            </a:extLst>
          </p:cNvPr>
          <p:cNvCxnSpPr>
            <a:cxnSpLocks/>
          </p:cNvCxnSpPr>
          <p:nvPr/>
        </p:nvCxnSpPr>
        <p:spPr>
          <a:xfrm flipV="1">
            <a:off x="2069025" y="1301858"/>
            <a:ext cx="0" cy="163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97D79C-933F-489B-ADFE-06146C3F567C}"/>
              </a:ext>
            </a:extLst>
          </p:cNvPr>
          <p:cNvCxnSpPr>
            <a:cxnSpLocks/>
          </p:cNvCxnSpPr>
          <p:nvPr/>
        </p:nvCxnSpPr>
        <p:spPr>
          <a:xfrm flipV="1">
            <a:off x="2069025" y="2936928"/>
            <a:ext cx="21568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C06268-C1B1-47F7-A16B-44E3A7BF037E}"/>
                  </a:ext>
                </a:extLst>
              </p:cNvPr>
              <p:cNvSpPr txBox="1"/>
              <p:nvPr/>
            </p:nvSpPr>
            <p:spPr>
              <a:xfrm>
                <a:off x="5324545" y="3382761"/>
                <a:ext cx="940739" cy="32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IN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C06268-C1B1-47F7-A16B-44E3A7BF0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545" y="3382761"/>
                <a:ext cx="940739" cy="3261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BC68B5-C601-429E-8798-554C2B83B56B}"/>
              </a:ext>
            </a:extLst>
          </p:cNvPr>
          <p:cNvCxnSpPr>
            <a:cxnSpLocks/>
          </p:cNvCxnSpPr>
          <p:nvPr/>
        </p:nvCxnSpPr>
        <p:spPr>
          <a:xfrm>
            <a:off x="6119550" y="2614204"/>
            <a:ext cx="0" cy="147370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4C7806-0FE5-4FC4-ACC7-90DDB6996D17}"/>
              </a:ext>
            </a:extLst>
          </p:cNvPr>
          <p:cNvCxnSpPr>
            <a:cxnSpLocks/>
          </p:cNvCxnSpPr>
          <p:nvPr/>
        </p:nvCxnSpPr>
        <p:spPr>
          <a:xfrm flipH="1">
            <a:off x="5708000" y="3073993"/>
            <a:ext cx="207840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7C8338-CACC-48FB-B22D-0DB2397F07BB}"/>
              </a:ext>
            </a:extLst>
          </p:cNvPr>
          <p:cNvCxnSpPr>
            <a:cxnSpLocks/>
          </p:cNvCxnSpPr>
          <p:nvPr/>
        </p:nvCxnSpPr>
        <p:spPr>
          <a:xfrm>
            <a:off x="6037729" y="3545851"/>
            <a:ext cx="1701053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E28594-7C1A-413F-A81F-E81AB9559799}"/>
                  </a:ext>
                </a:extLst>
              </p:cNvPr>
              <p:cNvSpPr txBox="1"/>
              <p:nvPr/>
            </p:nvSpPr>
            <p:spPr>
              <a:xfrm>
                <a:off x="6012783" y="2800758"/>
                <a:ext cx="7167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E28594-7C1A-413F-A81F-E81AB9559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783" y="2800758"/>
                <a:ext cx="71672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F25692-73D7-45EF-94CC-66DB2B8AA40E}"/>
                  </a:ext>
                </a:extLst>
              </p:cNvPr>
              <p:cNvSpPr txBox="1"/>
              <p:nvPr/>
            </p:nvSpPr>
            <p:spPr>
              <a:xfrm>
                <a:off x="6913480" y="2793326"/>
                <a:ext cx="1086220" cy="277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F25692-73D7-45EF-94CC-66DB2B8AA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480" y="2793326"/>
                <a:ext cx="1086220" cy="2777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04BD08F0-CF2E-4BF4-869A-41DD80140323}"/>
              </a:ext>
            </a:extLst>
          </p:cNvPr>
          <p:cNvSpPr/>
          <p:nvPr/>
        </p:nvSpPr>
        <p:spPr>
          <a:xfrm>
            <a:off x="6105813" y="3054898"/>
            <a:ext cx="39805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EF724C-548B-4835-8E23-7E42EF560D95}"/>
              </a:ext>
            </a:extLst>
          </p:cNvPr>
          <p:cNvSpPr/>
          <p:nvPr/>
        </p:nvSpPr>
        <p:spPr>
          <a:xfrm>
            <a:off x="7549706" y="3056014"/>
            <a:ext cx="39805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134613-8966-4F5A-A799-C063C2055B04}"/>
                  </a:ext>
                </a:extLst>
              </p:cNvPr>
              <p:cNvSpPr txBox="1"/>
              <p:nvPr/>
            </p:nvSpPr>
            <p:spPr>
              <a:xfrm>
                <a:off x="5603060" y="2614204"/>
                <a:ext cx="3837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134613-8966-4F5A-A799-C063C2055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060" y="2614204"/>
                <a:ext cx="383711" cy="338554"/>
              </a:xfrm>
              <a:prstGeom prst="rect">
                <a:avLst/>
              </a:prstGeom>
              <a:blipFill>
                <a:blip r:embed="rId5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550316D-F4A7-4420-AC9E-C7653200C1CF}"/>
              </a:ext>
            </a:extLst>
          </p:cNvPr>
          <p:cNvSpPr/>
          <p:nvPr/>
        </p:nvSpPr>
        <p:spPr>
          <a:xfrm>
            <a:off x="6133289" y="3558577"/>
            <a:ext cx="1440422" cy="300728"/>
          </a:xfrm>
          <a:custGeom>
            <a:avLst/>
            <a:gdLst>
              <a:gd name="connsiteX0" fmla="*/ 0 w 1674688"/>
              <a:gd name="connsiteY0" fmla="*/ 92468 h 637606"/>
              <a:gd name="connsiteX1" fmla="*/ 708917 w 1674688"/>
              <a:gd name="connsiteY1" fmla="*/ 636998 h 637606"/>
              <a:gd name="connsiteX2" fmla="*/ 1674688 w 1674688"/>
              <a:gd name="connsiteY2" fmla="*/ 0 h 637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4688" h="637606">
                <a:moveTo>
                  <a:pt x="0" y="92468"/>
                </a:moveTo>
                <a:cubicBezTo>
                  <a:pt x="214901" y="372438"/>
                  <a:pt x="429802" y="652409"/>
                  <a:pt x="708917" y="636998"/>
                </a:cubicBezTo>
                <a:cubicBezTo>
                  <a:pt x="988032" y="621587"/>
                  <a:pt x="1513726" y="111303"/>
                  <a:pt x="1674688" y="0"/>
                </a:cubicBezTo>
              </a:path>
            </a:pathLst>
          </a:cu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3B061E-3433-0490-C7E0-87CB6240D681}"/>
              </a:ext>
            </a:extLst>
          </p:cNvPr>
          <p:cNvSpPr/>
          <p:nvPr/>
        </p:nvSpPr>
        <p:spPr>
          <a:xfrm>
            <a:off x="6099362" y="3580562"/>
            <a:ext cx="55142" cy="5639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1AB6C3-4EAF-7A37-B2CD-BFDA81AD338B}"/>
              </a:ext>
            </a:extLst>
          </p:cNvPr>
          <p:cNvSpPr/>
          <p:nvPr/>
        </p:nvSpPr>
        <p:spPr>
          <a:xfrm>
            <a:off x="7551660" y="3525476"/>
            <a:ext cx="55142" cy="5639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A900C8-46F9-D7F1-EF9C-1F50FAF9BC20}"/>
                  </a:ext>
                </a:extLst>
              </p:cNvPr>
              <p:cNvSpPr txBox="1"/>
              <p:nvPr/>
            </p:nvSpPr>
            <p:spPr>
              <a:xfrm>
                <a:off x="7211245" y="3658265"/>
                <a:ext cx="7167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b="0" i="1" smtClean="0">
                          <a:latin typeface="Cambria Math" panose="02040503050406030204" pitchFamily="18" charset="0"/>
                        </a:rPr>
                        <m:t>𝑐𝑜𝑛𝑣𝑒𝑥</m:t>
                      </m:r>
                    </m:oMath>
                  </m:oMathPara>
                </a14:m>
                <a:endParaRPr lang="en-IN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A900C8-46F9-D7F1-EF9C-1F50FAF9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245" y="3658265"/>
                <a:ext cx="71672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0D205A-1B39-1A4B-533F-3E5E367BDB97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569609" y="3028950"/>
            <a:ext cx="0" cy="629315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3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47160</TotalTime>
  <Words>6472</Words>
  <Application>Microsoft Office PowerPoint</Application>
  <PresentationFormat>Widescreen</PresentationFormat>
  <Paragraphs>2257</Paragraphs>
  <Slides>76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Arial</vt:lpstr>
      <vt:lpstr>Baskerville Old Face</vt:lpstr>
      <vt:lpstr>Bookman Old Style</vt:lpstr>
      <vt:lpstr>Calibri</vt:lpstr>
      <vt:lpstr>Calibri Light</vt:lpstr>
      <vt:lpstr>Cambria</vt:lpstr>
      <vt:lpstr>Cambria Math</vt:lpstr>
      <vt:lpstr>Linux Biolinum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1704417</dc:creator>
  <cp:lastModifiedBy>Arkaprava Sain</cp:lastModifiedBy>
  <cp:revision>297</cp:revision>
  <dcterms:created xsi:type="dcterms:W3CDTF">2024-04-23T10:06:14Z</dcterms:created>
  <dcterms:modified xsi:type="dcterms:W3CDTF">2026-03-18T15:36:40Z</dcterms:modified>
</cp:coreProperties>
</file>